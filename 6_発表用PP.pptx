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51"/>
  </p:notesMasterIdLst>
  <p:sldIdLst>
    <p:sldId id="317" r:id="rId6"/>
    <p:sldId id="318" r:id="rId7"/>
    <p:sldId id="319" r:id="rId8"/>
    <p:sldId id="257" r:id="rId9"/>
    <p:sldId id="258" r:id="rId10"/>
    <p:sldId id="259" r:id="rId11"/>
    <p:sldId id="260" r:id="rId12"/>
    <p:sldId id="263" r:id="rId13"/>
    <p:sldId id="326" r:id="rId14"/>
    <p:sldId id="265" r:id="rId15"/>
    <p:sldId id="266" r:id="rId16"/>
    <p:sldId id="267" r:id="rId17"/>
    <p:sldId id="269" r:id="rId18"/>
    <p:sldId id="270" r:id="rId19"/>
    <p:sldId id="271" r:id="rId20"/>
    <p:sldId id="272" r:id="rId21"/>
    <p:sldId id="273" r:id="rId22"/>
    <p:sldId id="274" r:id="rId23"/>
    <p:sldId id="277" r:id="rId24"/>
    <p:sldId id="280" r:id="rId25"/>
    <p:sldId id="283" r:id="rId26"/>
    <p:sldId id="284" r:id="rId27"/>
    <p:sldId id="285" r:id="rId28"/>
    <p:sldId id="290" r:id="rId29"/>
    <p:sldId id="291" r:id="rId30"/>
    <p:sldId id="287" r:id="rId31"/>
    <p:sldId id="295" r:id="rId32"/>
    <p:sldId id="299" r:id="rId33"/>
    <p:sldId id="300" r:id="rId34"/>
    <p:sldId id="301" r:id="rId35"/>
    <p:sldId id="302" r:id="rId36"/>
    <p:sldId id="303" r:id="rId37"/>
    <p:sldId id="304" r:id="rId38"/>
    <p:sldId id="305" r:id="rId39"/>
    <p:sldId id="308" r:id="rId40"/>
    <p:sldId id="309" r:id="rId41"/>
    <p:sldId id="311" r:id="rId42"/>
    <p:sldId id="324" r:id="rId43"/>
    <p:sldId id="313" r:id="rId44"/>
    <p:sldId id="325" r:id="rId45"/>
    <p:sldId id="316" r:id="rId46"/>
    <p:sldId id="320" r:id="rId47"/>
    <p:sldId id="321" r:id="rId48"/>
    <p:sldId id="322" r:id="rId49"/>
    <p:sldId id="323" r:id="rId5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3FE"/>
    <a:srgbClr val="5B8DD7"/>
    <a:srgbClr val="5BD4FF"/>
    <a:srgbClr val="FFFF9F"/>
    <a:srgbClr val="9E8C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F0FA7D-5953-A4BC-5821-5D99543DE27F}" v="37" dt="2024-07-30T03:35:37.94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447" autoAdjust="0"/>
  </p:normalViewPr>
  <p:slideViewPr>
    <p:cSldViewPr snapToGrid="0">
      <p:cViewPr varScale="1">
        <p:scale>
          <a:sx n="59" d="100"/>
          <a:sy n="59" d="100"/>
        </p:scale>
        <p:origin x="92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microsoft.com/office/2016/11/relationships/changesInfo" Target="changesInfos/changesInfo1.xml"/><Relationship Id="rId8" Type="http://schemas.openxmlformats.org/officeDocument/2006/relationships/slide" Target="slides/slide3.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microsoft.com/office/2015/10/relationships/revisionInfo" Target="revisionInfo.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髙田　陽斗" userId="S::utm2377093_stu.o-hara.ac.jp#ext#@oohara.onmicrosoft.com::246231cd-1a3e-46a3-857c-89376165c3ef" providerId="AD" clId="Web-{68F0FA7D-5953-A4BC-5821-5D99543DE27F}"/>
    <pc:docChg chg="modSld">
      <pc:chgData name="髙田　陽斗" userId="S::utm2377093_stu.o-hara.ac.jp#ext#@oohara.onmicrosoft.com::246231cd-1a3e-46a3-857c-89376165c3ef" providerId="AD" clId="Web-{68F0FA7D-5953-A4BC-5821-5D99543DE27F}" dt="2024-07-30T03:35:37.940" v="35"/>
      <pc:docMkLst>
        <pc:docMk/>
      </pc:docMkLst>
      <pc:sldChg chg="delSp modSp delAnim">
        <pc:chgData name="髙田　陽斗" userId="S::utm2377093_stu.o-hara.ac.jp#ext#@oohara.onmicrosoft.com::246231cd-1a3e-46a3-857c-89376165c3ef" providerId="AD" clId="Web-{68F0FA7D-5953-A4BC-5821-5D99543DE27F}" dt="2024-07-30T03:31:41.589" v="12" actId="1076"/>
        <pc:sldMkLst>
          <pc:docMk/>
          <pc:sldMk cId="3874796906" sldId="260"/>
        </pc:sldMkLst>
        <pc:spChg chg="del">
          <ac:chgData name="髙田　陽斗" userId="S::utm2377093_stu.o-hara.ac.jp#ext#@oohara.onmicrosoft.com::246231cd-1a3e-46a3-857c-89376165c3ef" providerId="AD" clId="Web-{68F0FA7D-5953-A4BC-5821-5D99543DE27F}" dt="2024-07-30T03:31:23.479" v="8"/>
          <ac:spMkLst>
            <pc:docMk/>
            <pc:sldMk cId="3874796906" sldId="260"/>
            <ac:spMk id="24" creationId="{FFC4DC91-51A8-ACF8-C557-A2920C3BCE5F}"/>
          </ac:spMkLst>
        </pc:spChg>
        <pc:spChg chg="del">
          <ac:chgData name="髙田　陽斗" userId="S::utm2377093_stu.o-hara.ac.jp#ext#@oohara.onmicrosoft.com::246231cd-1a3e-46a3-857c-89376165c3ef" providerId="AD" clId="Web-{68F0FA7D-5953-A4BC-5821-5D99543DE27F}" dt="2024-07-30T03:31:10.276" v="5"/>
          <ac:spMkLst>
            <pc:docMk/>
            <pc:sldMk cId="3874796906" sldId="260"/>
            <ac:spMk id="25" creationId="{8FA7146C-063C-6A6E-95AE-877A2DE926B3}"/>
          </ac:spMkLst>
        </pc:spChg>
        <pc:spChg chg="mod">
          <ac:chgData name="髙田　陽斗" userId="S::utm2377093_stu.o-hara.ac.jp#ext#@oohara.onmicrosoft.com::246231cd-1a3e-46a3-857c-89376165c3ef" providerId="AD" clId="Web-{68F0FA7D-5953-A4BC-5821-5D99543DE27F}" dt="2024-07-30T03:31:41.589" v="12" actId="1076"/>
          <ac:spMkLst>
            <pc:docMk/>
            <pc:sldMk cId="3874796906" sldId="260"/>
            <ac:spMk id="26" creationId="{9D815961-E8D0-EC6E-C5F7-487E3226E4FF}"/>
          </ac:spMkLst>
        </pc:spChg>
        <pc:spChg chg="mod">
          <ac:chgData name="髙田　陽斗" userId="S::utm2377093_stu.o-hara.ac.jp#ext#@oohara.onmicrosoft.com::246231cd-1a3e-46a3-857c-89376165c3ef" providerId="AD" clId="Web-{68F0FA7D-5953-A4BC-5821-5D99543DE27F}" dt="2024-07-30T03:31:30.042" v="9" actId="1076"/>
          <ac:spMkLst>
            <pc:docMk/>
            <pc:sldMk cId="3874796906" sldId="260"/>
            <ac:spMk id="27" creationId="{3824B313-A7B2-13A2-D1DC-D0FF375A82B4}"/>
          </ac:spMkLst>
        </pc:spChg>
        <pc:spChg chg="mod">
          <ac:chgData name="髙田　陽斗" userId="S::utm2377093_stu.o-hara.ac.jp#ext#@oohara.onmicrosoft.com::246231cd-1a3e-46a3-857c-89376165c3ef" providerId="AD" clId="Web-{68F0FA7D-5953-A4BC-5821-5D99543DE27F}" dt="2024-07-30T03:31:13.729" v="6" actId="1076"/>
          <ac:spMkLst>
            <pc:docMk/>
            <pc:sldMk cId="3874796906" sldId="260"/>
            <ac:spMk id="28" creationId="{EB4AC759-BE90-6DB9-5EFC-946BE1783821}"/>
          </ac:spMkLst>
        </pc:spChg>
        <pc:spChg chg="mod">
          <ac:chgData name="髙田　陽斗" userId="S::utm2377093_stu.o-hara.ac.jp#ext#@oohara.onmicrosoft.com::246231cd-1a3e-46a3-857c-89376165c3ef" providerId="AD" clId="Web-{68F0FA7D-5953-A4BC-5821-5D99543DE27F}" dt="2024-07-30T03:30:55.916" v="3" actId="1076"/>
          <ac:spMkLst>
            <pc:docMk/>
            <pc:sldMk cId="3874796906" sldId="260"/>
            <ac:spMk id="29" creationId="{308A7028-2CA4-DB67-F98D-FA9EC3B9FF34}"/>
          </ac:spMkLst>
        </pc:spChg>
        <pc:spChg chg="del">
          <ac:chgData name="髙田　陽斗" userId="S::utm2377093_stu.o-hara.ac.jp#ext#@oohara.onmicrosoft.com::246231cd-1a3e-46a3-857c-89376165c3ef" providerId="AD" clId="Web-{68F0FA7D-5953-A4BC-5821-5D99543DE27F}" dt="2024-07-30T03:30:35.321" v="0"/>
          <ac:spMkLst>
            <pc:docMk/>
            <pc:sldMk cId="3874796906" sldId="260"/>
            <ac:spMk id="31" creationId="{29BCF58C-CD93-5E17-64A9-5DCB3F913CCE}"/>
          </ac:spMkLst>
        </pc:spChg>
        <pc:cxnChg chg="del">
          <ac:chgData name="髙田　陽斗" userId="S::utm2377093_stu.o-hara.ac.jp#ext#@oohara.onmicrosoft.com::246231cd-1a3e-46a3-857c-89376165c3ef" providerId="AD" clId="Web-{68F0FA7D-5953-A4BC-5821-5D99543DE27F}" dt="2024-07-30T03:31:36.667" v="11"/>
          <ac:cxnSpMkLst>
            <pc:docMk/>
            <pc:sldMk cId="3874796906" sldId="260"/>
            <ac:cxnSpMk id="22" creationId="{DD26C8F5-F2A0-F05F-A841-51188E147D40}"/>
          </ac:cxnSpMkLst>
        </pc:cxnChg>
        <pc:cxnChg chg="del">
          <ac:chgData name="髙田　陽斗" userId="S::utm2377093_stu.o-hara.ac.jp#ext#@oohara.onmicrosoft.com::246231cd-1a3e-46a3-857c-89376165c3ef" providerId="AD" clId="Web-{68F0FA7D-5953-A4BC-5821-5D99543DE27F}" dt="2024-07-30T03:30:52.197" v="2"/>
          <ac:cxnSpMkLst>
            <pc:docMk/>
            <pc:sldMk cId="3874796906" sldId="260"/>
            <ac:cxnSpMk id="23" creationId="{E8201EE2-B369-57E9-57D4-9CE7ACC6C8A4}"/>
          </ac:cxnSpMkLst>
        </pc:cxnChg>
      </pc:sldChg>
      <pc:sldChg chg="addSp delSp modSp addAnim delAnim">
        <pc:chgData name="髙田　陽斗" userId="S::utm2377093_stu.o-hara.ac.jp#ext#@oohara.onmicrosoft.com::246231cd-1a3e-46a3-857c-89376165c3ef" providerId="AD" clId="Web-{68F0FA7D-5953-A4BC-5821-5D99543DE27F}" dt="2024-07-30T03:32:21.387" v="20" actId="1076"/>
        <pc:sldMkLst>
          <pc:docMk/>
          <pc:sldMk cId="1238853009" sldId="263"/>
        </pc:sldMkLst>
        <pc:spChg chg="add del mod">
          <ac:chgData name="髙田　陽斗" userId="S::utm2377093_stu.o-hara.ac.jp#ext#@oohara.onmicrosoft.com::246231cd-1a3e-46a3-857c-89376165c3ef" providerId="AD" clId="Web-{68F0FA7D-5953-A4BC-5821-5D99543DE27F}" dt="2024-07-30T03:32:18.387" v="19" actId="20577"/>
          <ac:spMkLst>
            <pc:docMk/>
            <pc:sldMk cId="1238853009" sldId="263"/>
            <ac:spMk id="21" creationId="{99CE0BAA-8BE2-E9BA-0E4C-4B7714150BD6}"/>
          </ac:spMkLst>
        </pc:spChg>
        <pc:spChg chg="mod">
          <ac:chgData name="髙田　陽斗" userId="S::utm2377093_stu.o-hara.ac.jp#ext#@oohara.onmicrosoft.com::246231cd-1a3e-46a3-857c-89376165c3ef" providerId="AD" clId="Web-{68F0FA7D-5953-A4BC-5821-5D99543DE27F}" dt="2024-07-30T03:32:21.387" v="20" actId="1076"/>
          <ac:spMkLst>
            <pc:docMk/>
            <pc:sldMk cId="1238853009" sldId="263"/>
            <ac:spMk id="27" creationId="{913D18ED-6EC7-51DB-BD39-AB3BE5449698}"/>
          </ac:spMkLst>
        </pc:spChg>
      </pc:sldChg>
      <pc:sldChg chg="delSp modSp delAnim">
        <pc:chgData name="髙田　陽斗" userId="S::utm2377093_stu.o-hara.ac.jp#ext#@oohara.onmicrosoft.com::246231cd-1a3e-46a3-857c-89376165c3ef" providerId="AD" clId="Web-{68F0FA7D-5953-A4BC-5821-5D99543DE27F}" dt="2024-07-30T03:35:37.940" v="35"/>
        <pc:sldMkLst>
          <pc:docMk/>
          <pc:sldMk cId="3961883754" sldId="266"/>
        </pc:sldMkLst>
        <pc:spChg chg="del">
          <ac:chgData name="髙田　陽斗" userId="S::utm2377093_stu.o-hara.ac.jp#ext#@oohara.onmicrosoft.com::246231cd-1a3e-46a3-857c-89376165c3ef" providerId="AD" clId="Web-{68F0FA7D-5953-A4BC-5821-5D99543DE27F}" dt="2024-07-30T03:35:37.940" v="35"/>
          <ac:spMkLst>
            <pc:docMk/>
            <pc:sldMk cId="3961883754" sldId="266"/>
            <ac:spMk id="2" creationId="{99A238F8-CDA5-4F1D-8865-5401A2D13BCC}"/>
          </ac:spMkLst>
        </pc:spChg>
        <pc:spChg chg="mod">
          <ac:chgData name="髙田　陽斗" userId="S::utm2377093_stu.o-hara.ac.jp#ext#@oohara.onmicrosoft.com::246231cd-1a3e-46a3-857c-89376165c3ef" providerId="AD" clId="Web-{68F0FA7D-5953-A4BC-5821-5D99543DE27F}" dt="2024-07-30T03:34:30.985" v="31" actId="1076"/>
          <ac:spMkLst>
            <pc:docMk/>
            <pc:sldMk cId="3961883754" sldId="266"/>
            <ac:spMk id="26" creationId="{29C97CDA-40C1-9643-928E-D666ACE8E67B}"/>
          </ac:spMkLst>
        </pc:spChg>
        <pc:spChg chg="mod">
          <ac:chgData name="髙田　陽斗" userId="S::utm2377093_stu.o-hara.ac.jp#ext#@oohara.onmicrosoft.com::246231cd-1a3e-46a3-857c-89376165c3ef" providerId="AD" clId="Web-{68F0FA7D-5953-A4BC-5821-5D99543DE27F}" dt="2024-07-30T03:34:25.469" v="30" actId="1076"/>
          <ac:spMkLst>
            <pc:docMk/>
            <pc:sldMk cId="3961883754" sldId="266"/>
            <ac:spMk id="27" creationId="{45844A42-0DBD-28CA-0A80-FAC1FE7FF49D}"/>
          </ac:spMkLst>
        </pc:spChg>
        <pc:spChg chg="mod">
          <ac:chgData name="髙田　陽斗" userId="S::utm2377093_stu.o-hara.ac.jp#ext#@oohara.onmicrosoft.com::246231cd-1a3e-46a3-857c-89376165c3ef" providerId="AD" clId="Web-{68F0FA7D-5953-A4BC-5821-5D99543DE27F}" dt="2024-07-30T03:34:18.860" v="29" actId="1076"/>
          <ac:spMkLst>
            <pc:docMk/>
            <pc:sldMk cId="3961883754" sldId="266"/>
            <ac:spMk id="28" creationId="{66475E34-966F-14FE-A7CD-6B159C08AF9D}"/>
          </ac:spMkLst>
        </pc:spChg>
        <pc:spChg chg="mod">
          <ac:chgData name="髙田　陽斗" userId="S::utm2377093_stu.o-hara.ac.jp#ext#@oohara.onmicrosoft.com::246231cd-1a3e-46a3-857c-89376165c3ef" providerId="AD" clId="Web-{68F0FA7D-5953-A4BC-5821-5D99543DE27F}" dt="2024-07-30T03:34:41.923" v="34" actId="1076"/>
          <ac:spMkLst>
            <pc:docMk/>
            <pc:sldMk cId="3961883754" sldId="266"/>
            <ac:spMk id="29" creationId="{9C8BDF90-6879-FA2C-B1A1-159904FFAD75}"/>
          </ac:spMkLst>
        </pc:spChg>
        <pc:cxnChg chg="del">
          <ac:chgData name="髙田　陽斗" userId="S::utm2377093_stu.o-hara.ac.jp#ext#@oohara.onmicrosoft.com::246231cd-1a3e-46a3-857c-89376165c3ef" providerId="AD" clId="Web-{68F0FA7D-5953-A4BC-5821-5D99543DE27F}" dt="2024-07-30T03:33:56.984" v="23"/>
          <ac:cxnSpMkLst>
            <pc:docMk/>
            <pc:sldMk cId="3961883754" sldId="266"/>
            <ac:cxnSpMk id="19" creationId="{75920FC2-F453-2C96-E991-C407CF4A5097}"/>
          </ac:cxnSpMkLst>
        </pc:cxnChg>
        <pc:cxnChg chg="del">
          <ac:chgData name="髙田　陽斗" userId="S::utm2377093_stu.o-hara.ac.jp#ext#@oohara.onmicrosoft.com::246231cd-1a3e-46a3-857c-89376165c3ef" providerId="AD" clId="Web-{68F0FA7D-5953-A4BC-5821-5D99543DE27F}" dt="2024-07-30T03:34:08.109" v="26"/>
          <ac:cxnSpMkLst>
            <pc:docMk/>
            <pc:sldMk cId="3961883754" sldId="266"/>
            <ac:cxnSpMk id="20" creationId="{5A7F79D7-3525-A398-62B9-B8A38C2FC1F1}"/>
          </ac:cxnSpMkLst>
        </pc:cxnChg>
        <pc:cxnChg chg="del">
          <ac:chgData name="髙田　陽斗" userId="S::utm2377093_stu.o-hara.ac.jp#ext#@oohara.onmicrosoft.com::246231cd-1a3e-46a3-857c-89376165c3ef" providerId="AD" clId="Web-{68F0FA7D-5953-A4BC-5821-5D99543DE27F}" dt="2024-07-30T03:34:37.407" v="33"/>
          <ac:cxnSpMkLst>
            <pc:docMk/>
            <pc:sldMk cId="3961883754" sldId="266"/>
            <ac:cxnSpMk id="21" creationId="{6448C76F-2571-E663-7531-1C6D4A41B080}"/>
          </ac:cxnSpMkLst>
        </pc:cxnChg>
        <pc:cxnChg chg="del">
          <ac:chgData name="髙田　陽斗" userId="S::utm2377093_stu.o-hara.ac.jp#ext#@oohara.onmicrosoft.com::246231cd-1a3e-46a3-857c-89376165c3ef" providerId="AD" clId="Web-{68F0FA7D-5953-A4BC-5821-5D99543DE27F}" dt="2024-07-30T03:34:13.547" v="28"/>
          <ac:cxnSpMkLst>
            <pc:docMk/>
            <pc:sldMk cId="3961883754" sldId="266"/>
            <ac:cxnSpMk id="22" creationId="{F8DCA10F-CC6A-EAF0-19E0-7CF945D65CFE}"/>
          </ac:cxnSpMkLst>
        </pc:cxnChg>
      </pc:sldChg>
      <pc:sldChg chg="delSp delAnim">
        <pc:chgData name="髙田　陽斗" userId="S::utm2377093_stu.o-hara.ac.jp#ext#@oohara.onmicrosoft.com::246231cd-1a3e-46a3-857c-89376165c3ef" providerId="AD" clId="Web-{68F0FA7D-5953-A4BC-5821-5D99543DE27F}" dt="2024-07-30T03:33:38.061" v="21"/>
        <pc:sldMkLst>
          <pc:docMk/>
          <pc:sldMk cId="2378129325" sldId="326"/>
        </pc:sldMkLst>
        <pc:spChg chg="del">
          <ac:chgData name="髙田　陽斗" userId="S::utm2377093_stu.o-hara.ac.jp#ext#@oohara.onmicrosoft.com::246231cd-1a3e-46a3-857c-89376165c3ef" providerId="AD" clId="Web-{68F0FA7D-5953-A4BC-5821-5D99543DE27F}" dt="2024-07-30T03:33:38.061" v="21"/>
          <ac:spMkLst>
            <pc:docMk/>
            <pc:sldMk cId="2378129325" sldId="326"/>
            <ac:spMk id="25" creationId="{2A5B1DAE-AA23-2799-685B-C2BBAF16FAD8}"/>
          </ac:spMkLst>
        </pc:spChg>
      </pc:sldChg>
    </pc:docChg>
  </pc:docChgLst>
  <pc:docChgLst>
    <pc:chgData name="髙田　陽斗" userId="349aba5d-2d55-469e-b606-bfbbf5033a9d" providerId="ADAL" clId="{F75CD730-4B93-4946-A438-1D617634E6A9}"/>
    <pc:docChg chg="undo custSel addSld delSld modSld sldOrd modMainMaster">
      <pc:chgData name="髙田　陽斗" userId="349aba5d-2d55-469e-b606-bfbbf5033a9d" providerId="ADAL" clId="{F75CD730-4B93-4946-A438-1D617634E6A9}" dt="2024-07-26T02:22:51.603" v="5529"/>
      <pc:docMkLst>
        <pc:docMk/>
      </pc:docMkLst>
      <pc:sldChg chg="addSp delSp modSp new mod modTransition setBg addAnim">
        <pc:chgData name="髙田　陽斗" userId="349aba5d-2d55-469e-b606-bfbbf5033a9d" providerId="ADAL" clId="{F75CD730-4B93-4946-A438-1D617634E6A9}" dt="2024-07-26T02:22:51.603" v="5529"/>
        <pc:sldMkLst>
          <pc:docMk/>
          <pc:sldMk cId="3661587591" sldId="256"/>
        </pc:sldMkLst>
        <pc:spChg chg="mod">
          <ac:chgData name="髙田　陽斗" userId="349aba5d-2d55-469e-b606-bfbbf5033a9d" providerId="ADAL" clId="{F75CD730-4B93-4946-A438-1D617634E6A9}" dt="2024-07-26T02:22:51.588" v="5528" actId="26606"/>
          <ac:spMkLst>
            <pc:docMk/>
            <pc:sldMk cId="3661587591" sldId="256"/>
            <ac:spMk id="2" creationId="{C5220724-9E8F-6B18-C7A4-DA7999866116}"/>
          </ac:spMkLst>
        </pc:spChg>
        <pc:spChg chg="del mod">
          <ac:chgData name="髙田　陽斗" userId="349aba5d-2d55-469e-b606-bfbbf5033a9d" providerId="ADAL" clId="{F75CD730-4B93-4946-A438-1D617634E6A9}" dt="2024-07-26T02:22:34.217" v="5527" actId="478"/>
          <ac:spMkLst>
            <pc:docMk/>
            <pc:sldMk cId="3661587591" sldId="256"/>
            <ac:spMk id="3" creationId="{CBACC5A4-48C7-6C27-FFF2-DED57E8F10FB}"/>
          </ac:spMkLst>
        </pc:spChg>
        <pc:spChg chg="add">
          <ac:chgData name="髙田　陽斗" userId="349aba5d-2d55-469e-b606-bfbbf5033a9d" providerId="ADAL" clId="{F75CD730-4B93-4946-A438-1D617634E6A9}" dt="2024-07-26T02:22:51.588" v="5528" actId="26606"/>
          <ac:spMkLst>
            <pc:docMk/>
            <pc:sldMk cId="3661587591" sldId="256"/>
            <ac:spMk id="7" creationId="{FFD48BC7-DC40-47DE-87EE-9F4B6ECB9ABB}"/>
          </ac:spMkLst>
        </pc:spChg>
        <pc:spChg chg="add">
          <ac:chgData name="髙田　陽斗" userId="349aba5d-2d55-469e-b606-bfbbf5033a9d" providerId="ADAL" clId="{F75CD730-4B93-4946-A438-1D617634E6A9}" dt="2024-07-26T02:22:51.588" v="5528" actId="26606"/>
          <ac:spMkLst>
            <pc:docMk/>
            <pc:sldMk cId="3661587591" sldId="256"/>
            <ac:spMk id="9" creationId="{E502BBC7-2C76-46F3-BC24-5985BC13DB88}"/>
          </ac:spMkLst>
        </pc:spChg>
        <pc:spChg chg="add">
          <ac:chgData name="髙田　陽斗" userId="349aba5d-2d55-469e-b606-bfbbf5033a9d" providerId="ADAL" clId="{F75CD730-4B93-4946-A438-1D617634E6A9}" dt="2024-07-26T02:22:51.588" v="5528" actId="26606"/>
          <ac:spMkLst>
            <pc:docMk/>
            <pc:sldMk cId="3661587591" sldId="256"/>
            <ac:spMk id="11" creationId="{C7F28D52-2A5F-4D23-81AE-7CB8B591C7AF}"/>
          </ac:spMkLst>
        </pc:spChg>
        <pc:spChg chg="add">
          <ac:chgData name="髙田　陽斗" userId="349aba5d-2d55-469e-b606-bfbbf5033a9d" providerId="ADAL" clId="{F75CD730-4B93-4946-A438-1D617634E6A9}" dt="2024-07-26T02:22:51.588" v="5528" actId="26606"/>
          <ac:spMkLst>
            <pc:docMk/>
            <pc:sldMk cId="3661587591" sldId="256"/>
            <ac:spMk id="13" creationId="{3629484E-3792-4B3D-89AD-7C8A1ED0E0D4}"/>
          </ac:spMkLst>
        </pc:spChg>
      </pc:sldChg>
      <pc:sldChg chg="addSp delSp modSp new mod modTransition modAnim">
        <pc:chgData name="髙田　陽斗" userId="349aba5d-2d55-469e-b606-bfbbf5033a9d" providerId="ADAL" clId="{F75CD730-4B93-4946-A438-1D617634E6A9}" dt="2024-07-26T01:28:20.717" v="5343"/>
        <pc:sldMkLst>
          <pc:docMk/>
          <pc:sldMk cId="3874721809" sldId="257"/>
        </pc:sldMkLst>
        <pc:spChg chg="add mod">
          <ac:chgData name="髙田　陽斗" userId="349aba5d-2d55-469e-b606-bfbbf5033a9d" providerId="ADAL" clId="{F75CD730-4B93-4946-A438-1D617634E6A9}" dt="2024-07-25T00:02:57.797" v="431" actId="1076"/>
          <ac:spMkLst>
            <pc:docMk/>
            <pc:sldMk cId="3874721809" sldId="257"/>
            <ac:spMk id="2" creationId="{420DE017-EED1-CC6E-F91C-15E3ECFCE1F2}"/>
          </ac:spMkLst>
        </pc:spChg>
        <pc:spChg chg="del">
          <ac:chgData name="髙田　陽斗" userId="349aba5d-2d55-469e-b606-bfbbf5033a9d" providerId="ADAL" clId="{F75CD730-4B93-4946-A438-1D617634E6A9}" dt="2024-07-24T04:51:01.069" v="21" actId="478"/>
          <ac:spMkLst>
            <pc:docMk/>
            <pc:sldMk cId="3874721809" sldId="257"/>
            <ac:spMk id="2" creationId="{63536BEC-724F-4C94-6656-6FAD92843A7B}"/>
          </ac:spMkLst>
        </pc:spChg>
        <pc:spChg chg="del">
          <ac:chgData name="髙田　陽斗" userId="349aba5d-2d55-469e-b606-bfbbf5033a9d" providerId="ADAL" clId="{F75CD730-4B93-4946-A438-1D617634E6A9}" dt="2024-07-24T04:50:59.810" v="20" actId="478"/>
          <ac:spMkLst>
            <pc:docMk/>
            <pc:sldMk cId="3874721809" sldId="257"/>
            <ac:spMk id="3" creationId="{3BB380B4-10D8-78C0-DAE6-0795512E5D52}"/>
          </ac:spMkLst>
        </pc:spChg>
        <pc:spChg chg="add mod">
          <ac:chgData name="髙田　陽斗" userId="349aba5d-2d55-469e-b606-bfbbf5033a9d" providerId="ADAL" clId="{F75CD730-4B93-4946-A438-1D617634E6A9}" dt="2024-07-24T04:52:57.268" v="22"/>
          <ac:spMkLst>
            <pc:docMk/>
            <pc:sldMk cId="3874721809" sldId="257"/>
            <ac:spMk id="4" creationId="{8490297B-FE54-1212-3F43-E6984F99C63B}"/>
          </ac:spMkLst>
        </pc:spChg>
        <pc:spChg chg="add mod">
          <ac:chgData name="髙田　陽斗" userId="349aba5d-2d55-469e-b606-bfbbf5033a9d" providerId="ADAL" clId="{F75CD730-4B93-4946-A438-1D617634E6A9}" dt="2024-07-24T04:52:57.268" v="22"/>
          <ac:spMkLst>
            <pc:docMk/>
            <pc:sldMk cId="3874721809" sldId="257"/>
            <ac:spMk id="5" creationId="{C6314B04-9270-465A-DF1B-3CFD644869A8}"/>
          </ac:spMkLst>
        </pc:spChg>
        <pc:spChg chg="add mod">
          <ac:chgData name="髙田　陽斗" userId="349aba5d-2d55-469e-b606-bfbbf5033a9d" providerId="ADAL" clId="{F75CD730-4B93-4946-A438-1D617634E6A9}" dt="2024-07-24T04:53:16.647" v="23" actId="1076"/>
          <ac:spMkLst>
            <pc:docMk/>
            <pc:sldMk cId="3874721809" sldId="257"/>
            <ac:spMk id="6" creationId="{8674D784-6DA2-E0A4-E2D1-1591237F717F}"/>
          </ac:spMkLst>
        </pc:spChg>
        <pc:spChg chg="add mod">
          <ac:chgData name="髙田　陽斗" userId="349aba5d-2d55-469e-b606-bfbbf5033a9d" providerId="ADAL" clId="{F75CD730-4B93-4946-A438-1D617634E6A9}" dt="2024-07-24T04:53:16.647" v="23" actId="1076"/>
          <ac:spMkLst>
            <pc:docMk/>
            <pc:sldMk cId="3874721809" sldId="257"/>
            <ac:spMk id="7" creationId="{2D68365C-CD50-B604-BBFA-59EF9A745BDE}"/>
          </ac:spMkLst>
        </pc:spChg>
        <pc:spChg chg="add mod">
          <ac:chgData name="髙田　陽斗" userId="349aba5d-2d55-469e-b606-bfbbf5033a9d" providerId="ADAL" clId="{F75CD730-4B93-4946-A438-1D617634E6A9}" dt="2024-07-24T04:53:16.647" v="23" actId="1076"/>
          <ac:spMkLst>
            <pc:docMk/>
            <pc:sldMk cId="3874721809" sldId="257"/>
            <ac:spMk id="8" creationId="{1449E093-CA9A-B093-6C35-C438EC1DF31E}"/>
          </ac:spMkLst>
        </pc:spChg>
        <pc:spChg chg="add mod">
          <ac:chgData name="髙田　陽斗" userId="349aba5d-2d55-469e-b606-bfbbf5033a9d" providerId="ADAL" clId="{F75CD730-4B93-4946-A438-1D617634E6A9}" dt="2024-07-24T04:52:57.268" v="22"/>
          <ac:spMkLst>
            <pc:docMk/>
            <pc:sldMk cId="3874721809" sldId="257"/>
            <ac:spMk id="9" creationId="{77D43EFA-54F5-2E9E-BF72-B70E6695CEDF}"/>
          </ac:spMkLst>
        </pc:spChg>
        <pc:spChg chg="add mod">
          <ac:chgData name="髙田　陽斗" userId="349aba5d-2d55-469e-b606-bfbbf5033a9d" providerId="ADAL" clId="{F75CD730-4B93-4946-A438-1D617634E6A9}" dt="2024-07-24T04:52:57.268" v="22"/>
          <ac:spMkLst>
            <pc:docMk/>
            <pc:sldMk cId="3874721809" sldId="257"/>
            <ac:spMk id="10" creationId="{59238B09-F1C7-06BD-F82A-680111AF4E7B}"/>
          </ac:spMkLst>
        </pc:spChg>
        <pc:spChg chg="add mod">
          <ac:chgData name="髙田　陽斗" userId="349aba5d-2d55-469e-b606-bfbbf5033a9d" providerId="ADAL" clId="{F75CD730-4B93-4946-A438-1D617634E6A9}" dt="2024-07-24T04:53:16.647" v="23" actId="1076"/>
          <ac:spMkLst>
            <pc:docMk/>
            <pc:sldMk cId="3874721809" sldId="257"/>
            <ac:spMk id="11" creationId="{BF063480-7893-EF3B-E886-12D2674EDA72}"/>
          </ac:spMkLst>
        </pc:spChg>
        <pc:spChg chg="add mod">
          <ac:chgData name="髙田　陽斗" userId="349aba5d-2d55-469e-b606-bfbbf5033a9d" providerId="ADAL" clId="{F75CD730-4B93-4946-A438-1D617634E6A9}" dt="2024-07-24T04:53:16.647" v="23" actId="1076"/>
          <ac:spMkLst>
            <pc:docMk/>
            <pc:sldMk cId="3874721809" sldId="257"/>
            <ac:spMk id="12" creationId="{384A140A-BE2C-50EB-942A-B69CF11323B3}"/>
          </ac:spMkLst>
        </pc:spChg>
        <pc:spChg chg="add mod">
          <ac:chgData name="髙田　陽斗" userId="349aba5d-2d55-469e-b606-bfbbf5033a9d" providerId="ADAL" clId="{F75CD730-4B93-4946-A438-1D617634E6A9}" dt="2024-07-24T04:53:16.647" v="23" actId="1076"/>
          <ac:spMkLst>
            <pc:docMk/>
            <pc:sldMk cId="3874721809" sldId="257"/>
            <ac:spMk id="13" creationId="{CEC30BDA-AAE6-38C6-92CE-1C0E0C2D551C}"/>
          </ac:spMkLst>
        </pc:spChg>
        <pc:spChg chg="add mod">
          <ac:chgData name="髙田　陽斗" userId="349aba5d-2d55-469e-b606-bfbbf5033a9d" providerId="ADAL" clId="{F75CD730-4B93-4946-A438-1D617634E6A9}" dt="2024-07-24T04:53:16.647" v="23" actId="1076"/>
          <ac:spMkLst>
            <pc:docMk/>
            <pc:sldMk cId="3874721809" sldId="257"/>
            <ac:spMk id="14" creationId="{59E25A3C-1510-6692-FCDF-E33AA3BB882F}"/>
          </ac:spMkLst>
        </pc:spChg>
        <pc:spChg chg="add mod">
          <ac:chgData name="髙田　陽斗" userId="349aba5d-2d55-469e-b606-bfbbf5033a9d" providerId="ADAL" clId="{F75CD730-4B93-4946-A438-1D617634E6A9}" dt="2024-07-24T04:53:16.647" v="23" actId="1076"/>
          <ac:spMkLst>
            <pc:docMk/>
            <pc:sldMk cId="3874721809" sldId="257"/>
            <ac:spMk id="15" creationId="{80ED4BB3-4C38-DEF1-DD36-794271078206}"/>
          </ac:spMkLst>
        </pc:spChg>
        <pc:spChg chg="add mod">
          <ac:chgData name="髙田　陽斗" userId="349aba5d-2d55-469e-b606-bfbbf5033a9d" providerId="ADAL" clId="{F75CD730-4B93-4946-A438-1D617634E6A9}" dt="2024-07-24T04:53:16.647" v="23" actId="1076"/>
          <ac:spMkLst>
            <pc:docMk/>
            <pc:sldMk cId="3874721809" sldId="257"/>
            <ac:spMk id="16" creationId="{268DDDA6-34C1-4B79-418A-FEF94611DCE8}"/>
          </ac:spMkLst>
        </pc:spChg>
        <pc:spChg chg="add mod">
          <ac:chgData name="髙田　陽斗" userId="349aba5d-2d55-469e-b606-bfbbf5033a9d" providerId="ADAL" clId="{F75CD730-4B93-4946-A438-1D617634E6A9}" dt="2024-07-24T04:55:47.801" v="73" actId="14100"/>
          <ac:spMkLst>
            <pc:docMk/>
            <pc:sldMk cId="3874721809" sldId="257"/>
            <ac:spMk id="17" creationId="{280763D3-90EA-5622-30C7-FA8EDDF67A68}"/>
          </ac:spMkLst>
        </pc:spChg>
        <pc:spChg chg="add mod">
          <ac:chgData name="髙田　陽斗" userId="349aba5d-2d55-469e-b606-bfbbf5033a9d" providerId="ADAL" clId="{F75CD730-4B93-4946-A438-1D617634E6A9}" dt="2024-07-24T04:53:16.647" v="23" actId="1076"/>
          <ac:spMkLst>
            <pc:docMk/>
            <pc:sldMk cId="3874721809" sldId="257"/>
            <ac:spMk id="18" creationId="{40A08826-E536-1B8E-EC60-06BE390EC5C3}"/>
          </ac:spMkLst>
        </pc:spChg>
        <pc:spChg chg="add mod">
          <ac:chgData name="髙田　陽斗" userId="349aba5d-2d55-469e-b606-bfbbf5033a9d" providerId="ADAL" clId="{F75CD730-4B93-4946-A438-1D617634E6A9}" dt="2024-07-25T04:38:46.644" v="3870" actId="1076"/>
          <ac:spMkLst>
            <pc:docMk/>
            <pc:sldMk cId="3874721809" sldId="257"/>
            <ac:spMk id="19" creationId="{0E44C08F-E236-601A-5DFB-C69DBA70C7B3}"/>
          </ac:spMkLst>
        </pc:spChg>
        <pc:spChg chg="add mod">
          <ac:chgData name="髙田　陽斗" userId="349aba5d-2d55-469e-b606-bfbbf5033a9d" providerId="ADAL" clId="{F75CD730-4B93-4946-A438-1D617634E6A9}" dt="2024-07-25T04:38:41.111" v="3869" actId="1076"/>
          <ac:spMkLst>
            <pc:docMk/>
            <pc:sldMk cId="3874721809" sldId="257"/>
            <ac:spMk id="20" creationId="{2AB3C2B6-394F-4A2D-61FF-A3E9287330C2}"/>
          </ac:spMkLst>
        </pc:spChg>
        <pc:spChg chg="add mod">
          <ac:chgData name="髙田　陽斗" userId="349aba5d-2d55-469e-b606-bfbbf5033a9d" providerId="ADAL" clId="{F75CD730-4B93-4946-A438-1D617634E6A9}" dt="2024-07-24T04:55:16.888" v="71" actId="1076"/>
          <ac:spMkLst>
            <pc:docMk/>
            <pc:sldMk cId="3874721809" sldId="257"/>
            <ac:spMk id="22" creationId="{17A119C4-428A-1E28-987A-E238AE55E3BA}"/>
          </ac:spMkLst>
        </pc:spChg>
      </pc:sldChg>
      <pc:sldChg chg="addSp delSp modSp new mod modTransition modAnim">
        <pc:chgData name="髙田　陽斗" userId="349aba5d-2d55-469e-b606-bfbbf5033a9d" providerId="ADAL" clId="{F75CD730-4B93-4946-A438-1D617634E6A9}" dt="2024-07-26T01:28:37.009" v="5344"/>
        <pc:sldMkLst>
          <pc:docMk/>
          <pc:sldMk cId="4143626848" sldId="258"/>
        </pc:sldMkLst>
        <pc:spChg chg="add del mod">
          <ac:chgData name="髙田　陽斗" userId="349aba5d-2d55-469e-b606-bfbbf5033a9d" providerId="ADAL" clId="{F75CD730-4B93-4946-A438-1D617634E6A9}" dt="2024-07-24T04:58:23.067" v="125" actId="478"/>
          <ac:spMkLst>
            <pc:docMk/>
            <pc:sldMk cId="4143626848" sldId="258"/>
            <ac:spMk id="2" creationId="{4D11479B-7A43-823D-F8B9-42246A602187}"/>
          </ac:spMkLst>
        </pc:spChg>
        <pc:spChg chg="add del mod">
          <ac:chgData name="髙田　陽斗" userId="349aba5d-2d55-469e-b606-bfbbf5033a9d" providerId="ADAL" clId="{F75CD730-4B93-4946-A438-1D617634E6A9}" dt="2024-07-24T04:58:26.404" v="126" actId="478"/>
          <ac:spMkLst>
            <pc:docMk/>
            <pc:sldMk cId="4143626848" sldId="258"/>
            <ac:spMk id="3" creationId="{B21366B5-61F5-0512-D9CA-9E32DBDD3D4C}"/>
          </ac:spMkLst>
        </pc:spChg>
        <pc:spChg chg="add del">
          <ac:chgData name="髙田　陽斗" userId="349aba5d-2d55-469e-b606-bfbbf5033a9d" providerId="ADAL" clId="{F75CD730-4B93-4946-A438-1D617634E6A9}" dt="2024-07-24T04:57:01.620" v="77" actId="478"/>
          <ac:spMkLst>
            <pc:docMk/>
            <pc:sldMk cId="4143626848" sldId="258"/>
            <ac:spMk id="5" creationId="{E42C5E5E-3384-7D88-BE7C-2FC5C41605EE}"/>
          </ac:spMkLst>
        </pc:spChg>
        <pc:spChg chg="add del mod">
          <ac:chgData name="髙田　陽斗" userId="349aba5d-2d55-469e-b606-bfbbf5033a9d" providerId="ADAL" clId="{F75CD730-4B93-4946-A438-1D617634E6A9}" dt="2024-07-24T05:55:02.425" v="300" actId="478"/>
          <ac:spMkLst>
            <pc:docMk/>
            <pc:sldMk cId="4143626848" sldId="258"/>
            <ac:spMk id="6" creationId="{A4589159-0CEF-0ED7-6CB3-DA4EBEADF70C}"/>
          </ac:spMkLst>
        </pc:spChg>
        <pc:spChg chg="add del mod">
          <ac:chgData name="髙田　陽斗" userId="349aba5d-2d55-469e-b606-bfbbf5033a9d" providerId="ADAL" clId="{F75CD730-4B93-4946-A438-1D617634E6A9}" dt="2024-07-24T05:55:02.425" v="300" actId="478"/>
          <ac:spMkLst>
            <pc:docMk/>
            <pc:sldMk cId="4143626848" sldId="258"/>
            <ac:spMk id="7" creationId="{FCBE497D-7BD6-8FA1-B999-84124A19A38E}"/>
          </ac:spMkLst>
        </pc:spChg>
        <pc:spChg chg="add del mod">
          <ac:chgData name="髙田　陽斗" userId="349aba5d-2d55-469e-b606-bfbbf5033a9d" providerId="ADAL" clId="{F75CD730-4B93-4946-A438-1D617634E6A9}" dt="2024-07-24T05:55:02.425" v="300" actId="478"/>
          <ac:spMkLst>
            <pc:docMk/>
            <pc:sldMk cId="4143626848" sldId="258"/>
            <ac:spMk id="8" creationId="{9BFEE6FC-4300-43C0-0D5F-B790148FB774}"/>
          </ac:spMkLst>
        </pc:spChg>
        <pc:spChg chg="add del mod">
          <ac:chgData name="髙田　陽斗" userId="349aba5d-2d55-469e-b606-bfbbf5033a9d" providerId="ADAL" clId="{F75CD730-4B93-4946-A438-1D617634E6A9}" dt="2024-07-24T05:55:02.425" v="300" actId="478"/>
          <ac:spMkLst>
            <pc:docMk/>
            <pc:sldMk cId="4143626848" sldId="258"/>
            <ac:spMk id="9" creationId="{C663A36B-E95D-4225-AC69-12BB04A3E3C7}"/>
          </ac:spMkLst>
        </pc:spChg>
        <pc:spChg chg="add del mod">
          <ac:chgData name="髙田　陽斗" userId="349aba5d-2d55-469e-b606-bfbbf5033a9d" providerId="ADAL" clId="{F75CD730-4B93-4946-A438-1D617634E6A9}" dt="2024-07-24T05:55:02.425" v="300" actId="478"/>
          <ac:spMkLst>
            <pc:docMk/>
            <pc:sldMk cId="4143626848" sldId="258"/>
            <ac:spMk id="10" creationId="{309CACAE-6091-E0AF-FF38-0B82EA4BC7B6}"/>
          </ac:spMkLst>
        </pc:spChg>
        <pc:spChg chg="add del mod">
          <ac:chgData name="髙田　陽斗" userId="349aba5d-2d55-469e-b606-bfbbf5033a9d" providerId="ADAL" clId="{F75CD730-4B93-4946-A438-1D617634E6A9}" dt="2024-07-24T05:55:02.425" v="300" actId="478"/>
          <ac:spMkLst>
            <pc:docMk/>
            <pc:sldMk cId="4143626848" sldId="258"/>
            <ac:spMk id="11" creationId="{528F8A0A-E711-DB3E-E733-9BAE306A6144}"/>
          </ac:spMkLst>
        </pc:spChg>
        <pc:spChg chg="add del mod">
          <ac:chgData name="髙田　陽斗" userId="349aba5d-2d55-469e-b606-bfbbf5033a9d" providerId="ADAL" clId="{F75CD730-4B93-4946-A438-1D617634E6A9}" dt="2024-07-24T05:55:02.425" v="300" actId="478"/>
          <ac:spMkLst>
            <pc:docMk/>
            <pc:sldMk cId="4143626848" sldId="258"/>
            <ac:spMk id="12" creationId="{45184E74-B575-4502-C2C9-31D109A63659}"/>
          </ac:spMkLst>
        </pc:spChg>
        <pc:spChg chg="add del mod">
          <ac:chgData name="髙田　陽斗" userId="349aba5d-2d55-469e-b606-bfbbf5033a9d" providerId="ADAL" clId="{F75CD730-4B93-4946-A438-1D617634E6A9}" dt="2024-07-24T05:55:02.425" v="300" actId="478"/>
          <ac:spMkLst>
            <pc:docMk/>
            <pc:sldMk cId="4143626848" sldId="258"/>
            <ac:spMk id="13" creationId="{B2D353A9-55E9-FB2C-652A-AC1D820B0E6E}"/>
          </ac:spMkLst>
        </pc:spChg>
        <pc:spChg chg="add del mod">
          <ac:chgData name="髙田　陽斗" userId="349aba5d-2d55-469e-b606-bfbbf5033a9d" providerId="ADAL" clId="{F75CD730-4B93-4946-A438-1D617634E6A9}" dt="2024-07-24T05:55:02.425" v="300" actId="478"/>
          <ac:spMkLst>
            <pc:docMk/>
            <pc:sldMk cId="4143626848" sldId="258"/>
            <ac:spMk id="14" creationId="{FFAB847D-9F88-3FFC-1FB0-A5E87DEB8B3C}"/>
          </ac:spMkLst>
        </pc:spChg>
        <pc:spChg chg="add del mod">
          <ac:chgData name="髙田　陽斗" userId="349aba5d-2d55-469e-b606-bfbbf5033a9d" providerId="ADAL" clId="{F75CD730-4B93-4946-A438-1D617634E6A9}" dt="2024-07-24T05:55:02.425" v="300" actId="478"/>
          <ac:spMkLst>
            <pc:docMk/>
            <pc:sldMk cId="4143626848" sldId="258"/>
            <ac:spMk id="15" creationId="{20950E19-8237-5EEF-86D2-BB9AF5F44CC5}"/>
          </ac:spMkLst>
        </pc:spChg>
        <pc:spChg chg="add del mod">
          <ac:chgData name="髙田　陽斗" userId="349aba5d-2d55-469e-b606-bfbbf5033a9d" providerId="ADAL" clId="{F75CD730-4B93-4946-A438-1D617634E6A9}" dt="2024-07-24T05:55:02.425" v="300" actId="478"/>
          <ac:spMkLst>
            <pc:docMk/>
            <pc:sldMk cId="4143626848" sldId="258"/>
            <ac:spMk id="16" creationId="{101B3FBE-1CED-4B25-D19C-3FEB1E860018}"/>
          </ac:spMkLst>
        </pc:spChg>
        <pc:spChg chg="mod">
          <ac:chgData name="髙田　陽斗" userId="349aba5d-2d55-469e-b606-bfbbf5033a9d" providerId="ADAL" clId="{F75CD730-4B93-4946-A438-1D617634E6A9}" dt="2024-07-24T04:58:27.378" v="127"/>
          <ac:spMkLst>
            <pc:docMk/>
            <pc:sldMk cId="4143626848" sldId="258"/>
            <ac:spMk id="19" creationId="{208F86EE-197D-27F6-16A8-3550F8ED6711}"/>
          </ac:spMkLst>
        </pc:spChg>
        <pc:spChg chg="mod">
          <ac:chgData name="髙田　陽斗" userId="349aba5d-2d55-469e-b606-bfbbf5033a9d" providerId="ADAL" clId="{F75CD730-4B93-4946-A438-1D617634E6A9}" dt="2024-07-24T04:58:27.378" v="127"/>
          <ac:spMkLst>
            <pc:docMk/>
            <pc:sldMk cId="4143626848" sldId="258"/>
            <ac:spMk id="20" creationId="{5F504C6D-C9D8-D2F7-3BF7-F7078EF18730}"/>
          </ac:spMkLst>
        </pc:spChg>
        <pc:spChg chg="mod">
          <ac:chgData name="髙田　陽斗" userId="349aba5d-2d55-469e-b606-bfbbf5033a9d" providerId="ADAL" clId="{F75CD730-4B93-4946-A438-1D617634E6A9}" dt="2024-07-24T04:58:27.378" v="127"/>
          <ac:spMkLst>
            <pc:docMk/>
            <pc:sldMk cId="4143626848" sldId="258"/>
            <ac:spMk id="21" creationId="{32EF0C5C-B6E9-A6F4-ED05-2EEE04666CC6}"/>
          </ac:spMkLst>
        </pc:spChg>
        <pc:spChg chg="mod">
          <ac:chgData name="髙田　陽斗" userId="349aba5d-2d55-469e-b606-bfbbf5033a9d" providerId="ADAL" clId="{F75CD730-4B93-4946-A438-1D617634E6A9}" dt="2024-07-24T04:58:27.378" v="127"/>
          <ac:spMkLst>
            <pc:docMk/>
            <pc:sldMk cId="4143626848" sldId="258"/>
            <ac:spMk id="22" creationId="{9185AE16-B624-B194-D81F-7C869B3837C4}"/>
          </ac:spMkLst>
        </pc:spChg>
        <pc:spChg chg="add del mod">
          <ac:chgData name="髙田　陽斗" userId="349aba5d-2d55-469e-b606-bfbbf5033a9d" providerId="ADAL" clId="{F75CD730-4B93-4946-A438-1D617634E6A9}" dt="2024-07-24T05:55:02.425" v="300" actId="478"/>
          <ac:spMkLst>
            <pc:docMk/>
            <pc:sldMk cId="4143626848" sldId="258"/>
            <ac:spMk id="24" creationId="{593FAB06-FF38-A460-52DE-2A90630750BB}"/>
          </ac:spMkLst>
        </pc:spChg>
        <pc:spChg chg="add del mod">
          <ac:chgData name="髙田　陽斗" userId="349aba5d-2d55-469e-b606-bfbbf5033a9d" providerId="ADAL" clId="{F75CD730-4B93-4946-A438-1D617634E6A9}" dt="2024-07-24T05:55:02.425" v="300" actId="478"/>
          <ac:spMkLst>
            <pc:docMk/>
            <pc:sldMk cId="4143626848" sldId="258"/>
            <ac:spMk id="25" creationId="{C8919E88-BD80-1809-1687-33FACF9A0F43}"/>
          </ac:spMkLst>
        </pc:spChg>
        <pc:spChg chg="add del mod">
          <ac:chgData name="髙田　陽斗" userId="349aba5d-2d55-469e-b606-bfbbf5033a9d" providerId="ADAL" clId="{F75CD730-4B93-4946-A438-1D617634E6A9}" dt="2024-07-24T05:55:02.425" v="300" actId="478"/>
          <ac:spMkLst>
            <pc:docMk/>
            <pc:sldMk cId="4143626848" sldId="258"/>
            <ac:spMk id="26" creationId="{354B6837-E7BA-0986-C582-E55882D94A19}"/>
          </ac:spMkLst>
        </pc:spChg>
        <pc:spChg chg="add del mod">
          <ac:chgData name="髙田　陽斗" userId="349aba5d-2d55-469e-b606-bfbbf5033a9d" providerId="ADAL" clId="{F75CD730-4B93-4946-A438-1D617634E6A9}" dt="2024-07-24T05:55:02.425" v="300" actId="478"/>
          <ac:spMkLst>
            <pc:docMk/>
            <pc:sldMk cId="4143626848" sldId="258"/>
            <ac:spMk id="27" creationId="{907FC49E-49B7-727B-F862-1A090A499D86}"/>
          </ac:spMkLst>
        </pc:spChg>
        <pc:spChg chg="add del mod">
          <ac:chgData name="髙田　陽斗" userId="349aba5d-2d55-469e-b606-bfbbf5033a9d" providerId="ADAL" clId="{F75CD730-4B93-4946-A438-1D617634E6A9}" dt="2024-07-24T05:55:02.425" v="300" actId="478"/>
          <ac:spMkLst>
            <pc:docMk/>
            <pc:sldMk cId="4143626848" sldId="258"/>
            <ac:spMk id="28" creationId="{1DDC7726-053A-72E2-9747-EFEB017F1E63}"/>
          </ac:spMkLst>
        </pc:spChg>
        <pc:spChg chg="add del mod">
          <ac:chgData name="髙田　陽斗" userId="349aba5d-2d55-469e-b606-bfbbf5033a9d" providerId="ADAL" clId="{F75CD730-4B93-4946-A438-1D617634E6A9}" dt="2024-07-24T05:55:02.425" v="300" actId="478"/>
          <ac:spMkLst>
            <pc:docMk/>
            <pc:sldMk cId="4143626848" sldId="258"/>
            <ac:spMk id="29" creationId="{B57D146C-73F3-76F3-8786-B15E520BF27D}"/>
          </ac:spMkLst>
        </pc:spChg>
        <pc:spChg chg="add mod">
          <ac:chgData name="髙田　陽斗" userId="349aba5d-2d55-469e-b606-bfbbf5033a9d" providerId="ADAL" clId="{F75CD730-4B93-4946-A438-1D617634E6A9}" dt="2024-07-24T05:55:03.148" v="301"/>
          <ac:spMkLst>
            <pc:docMk/>
            <pc:sldMk cId="4143626848" sldId="258"/>
            <ac:spMk id="30" creationId="{2083F28B-850D-AE09-1A19-A1386FDDA2AF}"/>
          </ac:spMkLst>
        </pc:spChg>
        <pc:spChg chg="add mod">
          <ac:chgData name="髙田　陽斗" userId="349aba5d-2d55-469e-b606-bfbbf5033a9d" providerId="ADAL" clId="{F75CD730-4B93-4946-A438-1D617634E6A9}" dt="2024-07-24T05:55:03.148" v="301"/>
          <ac:spMkLst>
            <pc:docMk/>
            <pc:sldMk cId="4143626848" sldId="258"/>
            <ac:spMk id="31" creationId="{F3201E82-D517-95B4-8B30-C8F8613A60B0}"/>
          </ac:spMkLst>
        </pc:spChg>
        <pc:spChg chg="add mod">
          <ac:chgData name="髙田　陽斗" userId="349aba5d-2d55-469e-b606-bfbbf5033a9d" providerId="ADAL" clId="{F75CD730-4B93-4946-A438-1D617634E6A9}" dt="2024-07-24T05:55:03.148" v="301"/>
          <ac:spMkLst>
            <pc:docMk/>
            <pc:sldMk cId="4143626848" sldId="258"/>
            <ac:spMk id="32" creationId="{F412776C-5435-6500-B05B-368C420DA27C}"/>
          </ac:spMkLst>
        </pc:spChg>
        <pc:spChg chg="add mod">
          <ac:chgData name="髙田　陽斗" userId="349aba5d-2d55-469e-b606-bfbbf5033a9d" providerId="ADAL" clId="{F75CD730-4B93-4946-A438-1D617634E6A9}" dt="2024-07-24T05:55:03.148" v="301"/>
          <ac:spMkLst>
            <pc:docMk/>
            <pc:sldMk cId="4143626848" sldId="258"/>
            <ac:spMk id="33" creationId="{C8B41B5C-CCFA-8997-40F2-A46223375846}"/>
          </ac:spMkLst>
        </pc:spChg>
        <pc:spChg chg="add mod">
          <ac:chgData name="髙田　陽斗" userId="349aba5d-2d55-469e-b606-bfbbf5033a9d" providerId="ADAL" clId="{F75CD730-4B93-4946-A438-1D617634E6A9}" dt="2024-07-24T05:55:03.148" v="301"/>
          <ac:spMkLst>
            <pc:docMk/>
            <pc:sldMk cId="4143626848" sldId="258"/>
            <ac:spMk id="34" creationId="{1131B00C-33AD-DFE1-BBFF-0718E673A975}"/>
          </ac:spMkLst>
        </pc:spChg>
        <pc:spChg chg="add mod">
          <ac:chgData name="髙田　陽斗" userId="349aba5d-2d55-469e-b606-bfbbf5033a9d" providerId="ADAL" clId="{F75CD730-4B93-4946-A438-1D617634E6A9}" dt="2024-07-24T05:55:03.148" v="301"/>
          <ac:spMkLst>
            <pc:docMk/>
            <pc:sldMk cId="4143626848" sldId="258"/>
            <ac:spMk id="35" creationId="{47067B0A-6554-90F2-D1C8-574B96A6D880}"/>
          </ac:spMkLst>
        </pc:spChg>
        <pc:spChg chg="add mod">
          <ac:chgData name="髙田　陽斗" userId="349aba5d-2d55-469e-b606-bfbbf5033a9d" providerId="ADAL" clId="{F75CD730-4B93-4946-A438-1D617634E6A9}" dt="2024-07-24T05:55:03.148" v="301"/>
          <ac:spMkLst>
            <pc:docMk/>
            <pc:sldMk cId="4143626848" sldId="258"/>
            <ac:spMk id="36" creationId="{2AF33FDA-DF19-CD68-CB68-9640368D0C46}"/>
          </ac:spMkLst>
        </pc:spChg>
        <pc:spChg chg="add mod">
          <ac:chgData name="髙田　陽斗" userId="349aba5d-2d55-469e-b606-bfbbf5033a9d" providerId="ADAL" clId="{F75CD730-4B93-4946-A438-1D617634E6A9}" dt="2024-07-24T05:55:03.148" v="301"/>
          <ac:spMkLst>
            <pc:docMk/>
            <pc:sldMk cId="4143626848" sldId="258"/>
            <ac:spMk id="37" creationId="{90EB6A10-752D-5C12-2A62-A30F859B226F}"/>
          </ac:spMkLst>
        </pc:spChg>
        <pc:spChg chg="add mod">
          <ac:chgData name="髙田　陽斗" userId="349aba5d-2d55-469e-b606-bfbbf5033a9d" providerId="ADAL" clId="{F75CD730-4B93-4946-A438-1D617634E6A9}" dt="2024-07-24T05:55:03.148" v="301"/>
          <ac:spMkLst>
            <pc:docMk/>
            <pc:sldMk cId="4143626848" sldId="258"/>
            <ac:spMk id="38" creationId="{DCBC3B6E-CA2A-D736-5F1D-7253E255663C}"/>
          </ac:spMkLst>
        </pc:spChg>
        <pc:spChg chg="add mod">
          <ac:chgData name="髙田　陽斗" userId="349aba5d-2d55-469e-b606-bfbbf5033a9d" providerId="ADAL" clId="{F75CD730-4B93-4946-A438-1D617634E6A9}" dt="2024-07-24T05:55:03.148" v="301"/>
          <ac:spMkLst>
            <pc:docMk/>
            <pc:sldMk cId="4143626848" sldId="258"/>
            <ac:spMk id="39" creationId="{F0DDF843-B515-3F04-52A3-729CCC3F5AA5}"/>
          </ac:spMkLst>
        </pc:spChg>
        <pc:spChg chg="add mod">
          <ac:chgData name="髙田　陽斗" userId="349aba5d-2d55-469e-b606-bfbbf5033a9d" providerId="ADAL" clId="{F75CD730-4B93-4946-A438-1D617634E6A9}" dt="2024-07-24T05:55:03.148" v="301"/>
          <ac:spMkLst>
            <pc:docMk/>
            <pc:sldMk cId="4143626848" sldId="258"/>
            <ac:spMk id="40" creationId="{9C9B7689-5666-ED5F-23F4-AED5426AB5C9}"/>
          </ac:spMkLst>
        </pc:spChg>
        <pc:spChg chg="mod">
          <ac:chgData name="髙田　陽斗" userId="349aba5d-2d55-469e-b606-bfbbf5033a9d" providerId="ADAL" clId="{F75CD730-4B93-4946-A438-1D617634E6A9}" dt="2024-07-24T05:55:03.148" v="301"/>
          <ac:spMkLst>
            <pc:docMk/>
            <pc:sldMk cId="4143626848" sldId="258"/>
            <ac:spMk id="42" creationId="{6ABCEC65-FF3F-E57F-0899-905B494C53DA}"/>
          </ac:spMkLst>
        </pc:spChg>
        <pc:spChg chg="mod">
          <ac:chgData name="髙田　陽斗" userId="349aba5d-2d55-469e-b606-bfbbf5033a9d" providerId="ADAL" clId="{F75CD730-4B93-4946-A438-1D617634E6A9}" dt="2024-07-24T05:55:03.148" v="301"/>
          <ac:spMkLst>
            <pc:docMk/>
            <pc:sldMk cId="4143626848" sldId="258"/>
            <ac:spMk id="43" creationId="{34487FAA-BD01-2433-563B-28AFD24FA2AD}"/>
          </ac:spMkLst>
        </pc:spChg>
        <pc:spChg chg="mod">
          <ac:chgData name="髙田　陽斗" userId="349aba5d-2d55-469e-b606-bfbbf5033a9d" providerId="ADAL" clId="{F75CD730-4B93-4946-A438-1D617634E6A9}" dt="2024-07-24T05:55:03.148" v="301"/>
          <ac:spMkLst>
            <pc:docMk/>
            <pc:sldMk cId="4143626848" sldId="258"/>
            <ac:spMk id="44" creationId="{2FE84FD7-9EAE-74D1-EE4E-1B00EAAEC99F}"/>
          </ac:spMkLst>
        </pc:spChg>
        <pc:spChg chg="mod">
          <ac:chgData name="髙田　陽斗" userId="349aba5d-2d55-469e-b606-bfbbf5033a9d" providerId="ADAL" clId="{F75CD730-4B93-4946-A438-1D617634E6A9}" dt="2024-07-24T05:55:03.148" v="301"/>
          <ac:spMkLst>
            <pc:docMk/>
            <pc:sldMk cId="4143626848" sldId="258"/>
            <ac:spMk id="45" creationId="{B3F6693D-D709-1ED4-14A5-EFD46F3E135C}"/>
          </ac:spMkLst>
        </pc:spChg>
        <pc:spChg chg="add mod">
          <ac:chgData name="髙田　陽斗" userId="349aba5d-2d55-469e-b606-bfbbf5033a9d" providerId="ADAL" clId="{F75CD730-4B93-4946-A438-1D617634E6A9}" dt="2024-07-24T05:55:03.148" v="301"/>
          <ac:spMkLst>
            <pc:docMk/>
            <pc:sldMk cId="4143626848" sldId="258"/>
            <ac:spMk id="46" creationId="{4728CD4D-E723-27B4-B2BE-4EC941EC5883}"/>
          </ac:spMkLst>
        </pc:spChg>
        <pc:spChg chg="add mod">
          <ac:chgData name="髙田　陽斗" userId="349aba5d-2d55-469e-b606-bfbbf5033a9d" providerId="ADAL" clId="{F75CD730-4B93-4946-A438-1D617634E6A9}" dt="2024-07-24T05:55:03.148" v="301"/>
          <ac:spMkLst>
            <pc:docMk/>
            <pc:sldMk cId="4143626848" sldId="258"/>
            <ac:spMk id="47" creationId="{2CF2D1E6-4EB9-AABE-234E-A4383CD7CDDC}"/>
          </ac:spMkLst>
        </pc:spChg>
        <pc:spChg chg="mod">
          <ac:chgData name="髙田　陽斗" userId="349aba5d-2d55-469e-b606-bfbbf5033a9d" providerId="ADAL" clId="{F75CD730-4B93-4946-A438-1D617634E6A9}" dt="2024-07-24T05:55:03.148" v="301"/>
          <ac:spMkLst>
            <pc:docMk/>
            <pc:sldMk cId="4143626848" sldId="258"/>
            <ac:spMk id="49" creationId="{B550599D-FE7F-CAF5-242C-A33448044E0D}"/>
          </ac:spMkLst>
        </pc:spChg>
        <pc:spChg chg="mod">
          <ac:chgData name="髙田　陽斗" userId="349aba5d-2d55-469e-b606-bfbbf5033a9d" providerId="ADAL" clId="{F75CD730-4B93-4946-A438-1D617634E6A9}" dt="2024-07-24T05:55:03.148" v="301"/>
          <ac:spMkLst>
            <pc:docMk/>
            <pc:sldMk cId="4143626848" sldId="258"/>
            <ac:spMk id="50" creationId="{19C5D880-CCAF-6F89-3EB1-D609635D43B6}"/>
          </ac:spMkLst>
        </pc:spChg>
        <pc:spChg chg="mod">
          <ac:chgData name="髙田　陽斗" userId="349aba5d-2d55-469e-b606-bfbbf5033a9d" providerId="ADAL" clId="{F75CD730-4B93-4946-A438-1D617634E6A9}" dt="2024-07-24T05:55:03.148" v="301"/>
          <ac:spMkLst>
            <pc:docMk/>
            <pc:sldMk cId="4143626848" sldId="258"/>
            <ac:spMk id="52" creationId="{D0B4B537-C5C7-537A-64CE-3A691839C4A6}"/>
          </ac:spMkLst>
        </pc:spChg>
        <pc:spChg chg="mod">
          <ac:chgData name="髙田　陽斗" userId="349aba5d-2d55-469e-b606-bfbbf5033a9d" providerId="ADAL" clId="{F75CD730-4B93-4946-A438-1D617634E6A9}" dt="2024-07-24T05:55:03.148" v="301"/>
          <ac:spMkLst>
            <pc:docMk/>
            <pc:sldMk cId="4143626848" sldId="258"/>
            <ac:spMk id="53" creationId="{08E74722-E99C-BBD1-6A44-464F3BA7B189}"/>
          </ac:spMkLst>
        </pc:spChg>
        <pc:spChg chg="add mod">
          <ac:chgData name="髙田　陽斗" userId="349aba5d-2d55-469e-b606-bfbbf5033a9d" providerId="ADAL" clId="{F75CD730-4B93-4946-A438-1D617634E6A9}" dt="2024-07-24T06:07:38.047" v="395" actId="1076"/>
          <ac:spMkLst>
            <pc:docMk/>
            <pc:sldMk cId="4143626848" sldId="258"/>
            <ac:spMk id="54" creationId="{B28CFCC8-2293-2D7C-1A06-1C626DE6E5FC}"/>
          </ac:spMkLst>
        </pc:spChg>
        <pc:grpChg chg="add del mod">
          <ac:chgData name="髙田　陽斗" userId="349aba5d-2d55-469e-b606-bfbbf5033a9d" providerId="ADAL" clId="{F75CD730-4B93-4946-A438-1D617634E6A9}" dt="2024-07-24T05:55:02.425" v="300" actId="478"/>
          <ac:grpSpMkLst>
            <pc:docMk/>
            <pc:sldMk cId="4143626848" sldId="258"/>
            <ac:grpSpMk id="18" creationId="{1063D18A-20BC-AC8B-D566-5BFB8091559B}"/>
          </ac:grpSpMkLst>
        </pc:grpChg>
        <pc:grpChg chg="add mod">
          <ac:chgData name="髙田　陽斗" userId="349aba5d-2d55-469e-b606-bfbbf5033a9d" providerId="ADAL" clId="{F75CD730-4B93-4946-A438-1D617634E6A9}" dt="2024-07-24T05:55:03.148" v="301"/>
          <ac:grpSpMkLst>
            <pc:docMk/>
            <pc:sldMk cId="4143626848" sldId="258"/>
            <ac:grpSpMk id="41" creationId="{93BE681E-4524-98D8-3CDB-1D5556CD83D3}"/>
          </ac:grpSpMkLst>
        </pc:grpChg>
        <pc:grpChg chg="add mod">
          <ac:chgData name="髙田　陽斗" userId="349aba5d-2d55-469e-b606-bfbbf5033a9d" providerId="ADAL" clId="{F75CD730-4B93-4946-A438-1D617634E6A9}" dt="2024-07-24T05:55:03.148" v="301"/>
          <ac:grpSpMkLst>
            <pc:docMk/>
            <pc:sldMk cId="4143626848" sldId="258"/>
            <ac:grpSpMk id="48" creationId="{E6901962-82BD-7E93-D639-AAFCDB23F2BF}"/>
          </ac:grpSpMkLst>
        </pc:grpChg>
        <pc:grpChg chg="add mod">
          <ac:chgData name="髙田　陽斗" userId="349aba5d-2d55-469e-b606-bfbbf5033a9d" providerId="ADAL" clId="{F75CD730-4B93-4946-A438-1D617634E6A9}" dt="2024-07-24T05:55:03.148" v="301"/>
          <ac:grpSpMkLst>
            <pc:docMk/>
            <pc:sldMk cId="4143626848" sldId="258"/>
            <ac:grpSpMk id="51" creationId="{AEA9FCC5-BE9A-605D-0324-958411C48E52}"/>
          </ac:grpSpMkLst>
        </pc:grpChg>
        <pc:cxnChg chg="add del mod">
          <ac:chgData name="髙田　陽斗" userId="349aba5d-2d55-469e-b606-bfbbf5033a9d" providerId="ADAL" clId="{F75CD730-4B93-4946-A438-1D617634E6A9}" dt="2024-07-24T05:55:02.425" v="300" actId="478"/>
          <ac:cxnSpMkLst>
            <pc:docMk/>
            <pc:sldMk cId="4143626848" sldId="258"/>
            <ac:cxnSpMk id="17" creationId="{8963D239-02E6-BA79-D28D-D0C1CD3498A9}"/>
          </ac:cxnSpMkLst>
        </pc:cxnChg>
      </pc:sldChg>
      <pc:sldChg chg="addSp delSp modSp new mod modTransition modAnim">
        <pc:chgData name="髙田　陽斗" userId="349aba5d-2d55-469e-b606-bfbbf5033a9d" providerId="ADAL" clId="{F75CD730-4B93-4946-A438-1D617634E6A9}" dt="2024-07-26T01:28:20.717" v="5343"/>
        <pc:sldMkLst>
          <pc:docMk/>
          <pc:sldMk cId="680561540" sldId="259"/>
        </pc:sldMkLst>
        <pc:spChg chg="mod">
          <ac:chgData name="髙田　陽斗" userId="349aba5d-2d55-469e-b606-bfbbf5033a9d" providerId="ADAL" clId="{F75CD730-4B93-4946-A438-1D617634E6A9}" dt="2024-07-24T05:38:58.635" v="241"/>
          <ac:spMkLst>
            <pc:docMk/>
            <pc:sldMk cId="680561540" sldId="259"/>
            <ac:spMk id="3" creationId="{D199AA81-D7AF-C236-ED91-70D67ED2ABFD}"/>
          </ac:spMkLst>
        </pc:spChg>
        <pc:spChg chg="mod">
          <ac:chgData name="髙田　陽斗" userId="349aba5d-2d55-469e-b606-bfbbf5033a9d" providerId="ADAL" clId="{F75CD730-4B93-4946-A438-1D617634E6A9}" dt="2024-07-24T05:38:58.635" v="241"/>
          <ac:spMkLst>
            <pc:docMk/>
            <pc:sldMk cId="680561540" sldId="259"/>
            <ac:spMk id="4" creationId="{FC319B89-47EC-EC9D-4562-1FF32BF6A2FF}"/>
          </ac:spMkLst>
        </pc:spChg>
        <pc:spChg chg="mod">
          <ac:chgData name="髙田　陽斗" userId="349aba5d-2d55-469e-b606-bfbbf5033a9d" providerId="ADAL" clId="{F75CD730-4B93-4946-A438-1D617634E6A9}" dt="2024-07-24T05:38:58.635" v="241"/>
          <ac:spMkLst>
            <pc:docMk/>
            <pc:sldMk cId="680561540" sldId="259"/>
            <ac:spMk id="5" creationId="{97CB3B82-F620-9D4C-5EA3-DEB962BB006A}"/>
          </ac:spMkLst>
        </pc:spChg>
        <pc:spChg chg="mod">
          <ac:chgData name="髙田　陽斗" userId="349aba5d-2d55-469e-b606-bfbbf5033a9d" providerId="ADAL" clId="{F75CD730-4B93-4946-A438-1D617634E6A9}" dt="2024-07-24T05:38:58.635" v="241"/>
          <ac:spMkLst>
            <pc:docMk/>
            <pc:sldMk cId="680561540" sldId="259"/>
            <ac:spMk id="6" creationId="{3046A5CC-E00A-0598-1CDA-125C9CE0A005}"/>
          </ac:spMkLst>
        </pc:spChg>
        <pc:spChg chg="add del mod">
          <ac:chgData name="髙田　陽斗" userId="349aba5d-2d55-469e-b606-bfbbf5033a9d" providerId="ADAL" clId="{F75CD730-4B93-4946-A438-1D617634E6A9}" dt="2024-07-24T05:41:09.178" v="247" actId="478"/>
          <ac:spMkLst>
            <pc:docMk/>
            <pc:sldMk cId="680561540" sldId="259"/>
            <ac:spMk id="7" creationId="{E72FE5F3-D468-277A-0DF5-194F2169D58F}"/>
          </ac:spMkLst>
        </pc:spChg>
        <pc:spChg chg="mod">
          <ac:chgData name="髙田　陽斗" userId="349aba5d-2d55-469e-b606-bfbbf5033a9d" providerId="ADAL" clId="{F75CD730-4B93-4946-A438-1D617634E6A9}" dt="2024-07-24T05:38:58.635" v="241"/>
          <ac:spMkLst>
            <pc:docMk/>
            <pc:sldMk cId="680561540" sldId="259"/>
            <ac:spMk id="10" creationId="{7548BED3-A94E-29C7-67D2-4EFA346C4DDB}"/>
          </ac:spMkLst>
        </pc:spChg>
        <pc:spChg chg="mod">
          <ac:chgData name="髙田　陽斗" userId="349aba5d-2d55-469e-b606-bfbbf5033a9d" providerId="ADAL" clId="{F75CD730-4B93-4946-A438-1D617634E6A9}" dt="2024-07-24T05:38:58.635" v="241"/>
          <ac:spMkLst>
            <pc:docMk/>
            <pc:sldMk cId="680561540" sldId="259"/>
            <ac:spMk id="11" creationId="{DE542FFD-17D6-F35D-6F0B-988B9A1E3180}"/>
          </ac:spMkLst>
        </pc:spChg>
        <pc:spChg chg="add mod">
          <ac:chgData name="髙田　陽斗" userId="349aba5d-2d55-469e-b606-bfbbf5033a9d" providerId="ADAL" clId="{F75CD730-4B93-4946-A438-1D617634E6A9}" dt="2024-07-24T05:38:58.635" v="241"/>
          <ac:spMkLst>
            <pc:docMk/>
            <pc:sldMk cId="680561540" sldId="259"/>
            <ac:spMk id="12" creationId="{B94DBDF3-2E41-542D-CAF1-BEC44C369841}"/>
          </ac:spMkLst>
        </pc:spChg>
        <pc:spChg chg="mod">
          <ac:chgData name="髙田　陽斗" userId="349aba5d-2d55-469e-b606-bfbbf5033a9d" providerId="ADAL" clId="{F75CD730-4B93-4946-A438-1D617634E6A9}" dt="2024-07-24T05:38:58.635" v="241"/>
          <ac:spMkLst>
            <pc:docMk/>
            <pc:sldMk cId="680561540" sldId="259"/>
            <ac:spMk id="14" creationId="{7E597387-B0A1-CB8E-52FA-AC8C621E65BD}"/>
          </ac:spMkLst>
        </pc:spChg>
        <pc:spChg chg="mod">
          <ac:chgData name="髙田　陽斗" userId="349aba5d-2d55-469e-b606-bfbbf5033a9d" providerId="ADAL" clId="{F75CD730-4B93-4946-A438-1D617634E6A9}" dt="2024-07-24T05:38:58.635" v="241"/>
          <ac:spMkLst>
            <pc:docMk/>
            <pc:sldMk cId="680561540" sldId="259"/>
            <ac:spMk id="15" creationId="{BAC487B3-8002-70D1-02E6-6374DE682A5E}"/>
          </ac:spMkLst>
        </pc:spChg>
        <pc:spChg chg="mod">
          <ac:chgData name="髙田　陽斗" userId="349aba5d-2d55-469e-b606-bfbbf5033a9d" providerId="ADAL" clId="{F75CD730-4B93-4946-A438-1D617634E6A9}" dt="2024-07-24T05:38:58.635" v="241"/>
          <ac:spMkLst>
            <pc:docMk/>
            <pc:sldMk cId="680561540" sldId="259"/>
            <ac:spMk id="16" creationId="{31FAC1C6-9C83-C5E1-361A-DF0506F3669A}"/>
          </ac:spMkLst>
        </pc:spChg>
        <pc:spChg chg="mod">
          <ac:chgData name="髙田　陽斗" userId="349aba5d-2d55-469e-b606-bfbbf5033a9d" providerId="ADAL" clId="{F75CD730-4B93-4946-A438-1D617634E6A9}" dt="2024-07-24T05:38:58.635" v="241"/>
          <ac:spMkLst>
            <pc:docMk/>
            <pc:sldMk cId="680561540" sldId="259"/>
            <ac:spMk id="17" creationId="{122D94EF-F4E4-D3BB-D8E0-F1AF2A40A479}"/>
          </ac:spMkLst>
        </pc:spChg>
        <pc:spChg chg="mod">
          <ac:chgData name="髙田　陽斗" userId="349aba5d-2d55-469e-b606-bfbbf5033a9d" providerId="ADAL" clId="{F75CD730-4B93-4946-A438-1D617634E6A9}" dt="2024-07-24T05:38:58.635" v="241"/>
          <ac:spMkLst>
            <pc:docMk/>
            <pc:sldMk cId="680561540" sldId="259"/>
            <ac:spMk id="18" creationId="{B3B7CF89-79D3-7D4A-26C6-360498DE83AC}"/>
          </ac:spMkLst>
        </pc:spChg>
        <pc:spChg chg="mod">
          <ac:chgData name="髙田　陽斗" userId="349aba5d-2d55-469e-b606-bfbbf5033a9d" providerId="ADAL" clId="{F75CD730-4B93-4946-A438-1D617634E6A9}" dt="2024-07-24T05:38:58.635" v="241"/>
          <ac:spMkLst>
            <pc:docMk/>
            <pc:sldMk cId="680561540" sldId="259"/>
            <ac:spMk id="19" creationId="{695F5FB9-4096-0122-0B54-43F8507F3412}"/>
          </ac:spMkLst>
        </pc:spChg>
        <pc:spChg chg="mod">
          <ac:chgData name="髙田　陽斗" userId="349aba5d-2d55-469e-b606-bfbbf5033a9d" providerId="ADAL" clId="{F75CD730-4B93-4946-A438-1D617634E6A9}" dt="2024-07-24T06:17:36.237" v="419" actId="1076"/>
          <ac:spMkLst>
            <pc:docMk/>
            <pc:sldMk cId="680561540" sldId="259"/>
            <ac:spMk id="20" creationId="{58193BFE-8CDF-FBD3-F7CD-7ADFB31C29A3}"/>
          </ac:spMkLst>
        </pc:spChg>
        <pc:spChg chg="mod">
          <ac:chgData name="髙田　陽斗" userId="349aba5d-2d55-469e-b606-bfbbf5033a9d" providerId="ADAL" clId="{F75CD730-4B93-4946-A438-1D617634E6A9}" dt="2024-07-24T05:38:58.635" v="241"/>
          <ac:spMkLst>
            <pc:docMk/>
            <pc:sldMk cId="680561540" sldId="259"/>
            <ac:spMk id="21" creationId="{7854C56E-8A6F-21EE-745E-F23785A47293}"/>
          </ac:spMkLst>
        </pc:spChg>
        <pc:spChg chg="mod">
          <ac:chgData name="髙田　陽斗" userId="349aba5d-2d55-469e-b606-bfbbf5033a9d" providerId="ADAL" clId="{F75CD730-4B93-4946-A438-1D617634E6A9}" dt="2024-07-24T05:38:58.635" v="241"/>
          <ac:spMkLst>
            <pc:docMk/>
            <pc:sldMk cId="680561540" sldId="259"/>
            <ac:spMk id="22" creationId="{BD8BFE38-E4CA-3D32-9D68-121235E83202}"/>
          </ac:spMkLst>
        </pc:spChg>
        <pc:spChg chg="add mod">
          <ac:chgData name="髙田　陽斗" userId="349aba5d-2d55-469e-b606-bfbbf5033a9d" providerId="ADAL" clId="{F75CD730-4B93-4946-A438-1D617634E6A9}" dt="2024-07-24T05:38:58.635" v="241"/>
          <ac:spMkLst>
            <pc:docMk/>
            <pc:sldMk cId="680561540" sldId="259"/>
            <ac:spMk id="25" creationId="{15D2FDA9-E199-37A6-DD9B-6E04557EC3BC}"/>
          </ac:spMkLst>
        </pc:spChg>
        <pc:spChg chg="add mod">
          <ac:chgData name="髙田　陽斗" userId="349aba5d-2d55-469e-b606-bfbbf5033a9d" providerId="ADAL" clId="{F75CD730-4B93-4946-A438-1D617634E6A9}" dt="2024-07-24T05:38:58.635" v="241"/>
          <ac:spMkLst>
            <pc:docMk/>
            <pc:sldMk cId="680561540" sldId="259"/>
            <ac:spMk id="26" creationId="{8FFCD253-9FED-7700-46C1-FA1AA3730EAE}"/>
          </ac:spMkLst>
        </pc:spChg>
        <pc:spChg chg="add mod">
          <ac:chgData name="髙田　陽斗" userId="349aba5d-2d55-469e-b606-bfbbf5033a9d" providerId="ADAL" clId="{F75CD730-4B93-4946-A438-1D617634E6A9}" dt="2024-07-24T05:38:58.635" v="241"/>
          <ac:spMkLst>
            <pc:docMk/>
            <pc:sldMk cId="680561540" sldId="259"/>
            <ac:spMk id="27" creationId="{F198EF44-424A-F022-5A1F-F8BB83852170}"/>
          </ac:spMkLst>
        </pc:spChg>
        <pc:spChg chg="add mod">
          <ac:chgData name="髙田　陽斗" userId="349aba5d-2d55-469e-b606-bfbbf5033a9d" providerId="ADAL" clId="{F75CD730-4B93-4946-A438-1D617634E6A9}" dt="2024-07-24T05:38:58.635" v="241"/>
          <ac:spMkLst>
            <pc:docMk/>
            <pc:sldMk cId="680561540" sldId="259"/>
            <ac:spMk id="28" creationId="{BF00ECA2-B389-72CA-33E4-8AC209D5F017}"/>
          </ac:spMkLst>
        </pc:spChg>
        <pc:spChg chg="add mod">
          <ac:chgData name="髙田　陽斗" userId="349aba5d-2d55-469e-b606-bfbbf5033a9d" providerId="ADAL" clId="{F75CD730-4B93-4946-A438-1D617634E6A9}" dt="2024-07-24T05:38:58.635" v="241"/>
          <ac:spMkLst>
            <pc:docMk/>
            <pc:sldMk cId="680561540" sldId="259"/>
            <ac:spMk id="33" creationId="{C309DAC9-447E-E753-E2F4-E5D325252C56}"/>
          </ac:spMkLst>
        </pc:spChg>
        <pc:spChg chg="add mod">
          <ac:chgData name="髙田　陽斗" userId="349aba5d-2d55-469e-b606-bfbbf5033a9d" providerId="ADAL" clId="{F75CD730-4B93-4946-A438-1D617634E6A9}" dt="2024-07-24T05:38:58.635" v="241"/>
          <ac:spMkLst>
            <pc:docMk/>
            <pc:sldMk cId="680561540" sldId="259"/>
            <ac:spMk id="34" creationId="{8CA46119-F6BB-BD14-7BCA-43D732E719A4}"/>
          </ac:spMkLst>
        </pc:spChg>
        <pc:spChg chg="add mod">
          <ac:chgData name="髙田　陽斗" userId="349aba5d-2d55-469e-b606-bfbbf5033a9d" providerId="ADAL" clId="{F75CD730-4B93-4946-A438-1D617634E6A9}" dt="2024-07-24T05:38:58.635" v="241"/>
          <ac:spMkLst>
            <pc:docMk/>
            <pc:sldMk cId="680561540" sldId="259"/>
            <ac:spMk id="35" creationId="{8CFCFEA0-B468-ABF9-4907-F3E94F916C22}"/>
          </ac:spMkLst>
        </pc:spChg>
        <pc:spChg chg="add mod">
          <ac:chgData name="髙田　陽斗" userId="349aba5d-2d55-469e-b606-bfbbf5033a9d" providerId="ADAL" clId="{F75CD730-4B93-4946-A438-1D617634E6A9}" dt="2024-07-24T05:38:58.635" v="241"/>
          <ac:spMkLst>
            <pc:docMk/>
            <pc:sldMk cId="680561540" sldId="259"/>
            <ac:spMk id="36" creationId="{E142CF70-61C4-4418-FEC3-5AD64487D27D}"/>
          </ac:spMkLst>
        </pc:spChg>
        <pc:spChg chg="add mod">
          <ac:chgData name="髙田　陽斗" userId="349aba5d-2d55-469e-b606-bfbbf5033a9d" providerId="ADAL" clId="{F75CD730-4B93-4946-A438-1D617634E6A9}" dt="2024-07-24T05:41:09.619" v="248"/>
          <ac:spMkLst>
            <pc:docMk/>
            <pc:sldMk cId="680561540" sldId="259"/>
            <ac:spMk id="37" creationId="{F32A3429-4462-0A71-5D4A-508BA48816FE}"/>
          </ac:spMkLst>
        </pc:spChg>
        <pc:grpChg chg="add mod">
          <ac:chgData name="髙田　陽斗" userId="349aba5d-2d55-469e-b606-bfbbf5033a9d" providerId="ADAL" clId="{F75CD730-4B93-4946-A438-1D617634E6A9}" dt="2024-07-24T05:38:58.635" v="241"/>
          <ac:grpSpMkLst>
            <pc:docMk/>
            <pc:sldMk cId="680561540" sldId="259"/>
            <ac:grpSpMk id="2" creationId="{50F564B2-62F9-3C4D-4ED3-3B7F3C49080F}"/>
          </ac:grpSpMkLst>
        </pc:grpChg>
        <pc:grpChg chg="add mod">
          <ac:chgData name="髙田　陽斗" userId="349aba5d-2d55-469e-b606-bfbbf5033a9d" providerId="ADAL" clId="{F75CD730-4B93-4946-A438-1D617634E6A9}" dt="2024-07-24T05:38:58.635" v="241"/>
          <ac:grpSpMkLst>
            <pc:docMk/>
            <pc:sldMk cId="680561540" sldId="259"/>
            <ac:grpSpMk id="9" creationId="{9DF6101F-D2A0-EB44-154A-D019D4D28E60}"/>
          </ac:grpSpMkLst>
        </pc:grpChg>
        <pc:grpChg chg="add mod">
          <ac:chgData name="髙田　陽斗" userId="349aba5d-2d55-469e-b606-bfbbf5033a9d" providerId="ADAL" clId="{F75CD730-4B93-4946-A438-1D617634E6A9}" dt="2024-07-24T05:38:58.635" v="241"/>
          <ac:grpSpMkLst>
            <pc:docMk/>
            <pc:sldMk cId="680561540" sldId="259"/>
            <ac:grpSpMk id="13" creationId="{6147DE25-05F2-5FAF-8AB1-449CD44E1B14}"/>
          </ac:grpSpMkLst>
        </pc:grpChg>
        <pc:cxnChg chg="add mod">
          <ac:chgData name="髙田　陽斗" userId="349aba5d-2d55-469e-b606-bfbbf5033a9d" providerId="ADAL" clId="{F75CD730-4B93-4946-A438-1D617634E6A9}" dt="2024-07-24T05:38:58.635" v="241"/>
          <ac:cxnSpMkLst>
            <pc:docMk/>
            <pc:sldMk cId="680561540" sldId="259"/>
            <ac:cxnSpMk id="8" creationId="{65E35523-11AF-6749-33C8-61B04629C2FB}"/>
          </ac:cxnSpMkLst>
        </pc:cxnChg>
        <pc:cxnChg chg="mod">
          <ac:chgData name="髙田　陽斗" userId="349aba5d-2d55-469e-b606-bfbbf5033a9d" providerId="ADAL" clId="{F75CD730-4B93-4946-A438-1D617634E6A9}" dt="2024-07-24T05:38:58.635" v="241"/>
          <ac:cxnSpMkLst>
            <pc:docMk/>
            <pc:sldMk cId="680561540" sldId="259"/>
            <ac:cxnSpMk id="23" creationId="{BF757C88-2170-5F26-8244-D52A9A5C877B}"/>
          </ac:cxnSpMkLst>
        </pc:cxnChg>
        <pc:cxnChg chg="mod">
          <ac:chgData name="髙田　陽斗" userId="349aba5d-2d55-469e-b606-bfbbf5033a9d" providerId="ADAL" clId="{F75CD730-4B93-4946-A438-1D617634E6A9}" dt="2024-07-24T05:38:58.635" v="241"/>
          <ac:cxnSpMkLst>
            <pc:docMk/>
            <pc:sldMk cId="680561540" sldId="259"/>
            <ac:cxnSpMk id="24" creationId="{710659F5-1551-5FBC-C217-6CF6A457AC10}"/>
          </ac:cxnSpMkLst>
        </pc:cxnChg>
        <pc:cxnChg chg="add mod">
          <ac:chgData name="髙田　陽斗" userId="349aba5d-2d55-469e-b606-bfbbf5033a9d" providerId="ADAL" clId="{F75CD730-4B93-4946-A438-1D617634E6A9}" dt="2024-07-24T05:38:58.635" v="241"/>
          <ac:cxnSpMkLst>
            <pc:docMk/>
            <pc:sldMk cId="680561540" sldId="259"/>
            <ac:cxnSpMk id="29" creationId="{0C123651-5F2A-07A9-5574-917289217F6B}"/>
          </ac:cxnSpMkLst>
        </pc:cxnChg>
        <pc:cxnChg chg="add mod">
          <ac:chgData name="髙田　陽斗" userId="349aba5d-2d55-469e-b606-bfbbf5033a9d" providerId="ADAL" clId="{F75CD730-4B93-4946-A438-1D617634E6A9}" dt="2024-07-24T05:38:58.635" v="241"/>
          <ac:cxnSpMkLst>
            <pc:docMk/>
            <pc:sldMk cId="680561540" sldId="259"/>
            <ac:cxnSpMk id="30" creationId="{0C2B597C-A81B-CE21-0250-731500DAA791}"/>
          </ac:cxnSpMkLst>
        </pc:cxnChg>
        <pc:cxnChg chg="add mod">
          <ac:chgData name="髙田　陽斗" userId="349aba5d-2d55-469e-b606-bfbbf5033a9d" providerId="ADAL" clId="{F75CD730-4B93-4946-A438-1D617634E6A9}" dt="2024-07-24T05:38:58.635" v="241"/>
          <ac:cxnSpMkLst>
            <pc:docMk/>
            <pc:sldMk cId="680561540" sldId="259"/>
            <ac:cxnSpMk id="31" creationId="{49851FB1-D1D4-19AC-57D1-4EDBD25D1AF7}"/>
          </ac:cxnSpMkLst>
        </pc:cxnChg>
        <pc:cxnChg chg="add mod">
          <ac:chgData name="髙田　陽斗" userId="349aba5d-2d55-469e-b606-bfbbf5033a9d" providerId="ADAL" clId="{F75CD730-4B93-4946-A438-1D617634E6A9}" dt="2024-07-24T05:38:58.635" v="241"/>
          <ac:cxnSpMkLst>
            <pc:docMk/>
            <pc:sldMk cId="680561540" sldId="259"/>
            <ac:cxnSpMk id="32" creationId="{E42D749D-CB85-3528-8466-A8CC2ED0E6FB}"/>
          </ac:cxnSpMkLst>
        </pc:cxnChg>
      </pc:sldChg>
      <pc:sldChg chg="addSp delSp modSp new mod modTransition modAnim">
        <pc:chgData name="髙田　陽斗" userId="349aba5d-2d55-469e-b606-bfbbf5033a9d" providerId="ADAL" clId="{F75CD730-4B93-4946-A438-1D617634E6A9}" dt="2024-07-26T01:28:20.717" v="5343"/>
        <pc:sldMkLst>
          <pc:docMk/>
          <pc:sldMk cId="3874796906" sldId="260"/>
        </pc:sldMkLst>
        <pc:spChg chg="mod">
          <ac:chgData name="髙田　陽斗" userId="349aba5d-2d55-469e-b606-bfbbf5033a9d" providerId="ADAL" clId="{F75CD730-4B93-4946-A438-1D617634E6A9}" dt="2024-07-24T05:40:16.837" v="243"/>
          <ac:spMkLst>
            <pc:docMk/>
            <pc:sldMk cId="3874796906" sldId="260"/>
            <ac:spMk id="3" creationId="{71478D73-926F-0074-E70F-401FFC65798D}"/>
          </ac:spMkLst>
        </pc:spChg>
        <pc:spChg chg="mod">
          <ac:chgData name="髙田　陽斗" userId="349aba5d-2d55-469e-b606-bfbbf5033a9d" providerId="ADAL" clId="{F75CD730-4B93-4946-A438-1D617634E6A9}" dt="2024-07-24T05:40:16.837" v="243"/>
          <ac:spMkLst>
            <pc:docMk/>
            <pc:sldMk cId="3874796906" sldId="260"/>
            <ac:spMk id="4" creationId="{5BF9A2F8-88A1-5D1C-20B0-313770AA5E42}"/>
          </ac:spMkLst>
        </pc:spChg>
        <pc:spChg chg="mod">
          <ac:chgData name="髙田　陽斗" userId="349aba5d-2d55-469e-b606-bfbbf5033a9d" providerId="ADAL" clId="{F75CD730-4B93-4946-A438-1D617634E6A9}" dt="2024-07-24T05:40:16.837" v="243"/>
          <ac:spMkLst>
            <pc:docMk/>
            <pc:sldMk cId="3874796906" sldId="260"/>
            <ac:spMk id="5" creationId="{3B463186-A428-3363-97F5-B1319F993982}"/>
          </ac:spMkLst>
        </pc:spChg>
        <pc:spChg chg="mod">
          <ac:chgData name="髙田　陽斗" userId="349aba5d-2d55-469e-b606-bfbbf5033a9d" providerId="ADAL" clId="{F75CD730-4B93-4946-A438-1D617634E6A9}" dt="2024-07-24T05:40:16.837" v="243"/>
          <ac:spMkLst>
            <pc:docMk/>
            <pc:sldMk cId="3874796906" sldId="260"/>
            <ac:spMk id="6" creationId="{CE8F4188-0AAF-0E74-AC96-823CE4E913CF}"/>
          </ac:spMkLst>
        </pc:spChg>
        <pc:spChg chg="add del mod">
          <ac:chgData name="髙田　陽斗" userId="349aba5d-2d55-469e-b606-bfbbf5033a9d" providerId="ADAL" clId="{F75CD730-4B93-4946-A438-1D617634E6A9}" dt="2024-07-24T05:41:12.653" v="249" actId="478"/>
          <ac:spMkLst>
            <pc:docMk/>
            <pc:sldMk cId="3874796906" sldId="260"/>
            <ac:spMk id="7" creationId="{EC3B7F23-5384-2076-AF24-C112BC296419}"/>
          </ac:spMkLst>
        </pc:spChg>
        <pc:spChg chg="mod">
          <ac:chgData name="髙田　陽斗" userId="349aba5d-2d55-469e-b606-bfbbf5033a9d" providerId="ADAL" clId="{F75CD730-4B93-4946-A438-1D617634E6A9}" dt="2024-07-24T05:40:16.837" v="243"/>
          <ac:spMkLst>
            <pc:docMk/>
            <pc:sldMk cId="3874796906" sldId="260"/>
            <ac:spMk id="10" creationId="{77750612-4D48-3756-331B-0629343A709C}"/>
          </ac:spMkLst>
        </pc:spChg>
        <pc:spChg chg="mod">
          <ac:chgData name="髙田　陽斗" userId="349aba5d-2d55-469e-b606-bfbbf5033a9d" providerId="ADAL" clId="{F75CD730-4B93-4946-A438-1D617634E6A9}" dt="2024-07-24T05:40:16.837" v="243"/>
          <ac:spMkLst>
            <pc:docMk/>
            <pc:sldMk cId="3874796906" sldId="260"/>
            <ac:spMk id="11" creationId="{BCE6FA3B-CF16-38B8-1D6B-441933FBC7D6}"/>
          </ac:spMkLst>
        </pc:spChg>
        <pc:spChg chg="add mod">
          <ac:chgData name="髙田　陽斗" userId="349aba5d-2d55-469e-b606-bfbbf5033a9d" providerId="ADAL" clId="{F75CD730-4B93-4946-A438-1D617634E6A9}" dt="2024-07-24T05:40:16.837" v="243"/>
          <ac:spMkLst>
            <pc:docMk/>
            <pc:sldMk cId="3874796906" sldId="260"/>
            <ac:spMk id="12" creationId="{EDC150A1-C3B9-91F0-7057-2E0B9009FCF5}"/>
          </ac:spMkLst>
        </pc:spChg>
        <pc:spChg chg="add mod">
          <ac:chgData name="髙田　陽斗" userId="349aba5d-2d55-469e-b606-bfbbf5033a9d" providerId="ADAL" clId="{F75CD730-4B93-4946-A438-1D617634E6A9}" dt="2024-07-24T05:40:16.837" v="243"/>
          <ac:spMkLst>
            <pc:docMk/>
            <pc:sldMk cId="3874796906" sldId="260"/>
            <ac:spMk id="13" creationId="{16BE3728-A794-B2AF-3F67-67498E0A5034}"/>
          </ac:spMkLst>
        </pc:spChg>
        <pc:spChg chg="add mod">
          <ac:chgData name="髙田　陽斗" userId="349aba5d-2d55-469e-b606-bfbbf5033a9d" providerId="ADAL" clId="{F75CD730-4B93-4946-A438-1D617634E6A9}" dt="2024-07-24T05:40:16.837" v="243"/>
          <ac:spMkLst>
            <pc:docMk/>
            <pc:sldMk cId="3874796906" sldId="260"/>
            <ac:spMk id="14" creationId="{0C663C5B-3B8F-5331-647E-40057DB75D01}"/>
          </ac:spMkLst>
        </pc:spChg>
        <pc:spChg chg="add mod">
          <ac:chgData name="髙田　陽斗" userId="349aba5d-2d55-469e-b606-bfbbf5033a9d" providerId="ADAL" clId="{F75CD730-4B93-4946-A438-1D617634E6A9}" dt="2024-07-24T05:40:16.837" v="243"/>
          <ac:spMkLst>
            <pc:docMk/>
            <pc:sldMk cId="3874796906" sldId="260"/>
            <ac:spMk id="15" creationId="{95C8B52A-90D2-DCE3-B77B-70B43B1E89B4}"/>
          </ac:spMkLst>
        </pc:spChg>
        <pc:spChg chg="add mod">
          <ac:chgData name="髙田　陽斗" userId="349aba5d-2d55-469e-b606-bfbbf5033a9d" providerId="ADAL" clId="{F75CD730-4B93-4946-A438-1D617634E6A9}" dt="2024-07-24T05:40:16.837" v="243"/>
          <ac:spMkLst>
            <pc:docMk/>
            <pc:sldMk cId="3874796906" sldId="260"/>
            <ac:spMk id="16" creationId="{89388102-A828-AAB9-17FB-3BC86D203BC2}"/>
          </ac:spMkLst>
        </pc:spChg>
        <pc:spChg chg="add mod">
          <ac:chgData name="髙田　陽斗" userId="349aba5d-2d55-469e-b606-bfbbf5033a9d" providerId="ADAL" clId="{F75CD730-4B93-4946-A438-1D617634E6A9}" dt="2024-07-24T05:40:16.837" v="243"/>
          <ac:spMkLst>
            <pc:docMk/>
            <pc:sldMk cId="3874796906" sldId="260"/>
            <ac:spMk id="17" creationId="{6AFD32A5-FFAA-D0DB-246F-5E5F57C11DFD}"/>
          </ac:spMkLst>
        </pc:spChg>
        <pc:spChg chg="add mod">
          <ac:chgData name="髙田　陽斗" userId="349aba5d-2d55-469e-b606-bfbbf5033a9d" providerId="ADAL" clId="{F75CD730-4B93-4946-A438-1D617634E6A9}" dt="2024-07-24T05:40:16.837" v="243"/>
          <ac:spMkLst>
            <pc:docMk/>
            <pc:sldMk cId="3874796906" sldId="260"/>
            <ac:spMk id="18" creationId="{4BA9DFEB-C6B4-1E5E-CB55-41CE240F9677}"/>
          </ac:spMkLst>
        </pc:spChg>
        <pc:spChg chg="add mod">
          <ac:chgData name="髙田　陽斗" userId="349aba5d-2d55-469e-b606-bfbbf5033a9d" providerId="ADAL" clId="{F75CD730-4B93-4946-A438-1D617634E6A9}" dt="2024-07-24T05:40:16.837" v="243"/>
          <ac:spMkLst>
            <pc:docMk/>
            <pc:sldMk cId="3874796906" sldId="260"/>
            <ac:spMk id="19" creationId="{99D7C40B-AD77-B96F-6BE8-91BF0EBA4BE7}"/>
          </ac:spMkLst>
        </pc:spChg>
        <pc:spChg chg="add mod">
          <ac:chgData name="髙田　陽斗" userId="349aba5d-2d55-469e-b606-bfbbf5033a9d" providerId="ADAL" clId="{F75CD730-4B93-4946-A438-1D617634E6A9}" dt="2024-07-24T05:40:16.837" v="243"/>
          <ac:spMkLst>
            <pc:docMk/>
            <pc:sldMk cId="3874796906" sldId="260"/>
            <ac:spMk id="20" creationId="{423E3431-17FD-206F-EA91-3C3BAA835BD7}"/>
          </ac:spMkLst>
        </pc:spChg>
        <pc:spChg chg="add mod">
          <ac:chgData name="髙田　陽斗" userId="349aba5d-2d55-469e-b606-bfbbf5033a9d" providerId="ADAL" clId="{F75CD730-4B93-4946-A438-1D617634E6A9}" dt="2024-07-24T05:40:16.837" v="243"/>
          <ac:spMkLst>
            <pc:docMk/>
            <pc:sldMk cId="3874796906" sldId="260"/>
            <ac:spMk id="21" creationId="{A5CAEB7D-C059-ABBC-3553-9FB019FD5B74}"/>
          </ac:spMkLst>
        </pc:spChg>
        <pc:spChg chg="add mod">
          <ac:chgData name="髙田　陽斗" userId="349aba5d-2d55-469e-b606-bfbbf5033a9d" providerId="ADAL" clId="{F75CD730-4B93-4946-A438-1D617634E6A9}" dt="2024-07-24T05:40:16.837" v="243"/>
          <ac:spMkLst>
            <pc:docMk/>
            <pc:sldMk cId="3874796906" sldId="260"/>
            <ac:spMk id="24" creationId="{FFC4DC91-51A8-ACF8-C557-A2920C3BCE5F}"/>
          </ac:spMkLst>
        </pc:spChg>
        <pc:spChg chg="add mod">
          <ac:chgData name="髙田　陽斗" userId="349aba5d-2d55-469e-b606-bfbbf5033a9d" providerId="ADAL" clId="{F75CD730-4B93-4946-A438-1D617634E6A9}" dt="2024-07-24T05:40:16.837" v="243"/>
          <ac:spMkLst>
            <pc:docMk/>
            <pc:sldMk cId="3874796906" sldId="260"/>
            <ac:spMk id="25" creationId="{8FA7146C-063C-6A6E-95AE-877A2DE926B3}"/>
          </ac:spMkLst>
        </pc:spChg>
        <pc:spChg chg="add mod">
          <ac:chgData name="髙田　陽斗" userId="349aba5d-2d55-469e-b606-bfbbf5033a9d" providerId="ADAL" clId="{F75CD730-4B93-4946-A438-1D617634E6A9}" dt="2024-07-24T05:40:16.837" v="243"/>
          <ac:spMkLst>
            <pc:docMk/>
            <pc:sldMk cId="3874796906" sldId="260"/>
            <ac:spMk id="26" creationId="{9D815961-E8D0-EC6E-C5F7-487E3226E4FF}"/>
          </ac:spMkLst>
        </pc:spChg>
        <pc:spChg chg="add mod">
          <ac:chgData name="髙田　陽斗" userId="349aba5d-2d55-469e-b606-bfbbf5033a9d" providerId="ADAL" clId="{F75CD730-4B93-4946-A438-1D617634E6A9}" dt="2024-07-24T05:40:16.837" v="243"/>
          <ac:spMkLst>
            <pc:docMk/>
            <pc:sldMk cId="3874796906" sldId="260"/>
            <ac:spMk id="27" creationId="{3824B313-A7B2-13A2-D1DC-D0FF375A82B4}"/>
          </ac:spMkLst>
        </pc:spChg>
        <pc:spChg chg="add mod">
          <ac:chgData name="髙田　陽斗" userId="349aba5d-2d55-469e-b606-bfbbf5033a9d" providerId="ADAL" clId="{F75CD730-4B93-4946-A438-1D617634E6A9}" dt="2024-07-24T05:40:16.837" v="243"/>
          <ac:spMkLst>
            <pc:docMk/>
            <pc:sldMk cId="3874796906" sldId="260"/>
            <ac:spMk id="28" creationId="{EB4AC759-BE90-6DB9-5EFC-946BE1783821}"/>
          </ac:spMkLst>
        </pc:spChg>
        <pc:spChg chg="add mod">
          <ac:chgData name="髙田　陽斗" userId="349aba5d-2d55-469e-b606-bfbbf5033a9d" providerId="ADAL" clId="{F75CD730-4B93-4946-A438-1D617634E6A9}" dt="2024-07-24T05:40:16.837" v="243"/>
          <ac:spMkLst>
            <pc:docMk/>
            <pc:sldMk cId="3874796906" sldId="260"/>
            <ac:spMk id="29" creationId="{308A7028-2CA4-DB67-F98D-FA9EC3B9FF34}"/>
          </ac:spMkLst>
        </pc:spChg>
        <pc:spChg chg="add mod">
          <ac:chgData name="髙田　陽斗" userId="349aba5d-2d55-469e-b606-bfbbf5033a9d" providerId="ADAL" clId="{F75CD730-4B93-4946-A438-1D617634E6A9}" dt="2024-07-24T05:41:13.221" v="250"/>
          <ac:spMkLst>
            <pc:docMk/>
            <pc:sldMk cId="3874796906" sldId="260"/>
            <ac:spMk id="30" creationId="{8A6C5081-67FE-5C14-F348-5FDE65F6D57C}"/>
          </ac:spMkLst>
        </pc:spChg>
        <pc:spChg chg="add mod">
          <ac:chgData name="髙田　陽斗" userId="349aba5d-2d55-469e-b606-bfbbf5033a9d" providerId="ADAL" clId="{F75CD730-4B93-4946-A438-1D617634E6A9}" dt="2024-07-24T06:10:20.330" v="414" actId="1076"/>
          <ac:spMkLst>
            <pc:docMk/>
            <pc:sldMk cId="3874796906" sldId="260"/>
            <ac:spMk id="31" creationId="{29BCF58C-CD93-5E17-64A9-5DCB3F913CCE}"/>
          </ac:spMkLst>
        </pc:spChg>
        <pc:grpChg chg="add mod">
          <ac:chgData name="髙田　陽斗" userId="349aba5d-2d55-469e-b606-bfbbf5033a9d" providerId="ADAL" clId="{F75CD730-4B93-4946-A438-1D617634E6A9}" dt="2024-07-24T05:40:16.837" v="243"/>
          <ac:grpSpMkLst>
            <pc:docMk/>
            <pc:sldMk cId="3874796906" sldId="260"/>
            <ac:grpSpMk id="2" creationId="{88AD1C20-FAB3-2596-2F7B-79075E64449C}"/>
          </ac:grpSpMkLst>
        </pc:grpChg>
        <pc:grpChg chg="add mod">
          <ac:chgData name="髙田　陽斗" userId="349aba5d-2d55-469e-b606-bfbbf5033a9d" providerId="ADAL" clId="{F75CD730-4B93-4946-A438-1D617634E6A9}" dt="2024-07-24T05:40:16.837" v="243"/>
          <ac:grpSpMkLst>
            <pc:docMk/>
            <pc:sldMk cId="3874796906" sldId="260"/>
            <ac:grpSpMk id="9" creationId="{15FC865A-A911-12F3-C3FE-FD2DD4746539}"/>
          </ac:grpSpMkLst>
        </pc:grpChg>
        <pc:cxnChg chg="add mod">
          <ac:chgData name="髙田　陽斗" userId="349aba5d-2d55-469e-b606-bfbbf5033a9d" providerId="ADAL" clId="{F75CD730-4B93-4946-A438-1D617634E6A9}" dt="2024-07-24T05:40:16.837" v="243"/>
          <ac:cxnSpMkLst>
            <pc:docMk/>
            <pc:sldMk cId="3874796906" sldId="260"/>
            <ac:cxnSpMk id="8" creationId="{9C5E5CD3-93B2-CD87-D149-32BB3FE933C4}"/>
          </ac:cxnSpMkLst>
        </pc:cxnChg>
        <pc:cxnChg chg="add mod">
          <ac:chgData name="髙田　陽斗" userId="349aba5d-2d55-469e-b606-bfbbf5033a9d" providerId="ADAL" clId="{F75CD730-4B93-4946-A438-1D617634E6A9}" dt="2024-07-24T05:40:16.837" v="243"/>
          <ac:cxnSpMkLst>
            <pc:docMk/>
            <pc:sldMk cId="3874796906" sldId="260"/>
            <ac:cxnSpMk id="22" creationId="{DD26C8F5-F2A0-F05F-A841-51188E147D40}"/>
          </ac:cxnSpMkLst>
        </pc:cxnChg>
        <pc:cxnChg chg="add mod">
          <ac:chgData name="髙田　陽斗" userId="349aba5d-2d55-469e-b606-bfbbf5033a9d" providerId="ADAL" clId="{F75CD730-4B93-4946-A438-1D617634E6A9}" dt="2024-07-24T05:40:16.837" v="243"/>
          <ac:cxnSpMkLst>
            <pc:docMk/>
            <pc:sldMk cId="3874796906" sldId="260"/>
            <ac:cxnSpMk id="23" creationId="{E8201EE2-B369-57E9-57D4-9CE7ACC6C8A4}"/>
          </ac:cxnSpMkLst>
        </pc:cxnChg>
      </pc:sldChg>
      <pc:sldChg chg="addSp delSp modSp new mod modTransition modAnim">
        <pc:chgData name="髙田　陽斗" userId="349aba5d-2d55-469e-b606-bfbbf5033a9d" providerId="ADAL" clId="{F75CD730-4B93-4946-A438-1D617634E6A9}" dt="2024-07-26T01:28:20.717" v="5343"/>
        <pc:sldMkLst>
          <pc:docMk/>
          <pc:sldMk cId="1011003476" sldId="261"/>
        </pc:sldMkLst>
        <pc:spChg chg="mod">
          <ac:chgData name="髙田　陽斗" userId="349aba5d-2d55-469e-b606-bfbbf5033a9d" providerId="ADAL" clId="{F75CD730-4B93-4946-A438-1D617634E6A9}" dt="2024-07-24T05:40:49.983" v="245"/>
          <ac:spMkLst>
            <pc:docMk/>
            <pc:sldMk cId="1011003476" sldId="261"/>
            <ac:spMk id="3" creationId="{AD805C4D-3F0B-8F4F-2C74-8F33C50C24B3}"/>
          </ac:spMkLst>
        </pc:spChg>
        <pc:spChg chg="mod">
          <ac:chgData name="髙田　陽斗" userId="349aba5d-2d55-469e-b606-bfbbf5033a9d" providerId="ADAL" clId="{F75CD730-4B93-4946-A438-1D617634E6A9}" dt="2024-07-24T05:40:49.983" v="245"/>
          <ac:spMkLst>
            <pc:docMk/>
            <pc:sldMk cId="1011003476" sldId="261"/>
            <ac:spMk id="4" creationId="{304D3320-F1C7-6902-D816-55EC23C148F9}"/>
          </ac:spMkLst>
        </pc:spChg>
        <pc:spChg chg="mod">
          <ac:chgData name="髙田　陽斗" userId="349aba5d-2d55-469e-b606-bfbbf5033a9d" providerId="ADAL" clId="{F75CD730-4B93-4946-A438-1D617634E6A9}" dt="2024-07-24T05:40:49.983" v="245"/>
          <ac:spMkLst>
            <pc:docMk/>
            <pc:sldMk cId="1011003476" sldId="261"/>
            <ac:spMk id="5" creationId="{EF2AF254-7C6A-5DC5-44FE-85630ED14FDC}"/>
          </ac:spMkLst>
        </pc:spChg>
        <pc:spChg chg="mod">
          <ac:chgData name="髙田　陽斗" userId="349aba5d-2d55-469e-b606-bfbbf5033a9d" providerId="ADAL" clId="{F75CD730-4B93-4946-A438-1D617634E6A9}" dt="2024-07-24T05:40:49.983" v="245"/>
          <ac:spMkLst>
            <pc:docMk/>
            <pc:sldMk cId="1011003476" sldId="261"/>
            <ac:spMk id="6" creationId="{25D33F23-D307-C88A-9A99-4CF840E27DAC}"/>
          </ac:spMkLst>
        </pc:spChg>
        <pc:spChg chg="add del mod">
          <ac:chgData name="髙田　陽斗" userId="349aba5d-2d55-469e-b606-bfbbf5033a9d" providerId="ADAL" clId="{F75CD730-4B93-4946-A438-1D617634E6A9}" dt="2024-07-24T05:41:16.364" v="251" actId="478"/>
          <ac:spMkLst>
            <pc:docMk/>
            <pc:sldMk cId="1011003476" sldId="261"/>
            <ac:spMk id="7" creationId="{4CD3DA0F-A40D-9803-CA5E-69F10B44A5C0}"/>
          </ac:spMkLst>
        </pc:spChg>
        <pc:spChg chg="mod">
          <ac:chgData name="髙田　陽斗" userId="349aba5d-2d55-469e-b606-bfbbf5033a9d" providerId="ADAL" clId="{F75CD730-4B93-4946-A438-1D617634E6A9}" dt="2024-07-24T05:40:49.983" v="245"/>
          <ac:spMkLst>
            <pc:docMk/>
            <pc:sldMk cId="1011003476" sldId="261"/>
            <ac:spMk id="10" creationId="{9BB7EEFF-0D82-49FD-E351-39B8D398C745}"/>
          </ac:spMkLst>
        </pc:spChg>
        <pc:spChg chg="mod">
          <ac:chgData name="髙田　陽斗" userId="349aba5d-2d55-469e-b606-bfbbf5033a9d" providerId="ADAL" clId="{F75CD730-4B93-4946-A438-1D617634E6A9}" dt="2024-07-24T05:40:49.983" v="245"/>
          <ac:spMkLst>
            <pc:docMk/>
            <pc:sldMk cId="1011003476" sldId="261"/>
            <ac:spMk id="11" creationId="{BE96AA82-3087-C060-4BD3-6E35B4C7C568}"/>
          </ac:spMkLst>
        </pc:spChg>
        <pc:spChg chg="add mod">
          <ac:chgData name="髙田　陽斗" userId="349aba5d-2d55-469e-b606-bfbbf5033a9d" providerId="ADAL" clId="{F75CD730-4B93-4946-A438-1D617634E6A9}" dt="2024-07-24T05:40:49.983" v="245"/>
          <ac:spMkLst>
            <pc:docMk/>
            <pc:sldMk cId="1011003476" sldId="261"/>
            <ac:spMk id="12" creationId="{4481A580-9474-7733-84D3-A9343C423EFB}"/>
          </ac:spMkLst>
        </pc:spChg>
        <pc:spChg chg="add mod">
          <ac:chgData name="髙田　陽斗" userId="349aba5d-2d55-469e-b606-bfbbf5033a9d" providerId="ADAL" clId="{F75CD730-4B93-4946-A438-1D617634E6A9}" dt="2024-07-24T05:40:49.983" v="245"/>
          <ac:spMkLst>
            <pc:docMk/>
            <pc:sldMk cId="1011003476" sldId="261"/>
            <ac:spMk id="13" creationId="{1FEFD6AB-280E-628F-126F-77626A84A002}"/>
          </ac:spMkLst>
        </pc:spChg>
        <pc:spChg chg="add mod">
          <ac:chgData name="髙田　陽斗" userId="349aba5d-2d55-469e-b606-bfbbf5033a9d" providerId="ADAL" clId="{F75CD730-4B93-4946-A438-1D617634E6A9}" dt="2024-07-24T05:40:49.983" v="245"/>
          <ac:spMkLst>
            <pc:docMk/>
            <pc:sldMk cId="1011003476" sldId="261"/>
            <ac:spMk id="14" creationId="{A4817005-5ED9-5AF7-AAFD-B988B05DDC78}"/>
          </ac:spMkLst>
        </pc:spChg>
        <pc:spChg chg="add mod">
          <ac:chgData name="髙田　陽斗" userId="349aba5d-2d55-469e-b606-bfbbf5033a9d" providerId="ADAL" clId="{F75CD730-4B93-4946-A438-1D617634E6A9}" dt="2024-07-24T06:11:31.337" v="418" actId="1076"/>
          <ac:spMkLst>
            <pc:docMk/>
            <pc:sldMk cId="1011003476" sldId="261"/>
            <ac:spMk id="15" creationId="{C8678CF1-A0DE-DD79-2231-EFD3F79F7A62}"/>
          </ac:spMkLst>
        </pc:spChg>
        <pc:spChg chg="add mod">
          <ac:chgData name="髙田　陽斗" userId="349aba5d-2d55-469e-b606-bfbbf5033a9d" providerId="ADAL" clId="{F75CD730-4B93-4946-A438-1D617634E6A9}" dt="2024-07-24T06:11:31.337" v="418" actId="1076"/>
          <ac:spMkLst>
            <pc:docMk/>
            <pc:sldMk cId="1011003476" sldId="261"/>
            <ac:spMk id="16" creationId="{AD4C87B0-D2BA-7D15-96D6-A8EF53FF9580}"/>
          </ac:spMkLst>
        </pc:spChg>
        <pc:spChg chg="add mod">
          <ac:chgData name="髙田　陽斗" userId="349aba5d-2d55-469e-b606-bfbbf5033a9d" providerId="ADAL" clId="{F75CD730-4B93-4946-A438-1D617634E6A9}" dt="2024-07-24T05:40:49.983" v="245"/>
          <ac:spMkLst>
            <pc:docMk/>
            <pc:sldMk cId="1011003476" sldId="261"/>
            <ac:spMk id="17" creationId="{8E74AA8A-E290-3A6E-D707-7736CC59FD97}"/>
          </ac:spMkLst>
        </pc:spChg>
        <pc:spChg chg="add mod">
          <ac:chgData name="髙田　陽斗" userId="349aba5d-2d55-469e-b606-bfbbf5033a9d" providerId="ADAL" clId="{F75CD730-4B93-4946-A438-1D617634E6A9}" dt="2024-07-24T05:41:17.001" v="252"/>
          <ac:spMkLst>
            <pc:docMk/>
            <pc:sldMk cId="1011003476" sldId="261"/>
            <ac:spMk id="18" creationId="{5ADAFB3F-82B2-D204-C008-8811E1D8A374}"/>
          </ac:spMkLst>
        </pc:spChg>
        <pc:grpChg chg="add mod">
          <ac:chgData name="髙田　陽斗" userId="349aba5d-2d55-469e-b606-bfbbf5033a9d" providerId="ADAL" clId="{F75CD730-4B93-4946-A438-1D617634E6A9}" dt="2024-07-24T05:40:49.983" v="245"/>
          <ac:grpSpMkLst>
            <pc:docMk/>
            <pc:sldMk cId="1011003476" sldId="261"/>
            <ac:grpSpMk id="2" creationId="{49E37F53-3EAC-0AA3-10EB-826B8C376656}"/>
          </ac:grpSpMkLst>
        </pc:grpChg>
        <pc:grpChg chg="add mod">
          <ac:chgData name="髙田　陽斗" userId="349aba5d-2d55-469e-b606-bfbbf5033a9d" providerId="ADAL" clId="{F75CD730-4B93-4946-A438-1D617634E6A9}" dt="2024-07-24T05:40:49.983" v="245"/>
          <ac:grpSpMkLst>
            <pc:docMk/>
            <pc:sldMk cId="1011003476" sldId="261"/>
            <ac:grpSpMk id="9" creationId="{368EED42-AE71-4F1F-E1AE-1C32E79648EF}"/>
          </ac:grpSpMkLst>
        </pc:grpChg>
        <pc:cxnChg chg="add mod">
          <ac:chgData name="髙田　陽斗" userId="349aba5d-2d55-469e-b606-bfbbf5033a9d" providerId="ADAL" clId="{F75CD730-4B93-4946-A438-1D617634E6A9}" dt="2024-07-24T05:40:49.983" v="245"/>
          <ac:cxnSpMkLst>
            <pc:docMk/>
            <pc:sldMk cId="1011003476" sldId="261"/>
            <ac:cxnSpMk id="8" creationId="{3C95C57F-B40F-B5A2-EA48-4A43E6D98F4A}"/>
          </ac:cxnSpMkLst>
        </pc:cxnChg>
      </pc:sldChg>
      <pc:sldChg chg="addSp modSp new modTransition modAnim">
        <pc:chgData name="髙田　陽斗" userId="349aba5d-2d55-469e-b606-bfbbf5033a9d" providerId="ADAL" clId="{F75CD730-4B93-4946-A438-1D617634E6A9}" dt="2024-07-26T01:28:20.717" v="5343"/>
        <pc:sldMkLst>
          <pc:docMk/>
          <pc:sldMk cId="3711949128" sldId="262"/>
        </pc:sldMkLst>
        <pc:spChg chg="add mod">
          <ac:chgData name="髙田　陽斗" userId="349aba5d-2d55-469e-b606-bfbbf5033a9d" providerId="ADAL" clId="{F75CD730-4B93-4946-A438-1D617634E6A9}" dt="2024-07-24T05:41:19.750" v="253"/>
          <ac:spMkLst>
            <pc:docMk/>
            <pc:sldMk cId="3711949128" sldId="262"/>
            <ac:spMk id="2" creationId="{E6427BFB-423A-1DA4-BE75-E7E16E3F362A}"/>
          </ac:spMkLst>
        </pc:spChg>
        <pc:spChg chg="mod">
          <ac:chgData name="髙田　陽斗" userId="349aba5d-2d55-469e-b606-bfbbf5033a9d" providerId="ADAL" clId="{F75CD730-4B93-4946-A438-1D617634E6A9}" dt="2024-07-24T05:41:42.123" v="254"/>
          <ac:spMkLst>
            <pc:docMk/>
            <pc:sldMk cId="3711949128" sldId="262"/>
            <ac:spMk id="4" creationId="{1A446F35-28F1-ECBA-776D-1ADEDF217F9E}"/>
          </ac:spMkLst>
        </pc:spChg>
        <pc:spChg chg="mod">
          <ac:chgData name="髙田　陽斗" userId="349aba5d-2d55-469e-b606-bfbbf5033a9d" providerId="ADAL" clId="{F75CD730-4B93-4946-A438-1D617634E6A9}" dt="2024-07-24T05:41:42.123" v="254"/>
          <ac:spMkLst>
            <pc:docMk/>
            <pc:sldMk cId="3711949128" sldId="262"/>
            <ac:spMk id="5" creationId="{05CD39D9-46EB-6B47-DDC9-270FE4D77E2C}"/>
          </ac:spMkLst>
        </pc:spChg>
        <pc:spChg chg="mod">
          <ac:chgData name="髙田　陽斗" userId="349aba5d-2d55-469e-b606-bfbbf5033a9d" providerId="ADAL" clId="{F75CD730-4B93-4946-A438-1D617634E6A9}" dt="2024-07-24T05:41:42.123" v="254"/>
          <ac:spMkLst>
            <pc:docMk/>
            <pc:sldMk cId="3711949128" sldId="262"/>
            <ac:spMk id="6" creationId="{D672D572-87DE-D4E9-59C4-257DD950D068}"/>
          </ac:spMkLst>
        </pc:spChg>
        <pc:spChg chg="mod">
          <ac:chgData name="髙田　陽斗" userId="349aba5d-2d55-469e-b606-bfbbf5033a9d" providerId="ADAL" clId="{F75CD730-4B93-4946-A438-1D617634E6A9}" dt="2024-07-24T05:41:42.123" v="254"/>
          <ac:spMkLst>
            <pc:docMk/>
            <pc:sldMk cId="3711949128" sldId="262"/>
            <ac:spMk id="7" creationId="{5FD22C23-4FF2-5926-8D1D-FCD9577B342E}"/>
          </ac:spMkLst>
        </pc:spChg>
        <pc:spChg chg="mod">
          <ac:chgData name="髙田　陽斗" userId="349aba5d-2d55-469e-b606-bfbbf5033a9d" providerId="ADAL" clId="{F75CD730-4B93-4946-A438-1D617634E6A9}" dt="2024-07-24T05:41:42.123" v="254"/>
          <ac:spMkLst>
            <pc:docMk/>
            <pc:sldMk cId="3711949128" sldId="262"/>
            <ac:spMk id="9" creationId="{3DB1AA51-673C-84A6-BE66-B17F010BBD18}"/>
          </ac:spMkLst>
        </pc:spChg>
        <pc:spChg chg="mod">
          <ac:chgData name="髙田　陽斗" userId="349aba5d-2d55-469e-b606-bfbbf5033a9d" providerId="ADAL" clId="{F75CD730-4B93-4946-A438-1D617634E6A9}" dt="2024-07-24T05:41:42.123" v="254"/>
          <ac:spMkLst>
            <pc:docMk/>
            <pc:sldMk cId="3711949128" sldId="262"/>
            <ac:spMk id="10" creationId="{BE807AA8-AD68-E506-A243-CBD05480A488}"/>
          </ac:spMkLst>
        </pc:spChg>
        <pc:spChg chg="mod">
          <ac:chgData name="髙田　陽斗" userId="349aba5d-2d55-469e-b606-bfbbf5033a9d" providerId="ADAL" clId="{F75CD730-4B93-4946-A438-1D617634E6A9}" dt="2024-07-24T05:41:42.123" v="254"/>
          <ac:spMkLst>
            <pc:docMk/>
            <pc:sldMk cId="3711949128" sldId="262"/>
            <ac:spMk id="13" creationId="{D8D044AC-1435-EBB4-BEFC-1E5D21DBFC1F}"/>
          </ac:spMkLst>
        </pc:spChg>
        <pc:spChg chg="mod">
          <ac:chgData name="髙田　陽斗" userId="349aba5d-2d55-469e-b606-bfbbf5033a9d" providerId="ADAL" clId="{F75CD730-4B93-4946-A438-1D617634E6A9}" dt="2024-07-24T05:41:42.123" v="254"/>
          <ac:spMkLst>
            <pc:docMk/>
            <pc:sldMk cId="3711949128" sldId="262"/>
            <ac:spMk id="14" creationId="{7F12443E-43AA-825B-042F-2B803F4DF718}"/>
          </ac:spMkLst>
        </pc:spChg>
        <pc:spChg chg="mod">
          <ac:chgData name="髙田　陽斗" userId="349aba5d-2d55-469e-b606-bfbbf5033a9d" providerId="ADAL" clId="{F75CD730-4B93-4946-A438-1D617634E6A9}" dt="2024-07-24T05:41:42.123" v="254"/>
          <ac:spMkLst>
            <pc:docMk/>
            <pc:sldMk cId="3711949128" sldId="262"/>
            <ac:spMk id="15" creationId="{4A3632BC-A67B-CEA4-DD87-16848E827C28}"/>
          </ac:spMkLst>
        </pc:spChg>
        <pc:spChg chg="mod">
          <ac:chgData name="髙田　陽斗" userId="349aba5d-2d55-469e-b606-bfbbf5033a9d" providerId="ADAL" clId="{F75CD730-4B93-4946-A438-1D617634E6A9}" dt="2024-07-24T05:41:42.123" v="254"/>
          <ac:spMkLst>
            <pc:docMk/>
            <pc:sldMk cId="3711949128" sldId="262"/>
            <ac:spMk id="16" creationId="{B1EA4712-436B-CA5A-83BF-992E2DE226BF}"/>
          </ac:spMkLst>
        </pc:spChg>
        <pc:spChg chg="mod">
          <ac:chgData name="髙田　陽斗" userId="349aba5d-2d55-469e-b606-bfbbf5033a9d" providerId="ADAL" clId="{F75CD730-4B93-4946-A438-1D617634E6A9}" dt="2024-07-24T05:41:42.123" v="254"/>
          <ac:spMkLst>
            <pc:docMk/>
            <pc:sldMk cId="3711949128" sldId="262"/>
            <ac:spMk id="17" creationId="{0AECA7C4-5F0F-8474-99FB-E71B96968689}"/>
          </ac:spMkLst>
        </pc:spChg>
        <pc:spChg chg="mod">
          <ac:chgData name="髙田　陽斗" userId="349aba5d-2d55-469e-b606-bfbbf5033a9d" providerId="ADAL" clId="{F75CD730-4B93-4946-A438-1D617634E6A9}" dt="2024-07-24T05:41:42.123" v="254"/>
          <ac:spMkLst>
            <pc:docMk/>
            <pc:sldMk cId="3711949128" sldId="262"/>
            <ac:spMk id="18" creationId="{D2368B7A-296F-191A-6F0D-0910D788E22C}"/>
          </ac:spMkLst>
        </pc:spChg>
        <pc:spChg chg="mod">
          <ac:chgData name="髙田　陽斗" userId="349aba5d-2d55-469e-b606-bfbbf5033a9d" providerId="ADAL" clId="{F75CD730-4B93-4946-A438-1D617634E6A9}" dt="2024-07-24T05:41:42.123" v="254"/>
          <ac:spMkLst>
            <pc:docMk/>
            <pc:sldMk cId="3711949128" sldId="262"/>
            <ac:spMk id="19" creationId="{0393F41F-42C5-9A80-72BB-F7C73EB9D5B9}"/>
          </ac:spMkLst>
        </pc:spChg>
        <pc:spChg chg="mod">
          <ac:chgData name="髙田　陽斗" userId="349aba5d-2d55-469e-b606-bfbbf5033a9d" providerId="ADAL" clId="{F75CD730-4B93-4946-A438-1D617634E6A9}" dt="2024-07-24T05:41:42.123" v="254"/>
          <ac:spMkLst>
            <pc:docMk/>
            <pc:sldMk cId="3711949128" sldId="262"/>
            <ac:spMk id="20" creationId="{F58AAAA9-D765-EF08-25BE-BDE54DAA3FEB}"/>
          </ac:spMkLst>
        </pc:spChg>
        <pc:spChg chg="mod">
          <ac:chgData name="髙田　陽斗" userId="349aba5d-2d55-469e-b606-bfbbf5033a9d" providerId="ADAL" clId="{F75CD730-4B93-4946-A438-1D617634E6A9}" dt="2024-07-24T05:41:42.123" v="254"/>
          <ac:spMkLst>
            <pc:docMk/>
            <pc:sldMk cId="3711949128" sldId="262"/>
            <ac:spMk id="21" creationId="{C07301F2-AD19-0D1B-B6A8-C8C1B88ADFFB}"/>
          </ac:spMkLst>
        </pc:spChg>
        <pc:spChg chg="add mod">
          <ac:chgData name="髙田　陽斗" userId="349aba5d-2d55-469e-b606-bfbbf5033a9d" providerId="ADAL" clId="{F75CD730-4B93-4946-A438-1D617634E6A9}" dt="2024-07-24T05:41:42.123" v="254"/>
          <ac:spMkLst>
            <pc:docMk/>
            <pc:sldMk cId="3711949128" sldId="262"/>
            <ac:spMk id="24" creationId="{5AE83B44-FC7F-56C1-D678-3AD4D4BB2588}"/>
          </ac:spMkLst>
        </pc:spChg>
        <pc:spChg chg="add mod">
          <ac:chgData name="髙田　陽斗" userId="349aba5d-2d55-469e-b606-bfbbf5033a9d" providerId="ADAL" clId="{F75CD730-4B93-4946-A438-1D617634E6A9}" dt="2024-07-24T05:41:42.123" v="254"/>
          <ac:spMkLst>
            <pc:docMk/>
            <pc:sldMk cId="3711949128" sldId="262"/>
            <ac:spMk id="25" creationId="{6AEE2C52-3A00-E8D0-D072-6AE1CBBE5534}"/>
          </ac:spMkLst>
        </pc:spChg>
        <pc:spChg chg="add mod">
          <ac:chgData name="髙田　陽斗" userId="349aba5d-2d55-469e-b606-bfbbf5033a9d" providerId="ADAL" clId="{F75CD730-4B93-4946-A438-1D617634E6A9}" dt="2024-07-24T05:41:42.123" v="254"/>
          <ac:spMkLst>
            <pc:docMk/>
            <pc:sldMk cId="3711949128" sldId="262"/>
            <ac:spMk id="26" creationId="{3940FDBF-5B66-24CA-F343-5E30631A3639}"/>
          </ac:spMkLst>
        </pc:spChg>
        <pc:spChg chg="add mod">
          <ac:chgData name="髙田　陽斗" userId="349aba5d-2d55-469e-b606-bfbbf5033a9d" providerId="ADAL" clId="{F75CD730-4B93-4946-A438-1D617634E6A9}" dt="2024-07-24T05:41:42.123" v="254"/>
          <ac:spMkLst>
            <pc:docMk/>
            <pc:sldMk cId="3711949128" sldId="262"/>
            <ac:spMk id="27" creationId="{B10B7E33-FE5D-F2F8-8BDA-FF8FC53EEB90}"/>
          </ac:spMkLst>
        </pc:spChg>
        <pc:spChg chg="add mod">
          <ac:chgData name="髙田　陽斗" userId="349aba5d-2d55-469e-b606-bfbbf5033a9d" providerId="ADAL" clId="{F75CD730-4B93-4946-A438-1D617634E6A9}" dt="2024-07-24T05:41:42.123" v="254"/>
          <ac:spMkLst>
            <pc:docMk/>
            <pc:sldMk cId="3711949128" sldId="262"/>
            <ac:spMk id="28" creationId="{70C3833A-96C0-09E0-ED04-3E3AF443F5BF}"/>
          </ac:spMkLst>
        </pc:spChg>
        <pc:spChg chg="add mod">
          <ac:chgData name="髙田　陽斗" userId="349aba5d-2d55-469e-b606-bfbbf5033a9d" providerId="ADAL" clId="{F75CD730-4B93-4946-A438-1D617634E6A9}" dt="2024-07-24T05:41:42.123" v="254"/>
          <ac:spMkLst>
            <pc:docMk/>
            <pc:sldMk cId="3711949128" sldId="262"/>
            <ac:spMk id="29" creationId="{74986AC3-40F4-9381-287F-E8A0FA4A4009}"/>
          </ac:spMkLst>
        </pc:spChg>
        <pc:spChg chg="add mod">
          <ac:chgData name="髙田　陽斗" userId="349aba5d-2d55-469e-b606-bfbbf5033a9d" providerId="ADAL" clId="{F75CD730-4B93-4946-A438-1D617634E6A9}" dt="2024-07-24T05:41:42.123" v="254"/>
          <ac:spMkLst>
            <pc:docMk/>
            <pc:sldMk cId="3711949128" sldId="262"/>
            <ac:spMk id="30" creationId="{B0336829-7667-8A92-B6FD-19269C06AA13}"/>
          </ac:spMkLst>
        </pc:spChg>
        <pc:spChg chg="add mod">
          <ac:chgData name="髙田　陽斗" userId="349aba5d-2d55-469e-b606-bfbbf5033a9d" providerId="ADAL" clId="{F75CD730-4B93-4946-A438-1D617634E6A9}" dt="2024-07-24T05:41:42.123" v="254"/>
          <ac:spMkLst>
            <pc:docMk/>
            <pc:sldMk cId="3711949128" sldId="262"/>
            <ac:spMk id="35" creationId="{117273E7-40F9-165D-6C0F-3F39F012E578}"/>
          </ac:spMkLst>
        </pc:spChg>
        <pc:spChg chg="add mod">
          <ac:chgData name="髙田　陽斗" userId="349aba5d-2d55-469e-b606-bfbbf5033a9d" providerId="ADAL" clId="{F75CD730-4B93-4946-A438-1D617634E6A9}" dt="2024-07-24T05:41:42.123" v="254"/>
          <ac:spMkLst>
            <pc:docMk/>
            <pc:sldMk cId="3711949128" sldId="262"/>
            <ac:spMk id="36" creationId="{87E46853-9952-B20F-59FC-267F696E9F34}"/>
          </ac:spMkLst>
        </pc:spChg>
        <pc:spChg chg="add mod">
          <ac:chgData name="髙田　陽斗" userId="349aba5d-2d55-469e-b606-bfbbf5033a9d" providerId="ADAL" clId="{F75CD730-4B93-4946-A438-1D617634E6A9}" dt="2024-07-24T05:41:42.123" v="254"/>
          <ac:spMkLst>
            <pc:docMk/>
            <pc:sldMk cId="3711949128" sldId="262"/>
            <ac:spMk id="38" creationId="{4A524F5D-1ABC-99C0-91CD-33D46A4DF239}"/>
          </ac:spMkLst>
        </pc:spChg>
        <pc:spChg chg="add mod">
          <ac:chgData name="髙田　陽斗" userId="349aba5d-2d55-469e-b606-bfbbf5033a9d" providerId="ADAL" clId="{F75CD730-4B93-4946-A438-1D617634E6A9}" dt="2024-07-24T05:41:42.123" v="254"/>
          <ac:spMkLst>
            <pc:docMk/>
            <pc:sldMk cId="3711949128" sldId="262"/>
            <ac:spMk id="39" creationId="{5EE54F36-39FA-C226-36C2-AC506D7C2CC1}"/>
          </ac:spMkLst>
        </pc:spChg>
        <pc:spChg chg="add mod">
          <ac:chgData name="髙田　陽斗" userId="349aba5d-2d55-469e-b606-bfbbf5033a9d" providerId="ADAL" clId="{F75CD730-4B93-4946-A438-1D617634E6A9}" dt="2024-07-24T05:41:42.123" v="254"/>
          <ac:spMkLst>
            <pc:docMk/>
            <pc:sldMk cId="3711949128" sldId="262"/>
            <ac:spMk id="40" creationId="{5A624BD2-21F9-76C0-28B5-849CE0A29F28}"/>
          </ac:spMkLst>
        </pc:spChg>
        <pc:grpChg chg="add mod">
          <ac:chgData name="髙田　陽斗" userId="349aba5d-2d55-469e-b606-bfbbf5033a9d" providerId="ADAL" clId="{F75CD730-4B93-4946-A438-1D617634E6A9}" dt="2024-07-24T05:41:42.123" v="254"/>
          <ac:grpSpMkLst>
            <pc:docMk/>
            <pc:sldMk cId="3711949128" sldId="262"/>
            <ac:grpSpMk id="3" creationId="{CED222A6-37F4-DC00-8344-3E6F17C3E8DB}"/>
          </ac:grpSpMkLst>
        </pc:grpChg>
        <pc:grpChg chg="add mod">
          <ac:chgData name="髙田　陽斗" userId="349aba5d-2d55-469e-b606-bfbbf5033a9d" providerId="ADAL" clId="{F75CD730-4B93-4946-A438-1D617634E6A9}" dt="2024-07-24T05:41:42.123" v="254"/>
          <ac:grpSpMkLst>
            <pc:docMk/>
            <pc:sldMk cId="3711949128" sldId="262"/>
            <ac:grpSpMk id="8" creationId="{44C6FF19-1976-AA0D-570B-C93574CF233F}"/>
          </ac:grpSpMkLst>
        </pc:grpChg>
        <pc:grpChg chg="add mod">
          <ac:chgData name="髙田　陽斗" userId="349aba5d-2d55-469e-b606-bfbbf5033a9d" providerId="ADAL" clId="{F75CD730-4B93-4946-A438-1D617634E6A9}" dt="2024-07-24T05:41:42.123" v="254"/>
          <ac:grpSpMkLst>
            <pc:docMk/>
            <pc:sldMk cId="3711949128" sldId="262"/>
            <ac:grpSpMk id="12" creationId="{62860949-2F50-0499-509A-3C1DB63BD935}"/>
          </ac:grpSpMkLst>
        </pc:grpChg>
        <pc:cxnChg chg="add mod">
          <ac:chgData name="髙田　陽斗" userId="349aba5d-2d55-469e-b606-bfbbf5033a9d" providerId="ADAL" clId="{F75CD730-4B93-4946-A438-1D617634E6A9}" dt="2024-07-24T05:41:42.123" v="254"/>
          <ac:cxnSpMkLst>
            <pc:docMk/>
            <pc:sldMk cId="3711949128" sldId="262"/>
            <ac:cxnSpMk id="11" creationId="{3A0731A7-25E6-E32E-4E9C-EFDDFDBED57F}"/>
          </ac:cxnSpMkLst>
        </pc:cxnChg>
        <pc:cxnChg chg="mod">
          <ac:chgData name="髙田　陽斗" userId="349aba5d-2d55-469e-b606-bfbbf5033a9d" providerId="ADAL" clId="{F75CD730-4B93-4946-A438-1D617634E6A9}" dt="2024-07-24T05:41:42.123" v="254"/>
          <ac:cxnSpMkLst>
            <pc:docMk/>
            <pc:sldMk cId="3711949128" sldId="262"/>
            <ac:cxnSpMk id="22" creationId="{90ED8097-ADEC-DB34-F5DB-1D95EE2CBD61}"/>
          </ac:cxnSpMkLst>
        </pc:cxnChg>
        <pc:cxnChg chg="mod">
          <ac:chgData name="髙田　陽斗" userId="349aba5d-2d55-469e-b606-bfbbf5033a9d" providerId="ADAL" clId="{F75CD730-4B93-4946-A438-1D617634E6A9}" dt="2024-07-24T05:41:42.123" v="254"/>
          <ac:cxnSpMkLst>
            <pc:docMk/>
            <pc:sldMk cId="3711949128" sldId="262"/>
            <ac:cxnSpMk id="23" creationId="{22B0E69C-066B-7100-73E5-B263A5585D57}"/>
          </ac:cxnSpMkLst>
        </pc:cxnChg>
        <pc:cxnChg chg="add mod">
          <ac:chgData name="髙田　陽斗" userId="349aba5d-2d55-469e-b606-bfbbf5033a9d" providerId="ADAL" clId="{F75CD730-4B93-4946-A438-1D617634E6A9}" dt="2024-07-24T05:41:42.123" v="254"/>
          <ac:cxnSpMkLst>
            <pc:docMk/>
            <pc:sldMk cId="3711949128" sldId="262"/>
            <ac:cxnSpMk id="31" creationId="{20E1F4DF-4B41-65D2-3993-3F8B56C4CB1D}"/>
          </ac:cxnSpMkLst>
        </pc:cxnChg>
        <pc:cxnChg chg="add mod">
          <ac:chgData name="髙田　陽斗" userId="349aba5d-2d55-469e-b606-bfbbf5033a9d" providerId="ADAL" clId="{F75CD730-4B93-4946-A438-1D617634E6A9}" dt="2024-07-24T05:41:42.123" v="254"/>
          <ac:cxnSpMkLst>
            <pc:docMk/>
            <pc:sldMk cId="3711949128" sldId="262"/>
            <ac:cxnSpMk id="32" creationId="{A4E259DE-880A-71A1-0987-780DC0E1B094}"/>
          </ac:cxnSpMkLst>
        </pc:cxnChg>
        <pc:cxnChg chg="add mod">
          <ac:chgData name="髙田　陽斗" userId="349aba5d-2d55-469e-b606-bfbbf5033a9d" providerId="ADAL" clId="{F75CD730-4B93-4946-A438-1D617634E6A9}" dt="2024-07-24T05:41:42.123" v="254"/>
          <ac:cxnSpMkLst>
            <pc:docMk/>
            <pc:sldMk cId="3711949128" sldId="262"/>
            <ac:cxnSpMk id="33" creationId="{F35090BA-EA25-665E-24A6-ECA4515502D9}"/>
          </ac:cxnSpMkLst>
        </pc:cxnChg>
        <pc:cxnChg chg="add mod">
          <ac:chgData name="髙田　陽斗" userId="349aba5d-2d55-469e-b606-bfbbf5033a9d" providerId="ADAL" clId="{F75CD730-4B93-4946-A438-1D617634E6A9}" dt="2024-07-24T05:41:42.123" v="254"/>
          <ac:cxnSpMkLst>
            <pc:docMk/>
            <pc:sldMk cId="3711949128" sldId="262"/>
            <ac:cxnSpMk id="34" creationId="{49ACBC57-D4C8-4A3F-DABB-2F5A54A923EE}"/>
          </ac:cxnSpMkLst>
        </pc:cxnChg>
        <pc:cxnChg chg="add mod">
          <ac:chgData name="髙田　陽斗" userId="349aba5d-2d55-469e-b606-bfbbf5033a9d" providerId="ADAL" clId="{F75CD730-4B93-4946-A438-1D617634E6A9}" dt="2024-07-24T05:41:42.123" v="254"/>
          <ac:cxnSpMkLst>
            <pc:docMk/>
            <pc:sldMk cId="3711949128" sldId="262"/>
            <ac:cxnSpMk id="37" creationId="{93369B4E-F547-5E20-A8E1-B19384DFA031}"/>
          </ac:cxnSpMkLst>
        </pc:cxnChg>
      </pc:sldChg>
      <pc:sldChg chg="addSp delSp modSp new mod modTransition modAnim">
        <pc:chgData name="髙田　陽斗" userId="349aba5d-2d55-469e-b606-bfbbf5033a9d" providerId="ADAL" clId="{F75CD730-4B93-4946-A438-1D617634E6A9}" dt="2024-07-26T01:30:02.801" v="5351"/>
        <pc:sldMkLst>
          <pc:docMk/>
          <pc:sldMk cId="1238853009" sldId="263"/>
        </pc:sldMkLst>
        <pc:spChg chg="mod">
          <ac:chgData name="髙田　陽斗" userId="349aba5d-2d55-469e-b606-bfbbf5033a9d" providerId="ADAL" clId="{F75CD730-4B93-4946-A438-1D617634E6A9}" dt="2024-07-24T05:43:47.895" v="256"/>
          <ac:spMkLst>
            <pc:docMk/>
            <pc:sldMk cId="1238853009" sldId="263"/>
            <ac:spMk id="3" creationId="{BDEEC657-DDF4-2190-0655-C21AB86823F6}"/>
          </ac:spMkLst>
        </pc:spChg>
        <pc:spChg chg="mod">
          <ac:chgData name="髙田　陽斗" userId="349aba5d-2d55-469e-b606-bfbbf5033a9d" providerId="ADAL" clId="{F75CD730-4B93-4946-A438-1D617634E6A9}" dt="2024-07-24T05:43:47.895" v="256"/>
          <ac:spMkLst>
            <pc:docMk/>
            <pc:sldMk cId="1238853009" sldId="263"/>
            <ac:spMk id="4" creationId="{C6011828-72E6-9B14-4A95-409FF28F0E7F}"/>
          </ac:spMkLst>
        </pc:spChg>
        <pc:spChg chg="mod">
          <ac:chgData name="髙田　陽斗" userId="349aba5d-2d55-469e-b606-bfbbf5033a9d" providerId="ADAL" clId="{F75CD730-4B93-4946-A438-1D617634E6A9}" dt="2024-07-24T05:43:47.895" v="256"/>
          <ac:spMkLst>
            <pc:docMk/>
            <pc:sldMk cId="1238853009" sldId="263"/>
            <ac:spMk id="5" creationId="{35115AB4-DCEE-099D-0ABE-212FE35EA9E4}"/>
          </ac:spMkLst>
        </pc:spChg>
        <pc:spChg chg="mod">
          <ac:chgData name="髙田　陽斗" userId="349aba5d-2d55-469e-b606-bfbbf5033a9d" providerId="ADAL" clId="{F75CD730-4B93-4946-A438-1D617634E6A9}" dt="2024-07-24T05:43:47.895" v="256"/>
          <ac:spMkLst>
            <pc:docMk/>
            <pc:sldMk cId="1238853009" sldId="263"/>
            <ac:spMk id="6" creationId="{19AB233D-4120-BB8D-8835-9C35F7D30F44}"/>
          </ac:spMkLst>
        </pc:spChg>
        <pc:spChg chg="add del mod">
          <ac:chgData name="髙田　陽斗" userId="349aba5d-2d55-469e-b606-bfbbf5033a9d" providerId="ADAL" clId="{F75CD730-4B93-4946-A438-1D617634E6A9}" dt="2024-07-24T05:57:19.745" v="309" actId="478"/>
          <ac:spMkLst>
            <pc:docMk/>
            <pc:sldMk cId="1238853009" sldId="263"/>
            <ac:spMk id="7" creationId="{FB4283A4-3D2F-4612-4F7F-E729AEEA78EC}"/>
          </ac:spMkLst>
        </pc:spChg>
        <pc:spChg chg="mod">
          <ac:chgData name="髙田　陽斗" userId="349aba5d-2d55-469e-b606-bfbbf5033a9d" providerId="ADAL" clId="{F75CD730-4B93-4946-A438-1D617634E6A9}" dt="2024-07-24T05:43:47.895" v="256"/>
          <ac:spMkLst>
            <pc:docMk/>
            <pc:sldMk cId="1238853009" sldId="263"/>
            <ac:spMk id="10" creationId="{35EE0D92-B876-4D75-361D-09DB04FABC92}"/>
          </ac:spMkLst>
        </pc:spChg>
        <pc:spChg chg="mod">
          <ac:chgData name="髙田　陽斗" userId="349aba5d-2d55-469e-b606-bfbbf5033a9d" providerId="ADAL" clId="{F75CD730-4B93-4946-A438-1D617634E6A9}" dt="2024-07-24T05:43:47.895" v="256"/>
          <ac:spMkLst>
            <pc:docMk/>
            <pc:sldMk cId="1238853009" sldId="263"/>
            <ac:spMk id="11" creationId="{95110EA4-2B8E-CF4C-4A66-511E4C47DB65}"/>
          </ac:spMkLst>
        </pc:spChg>
        <pc:spChg chg="add mod">
          <ac:chgData name="髙田　陽斗" userId="349aba5d-2d55-469e-b606-bfbbf5033a9d" providerId="ADAL" clId="{F75CD730-4B93-4946-A438-1D617634E6A9}" dt="2024-07-24T05:43:47.895" v="256"/>
          <ac:spMkLst>
            <pc:docMk/>
            <pc:sldMk cId="1238853009" sldId="263"/>
            <ac:spMk id="12" creationId="{1A15F76A-D798-7F10-62F8-C97C3ABDE971}"/>
          </ac:spMkLst>
        </pc:spChg>
        <pc:spChg chg="add mod">
          <ac:chgData name="髙田　陽斗" userId="349aba5d-2d55-469e-b606-bfbbf5033a9d" providerId="ADAL" clId="{F75CD730-4B93-4946-A438-1D617634E6A9}" dt="2024-07-24T05:43:47.895" v="256"/>
          <ac:spMkLst>
            <pc:docMk/>
            <pc:sldMk cId="1238853009" sldId="263"/>
            <ac:spMk id="13" creationId="{B67D358B-2D7C-ECDE-1E78-55BA60F4ED2C}"/>
          </ac:spMkLst>
        </pc:spChg>
        <pc:spChg chg="add mod">
          <ac:chgData name="髙田　陽斗" userId="349aba5d-2d55-469e-b606-bfbbf5033a9d" providerId="ADAL" clId="{F75CD730-4B93-4946-A438-1D617634E6A9}" dt="2024-07-24T05:43:47.895" v="256"/>
          <ac:spMkLst>
            <pc:docMk/>
            <pc:sldMk cId="1238853009" sldId="263"/>
            <ac:spMk id="14" creationId="{85C15774-00F2-E772-54DC-9D0A9C593AD0}"/>
          </ac:spMkLst>
        </pc:spChg>
        <pc:spChg chg="add mod">
          <ac:chgData name="髙田　陽斗" userId="349aba5d-2d55-469e-b606-bfbbf5033a9d" providerId="ADAL" clId="{F75CD730-4B93-4946-A438-1D617634E6A9}" dt="2024-07-24T05:43:47.895" v="256"/>
          <ac:spMkLst>
            <pc:docMk/>
            <pc:sldMk cId="1238853009" sldId="263"/>
            <ac:spMk id="15" creationId="{DF785FD0-F210-23F9-E2F6-934FA09158C0}"/>
          </ac:spMkLst>
        </pc:spChg>
        <pc:spChg chg="add mod">
          <ac:chgData name="髙田　陽斗" userId="349aba5d-2d55-469e-b606-bfbbf5033a9d" providerId="ADAL" clId="{F75CD730-4B93-4946-A438-1D617634E6A9}" dt="2024-07-24T05:43:47.895" v="256"/>
          <ac:spMkLst>
            <pc:docMk/>
            <pc:sldMk cId="1238853009" sldId="263"/>
            <ac:spMk id="16" creationId="{39C56BA4-A40A-B698-0EF0-A871C050C749}"/>
          </ac:spMkLst>
        </pc:spChg>
        <pc:spChg chg="add mod">
          <ac:chgData name="髙田　陽斗" userId="349aba5d-2d55-469e-b606-bfbbf5033a9d" providerId="ADAL" clId="{F75CD730-4B93-4946-A438-1D617634E6A9}" dt="2024-07-24T05:43:47.895" v="256"/>
          <ac:spMkLst>
            <pc:docMk/>
            <pc:sldMk cId="1238853009" sldId="263"/>
            <ac:spMk id="17" creationId="{58CB2C61-A383-7F72-18AC-C0AC8A0B989A}"/>
          </ac:spMkLst>
        </pc:spChg>
        <pc:spChg chg="add mod">
          <ac:chgData name="髙田　陽斗" userId="349aba5d-2d55-469e-b606-bfbbf5033a9d" providerId="ADAL" clId="{F75CD730-4B93-4946-A438-1D617634E6A9}" dt="2024-07-24T05:43:47.895" v="256"/>
          <ac:spMkLst>
            <pc:docMk/>
            <pc:sldMk cId="1238853009" sldId="263"/>
            <ac:spMk id="18" creationId="{87A211FB-06DF-D7C0-8C7E-2D876C8041AF}"/>
          </ac:spMkLst>
        </pc:spChg>
        <pc:spChg chg="add mod">
          <ac:chgData name="髙田　陽斗" userId="349aba5d-2d55-469e-b606-bfbbf5033a9d" providerId="ADAL" clId="{F75CD730-4B93-4946-A438-1D617634E6A9}" dt="2024-07-24T05:43:47.895" v="256"/>
          <ac:spMkLst>
            <pc:docMk/>
            <pc:sldMk cId="1238853009" sldId="263"/>
            <ac:spMk id="19" creationId="{E616EBCD-D356-3BAC-FC80-507EE74AC678}"/>
          </ac:spMkLst>
        </pc:spChg>
        <pc:spChg chg="add mod">
          <ac:chgData name="髙田　陽斗" userId="349aba5d-2d55-469e-b606-bfbbf5033a9d" providerId="ADAL" clId="{F75CD730-4B93-4946-A438-1D617634E6A9}" dt="2024-07-24T05:43:47.895" v="256"/>
          <ac:spMkLst>
            <pc:docMk/>
            <pc:sldMk cId="1238853009" sldId="263"/>
            <ac:spMk id="20" creationId="{683D3C8A-34A7-98EE-0190-14BDAD7FE171}"/>
          </ac:spMkLst>
        </pc:spChg>
        <pc:spChg chg="add mod">
          <ac:chgData name="髙田　陽斗" userId="349aba5d-2d55-469e-b606-bfbbf5033a9d" providerId="ADAL" clId="{F75CD730-4B93-4946-A438-1D617634E6A9}" dt="2024-07-24T05:43:47.895" v="256"/>
          <ac:spMkLst>
            <pc:docMk/>
            <pc:sldMk cId="1238853009" sldId="263"/>
            <ac:spMk id="21" creationId="{99CE0BAA-8BE2-E9BA-0E4C-4B7714150BD6}"/>
          </ac:spMkLst>
        </pc:spChg>
        <pc:spChg chg="add mod">
          <ac:chgData name="髙田　陽斗" userId="349aba5d-2d55-469e-b606-bfbbf5033a9d" providerId="ADAL" clId="{F75CD730-4B93-4946-A438-1D617634E6A9}" dt="2024-07-24T05:43:47.895" v="256"/>
          <ac:spMkLst>
            <pc:docMk/>
            <pc:sldMk cId="1238853009" sldId="263"/>
            <ac:spMk id="22" creationId="{44EC67DF-8044-8175-6E1E-5A721DC877D8}"/>
          </ac:spMkLst>
        </pc:spChg>
        <pc:spChg chg="add mod">
          <ac:chgData name="髙田　陽斗" userId="349aba5d-2d55-469e-b606-bfbbf5033a9d" providerId="ADAL" clId="{F75CD730-4B93-4946-A438-1D617634E6A9}" dt="2024-07-24T05:43:47.895" v="256"/>
          <ac:spMkLst>
            <pc:docMk/>
            <pc:sldMk cId="1238853009" sldId="263"/>
            <ac:spMk id="23" creationId="{EDFEDC5B-238F-F03B-2DD8-96C217AD3E66}"/>
          </ac:spMkLst>
        </pc:spChg>
        <pc:spChg chg="add mod">
          <ac:chgData name="髙田　陽斗" userId="349aba5d-2d55-469e-b606-bfbbf5033a9d" providerId="ADAL" clId="{F75CD730-4B93-4946-A438-1D617634E6A9}" dt="2024-07-24T05:43:47.895" v="256"/>
          <ac:spMkLst>
            <pc:docMk/>
            <pc:sldMk cId="1238853009" sldId="263"/>
            <ac:spMk id="24" creationId="{882C054F-A16B-010A-D507-486B084566D8}"/>
          </ac:spMkLst>
        </pc:spChg>
        <pc:spChg chg="add mod">
          <ac:chgData name="髙田　陽斗" userId="349aba5d-2d55-469e-b606-bfbbf5033a9d" providerId="ADAL" clId="{F75CD730-4B93-4946-A438-1D617634E6A9}" dt="2024-07-24T06:06:32.851" v="390" actId="1076"/>
          <ac:spMkLst>
            <pc:docMk/>
            <pc:sldMk cId="1238853009" sldId="263"/>
            <ac:spMk id="25" creationId="{4C166FAD-2C23-41E6-61D2-972E13F2E986}"/>
          </ac:spMkLst>
        </pc:spChg>
        <pc:spChg chg="add mod">
          <ac:chgData name="髙田　陽斗" userId="349aba5d-2d55-469e-b606-bfbbf5033a9d" providerId="ADAL" clId="{F75CD730-4B93-4946-A438-1D617634E6A9}" dt="2024-07-24T05:43:47.895" v="256"/>
          <ac:spMkLst>
            <pc:docMk/>
            <pc:sldMk cId="1238853009" sldId="263"/>
            <ac:spMk id="26" creationId="{CA214ABB-FEF2-CDCF-78A7-6BE4152BABBF}"/>
          </ac:spMkLst>
        </pc:spChg>
        <pc:spChg chg="add mod">
          <ac:chgData name="髙田　陽斗" userId="349aba5d-2d55-469e-b606-bfbbf5033a9d" providerId="ADAL" clId="{F75CD730-4B93-4946-A438-1D617634E6A9}" dt="2024-07-24T05:43:47.895" v="256"/>
          <ac:spMkLst>
            <pc:docMk/>
            <pc:sldMk cId="1238853009" sldId="263"/>
            <ac:spMk id="27" creationId="{913D18ED-6EC7-51DB-BD39-AB3BE5449698}"/>
          </ac:spMkLst>
        </pc:spChg>
        <pc:spChg chg="add mod">
          <ac:chgData name="髙田　陽斗" userId="349aba5d-2d55-469e-b606-bfbbf5033a9d" providerId="ADAL" clId="{F75CD730-4B93-4946-A438-1D617634E6A9}" dt="2024-07-24T05:43:47.895" v="256"/>
          <ac:spMkLst>
            <pc:docMk/>
            <pc:sldMk cId="1238853009" sldId="263"/>
            <ac:spMk id="28" creationId="{58C6D962-12F6-9B53-3093-FC1443AE7CFB}"/>
          </ac:spMkLst>
        </pc:spChg>
        <pc:spChg chg="add mod">
          <ac:chgData name="髙田　陽斗" userId="349aba5d-2d55-469e-b606-bfbbf5033a9d" providerId="ADAL" clId="{F75CD730-4B93-4946-A438-1D617634E6A9}" dt="2024-07-24T05:57:17.185" v="308" actId="1076"/>
          <ac:spMkLst>
            <pc:docMk/>
            <pc:sldMk cId="1238853009" sldId="263"/>
            <ac:spMk id="29" creationId="{90517B08-EC43-1F7F-CD3D-C63AA48139F7}"/>
          </ac:spMkLst>
        </pc:spChg>
        <pc:spChg chg="add mod">
          <ac:chgData name="髙田　陽斗" userId="349aba5d-2d55-469e-b606-bfbbf5033a9d" providerId="ADAL" clId="{F75CD730-4B93-4946-A438-1D617634E6A9}" dt="2024-07-24T05:57:20.321" v="310"/>
          <ac:spMkLst>
            <pc:docMk/>
            <pc:sldMk cId="1238853009" sldId="263"/>
            <ac:spMk id="30" creationId="{27B77674-18A7-DA72-DBD9-907658F8EEFB}"/>
          </ac:spMkLst>
        </pc:spChg>
        <pc:spChg chg="add del">
          <ac:chgData name="髙田　陽斗" userId="349aba5d-2d55-469e-b606-bfbbf5033a9d" providerId="ADAL" clId="{F75CD730-4B93-4946-A438-1D617634E6A9}" dt="2024-07-24T06:04:04.270" v="363" actId="478"/>
          <ac:spMkLst>
            <pc:docMk/>
            <pc:sldMk cId="1238853009" sldId="263"/>
            <ac:spMk id="31" creationId="{30558C88-CD04-3058-F34B-DE21FF616C83}"/>
          </ac:spMkLst>
        </pc:spChg>
        <pc:spChg chg="add del mod">
          <ac:chgData name="髙田　陽斗" userId="349aba5d-2d55-469e-b606-bfbbf5033a9d" providerId="ADAL" clId="{F75CD730-4B93-4946-A438-1D617634E6A9}" dt="2024-07-24T06:05:06.958" v="376" actId="478"/>
          <ac:spMkLst>
            <pc:docMk/>
            <pc:sldMk cId="1238853009" sldId="263"/>
            <ac:spMk id="32" creationId="{7C3A77D8-5E76-94DA-624E-E7D1C96CBBBB}"/>
          </ac:spMkLst>
        </pc:spChg>
        <pc:spChg chg="add mod">
          <ac:chgData name="髙田　陽斗" userId="349aba5d-2d55-469e-b606-bfbbf5033a9d" providerId="ADAL" clId="{F75CD730-4B93-4946-A438-1D617634E6A9}" dt="2024-07-24T06:06:37.151" v="391" actId="1076"/>
          <ac:spMkLst>
            <pc:docMk/>
            <pc:sldMk cId="1238853009" sldId="263"/>
            <ac:spMk id="33" creationId="{F2B27F0C-14D8-A917-89C7-8AAA910D3F75}"/>
          </ac:spMkLst>
        </pc:spChg>
        <pc:grpChg chg="add mod">
          <ac:chgData name="髙田　陽斗" userId="349aba5d-2d55-469e-b606-bfbbf5033a9d" providerId="ADAL" clId="{F75CD730-4B93-4946-A438-1D617634E6A9}" dt="2024-07-24T05:43:47.895" v="256"/>
          <ac:grpSpMkLst>
            <pc:docMk/>
            <pc:sldMk cId="1238853009" sldId="263"/>
            <ac:grpSpMk id="2" creationId="{E1543D4A-D08F-89E9-20DA-CD365D22AB1B}"/>
          </ac:grpSpMkLst>
        </pc:grpChg>
        <pc:grpChg chg="add mod">
          <ac:chgData name="髙田　陽斗" userId="349aba5d-2d55-469e-b606-bfbbf5033a9d" providerId="ADAL" clId="{F75CD730-4B93-4946-A438-1D617634E6A9}" dt="2024-07-24T05:43:47.895" v="256"/>
          <ac:grpSpMkLst>
            <pc:docMk/>
            <pc:sldMk cId="1238853009" sldId="263"/>
            <ac:grpSpMk id="9" creationId="{C0B782CA-FED2-66BB-D5A3-B6FC9A81A794}"/>
          </ac:grpSpMkLst>
        </pc:grpChg>
        <pc:cxnChg chg="add mod">
          <ac:chgData name="髙田　陽斗" userId="349aba5d-2d55-469e-b606-bfbbf5033a9d" providerId="ADAL" clId="{F75CD730-4B93-4946-A438-1D617634E6A9}" dt="2024-07-24T05:43:47.895" v="256"/>
          <ac:cxnSpMkLst>
            <pc:docMk/>
            <pc:sldMk cId="1238853009" sldId="263"/>
            <ac:cxnSpMk id="8" creationId="{244D5187-ADD7-5FC3-56BA-5FE15F668325}"/>
          </ac:cxnSpMkLst>
        </pc:cxnChg>
      </pc:sldChg>
      <pc:sldChg chg="addSp delSp modSp new mod modTransition modAnim">
        <pc:chgData name="髙田　陽斗" userId="349aba5d-2d55-469e-b606-bfbbf5033a9d" providerId="ADAL" clId="{F75CD730-4B93-4946-A438-1D617634E6A9}" dt="2024-07-26T01:28:20.717" v="5343"/>
        <pc:sldMkLst>
          <pc:docMk/>
          <pc:sldMk cId="3628231961" sldId="264"/>
        </pc:sldMkLst>
        <pc:spChg chg="mod">
          <ac:chgData name="髙田　陽斗" userId="349aba5d-2d55-469e-b606-bfbbf5033a9d" providerId="ADAL" clId="{F75CD730-4B93-4946-A438-1D617634E6A9}" dt="2024-07-24T05:44:13.146" v="258"/>
          <ac:spMkLst>
            <pc:docMk/>
            <pc:sldMk cId="3628231961" sldId="264"/>
            <ac:spMk id="3" creationId="{CF3937FA-D0C9-763B-849F-64E8C2C467FA}"/>
          </ac:spMkLst>
        </pc:spChg>
        <pc:spChg chg="mod">
          <ac:chgData name="髙田　陽斗" userId="349aba5d-2d55-469e-b606-bfbbf5033a9d" providerId="ADAL" clId="{F75CD730-4B93-4946-A438-1D617634E6A9}" dt="2024-07-24T05:44:13.146" v="258"/>
          <ac:spMkLst>
            <pc:docMk/>
            <pc:sldMk cId="3628231961" sldId="264"/>
            <ac:spMk id="4" creationId="{01CAADCE-DF03-23D1-1661-ED544F7069AE}"/>
          </ac:spMkLst>
        </pc:spChg>
        <pc:spChg chg="mod">
          <ac:chgData name="髙田　陽斗" userId="349aba5d-2d55-469e-b606-bfbbf5033a9d" providerId="ADAL" clId="{F75CD730-4B93-4946-A438-1D617634E6A9}" dt="2024-07-24T05:44:13.146" v="258"/>
          <ac:spMkLst>
            <pc:docMk/>
            <pc:sldMk cId="3628231961" sldId="264"/>
            <ac:spMk id="5" creationId="{FD90848A-F271-0086-E8E0-E4C57146007F}"/>
          </ac:spMkLst>
        </pc:spChg>
        <pc:spChg chg="mod">
          <ac:chgData name="髙田　陽斗" userId="349aba5d-2d55-469e-b606-bfbbf5033a9d" providerId="ADAL" clId="{F75CD730-4B93-4946-A438-1D617634E6A9}" dt="2024-07-24T05:44:13.146" v="258"/>
          <ac:spMkLst>
            <pc:docMk/>
            <pc:sldMk cId="3628231961" sldId="264"/>
            <ac:spMk id="6" creationId="{C43F97FD-DE58-6EF6-B67E-B3CCD373284D}"/>
          </ac:spMkLst>
        </pc:spChg>
        <pc:spChg chg="add del mod">
          <ac:chgData name="髙田　陽斗" userId="349aba5d-2d55-469e-b606-bfbbf5033a9d" providerId="ADAL" clId="{F75CD730-4B93-4946-A438-1D617634E6A9}" dt="2024-07-24T05:57:23.425" v="311" actId="478"/>
          <ac:spMkLst>
            <pc:docMk/>
            <pc:sldMk cId="3628231961" sldId="264"/>
            <ac:spMk id="7" creationId="{1F187367-517D-580B-419B-2F63D414DC9B}"/>
          </ac:spMkLst>
        </pc:spChg>
        <pc:spChg chg="mod">
          <ac:chgData name="髙田　陽斗" userId="349aba5d-2d55-469e-b606-bfbbf5033a9d" providerId="ADAL" clId="{F75CD730-4B93-4946-A438-1D617634E6A9}" dt="2024-07-24T05:44:13.146" v="258"/>
          <ac:spMkLst>
            <pc:docMk/>
            <pc:sldMk cId="3628231961" sldId="264"/>
            <ac:spMk id="9" creationId="{6CB3AE5F-02A4-9278-E811-C2E6077F680F}"/>
          </ac:spMkLst>
        </pc:spChg>
        <pc:spChg chg="mod">
          <ac:chgData name="髙田　陽斗" userId="349aba5d-2d55-469e-b606-bfbbf5033a9d" providerId="ADAL" clId="{F75CD730-4B93-4946-A438-1D617634E6A9}" dt="2024-07-24T05:44:13.146" v="258"/>
          <ac:spMkLst>
            <pc:docMk/>
            <pc:sldMk cId="3628231961" sldId="264"/>
            <ac:spMk id="10" creationId="{E9656C42-6FF0-3F95-9996-7C6E4304B757}"/>
          </ac:spMkLst>
        </pc:spChg>
        <pc:spChg chg="mod">
          <ac:chgData name="髙田　陽斗" userId="349aba5d-2d55-469e-b606-bfbbf5033a9d" providerId="ADAL" clId="{F75CD730-4B93-4946-A438-1D617634E6A9}" dt="2024-07-24T05:44:13.146" v="258"/>
          <ac:spMkLst>
            <pc:docMk/>
            <pc:sldMk cId="3628231961" sldId="264"/>
            <ac:spMk id="13" creationId="{C849B3F1-07BD-00A1-01A6-ED1254ED778F}"/>
          </ac:spMkLst>
        </pc:spChg>
        <pc:spChg chg="mod">
          <ac:chgData name="髙田　陽斗" userId="349aba5d-2d55-469e-b606-bfbbf5033a9d" providerId="ADAL" clId="{F75CD730-4B93-4946-A438-1D617634E6A9}" dt="2024-07-24T05:44:13.146" v="258"/>
          <ac:spMkLst>
            <pc:docMk/>
            <pc:sldMk cId="3628231961" sldId="264"/>
            <ac:spMk id="14" creationId="{CBC9D41D-2F1C-1D39-C74C-CFFAB2C6A779}"/>
          </ac:spMkLst>
        </pc:spChg>
        <pc:spChg chg="mod">
          <ac:chgData name="髙田　陽斗" userId="349aba5d-2d55-469e-b606-bfbbf5033a9d" providerId="ADAL" clId="{F75CD730-4B93-4946-A438-1D617634E6A9}" dt="2024-07-24T05:44:13.146" v="258"/>
          <ac:spMkLst>
            <pc:docMk/>
            <pc:sldMk cId="3628231961" sldId="264"/>
            <ac:spMk id="15" creationId="{AEE21C48-A59A-A002-0940-1659CB761447}"/>
          </ac:spMkLst>
        </pc:spChg>
        <pc:spChg chg="mod">
          <ac:chgData name="髙田　陽斗" userId="349aba5d-2d55-469e-b606-bfbbf5033a9d" providerId="ADAL" clId="{F75CD730-4B93-4946-A438-1D617634E6A9}" dt="2024-07-24T05:44:13.146" v="258"/>
          <ac:spMkLst>
            <pc:docMk/>
            <pc:sldMk cId="3628231961" sldId="264"/>
            <ac:spMk id="16" creationId="{BD135530-E53E-7900-5620-9770FF230AB9}"/>
          </ac:spMkLst>
        </pc:spChg>
        <pc:spChg chg="mod">
          <ac:chgData name="髙田　陽斗" userId="349aba5d-2d55-469e-b606-bfbbf5033a9d" providerId="ADAL" clId="{F75CD730-4B93-4946-A438-1D617634E6A9}" dt="2024-07-24T05:44:13.146" v="258"/>
          <ac:spMkLst>
            <pc:docMk/>
            <pc:sldMk cId="3628231961" sldId="264"/>
            <ac:spMk id="17" creationId="{BE7D4F73-9575-426E-DC44-E6413749320B}"/>
          </ac:spMkLst>
        </pc:spChg>
        <pc:spChg chg="mod">
          <ac:chgData name="髙田　陽斗" userId="349aba5d-2d55-469e-b606-bfbbf5033a9d" providerId="ADAL" clId="{F75CD730-4B93-4946-A438-1D617634E6A9}" dt="2024-07-24T05:44:13.146" v="258"/>
          <ac:spMkLst>
            <pc:docMk/>
            <pc:sldMk cId="3628231961" sldId="264"/>
            <ac:spMk id="18" creationId="{BD49242F-5053-AFDE-4052-F72275C8D329}"/>
          </ac:spMkLst>
        </pc:spChg>
        <pc:spChg chg="mod">
          <ac:chgData name="髙田　陽斗" userId="349aba5d-2d55-469e-b606-bfbbf5033a9d" providerId="ADAL" clId="{F75CD730-4B93-4946-A438-1D617634E6A9}" dt="2024-07-24T05:44:13.146" v="258"/>
          <ac:spMkLst>
            <pc:docMk/>
            <pc:sldMk cId="3628231961" sldId="264"/>
            <ac:spMk id="19" creationId="{1F5209A9-CF59-E3B9-1CA0-0B3D3EFBDA2D}"/>
          </ac:spMkLst>
        </pc:spChg>
        <pc:spChg chg="mod">
          <ac:chgData name="髙田　陽斗" userId="349aba5d-2d55-469e-b606-bfbbf5033a9d" providerId="ADAL" clId="{F75CD730-4B93-4946-A438-1D617634E6A9}" dt="2024-07-24T05:44:13.146" v="258"/>
          <ac:spMkLst>
            <pc:docMk/>
            <pc:sldMk cId="3628231961" sldId="264"/>
            <ac:spMk id="20" creationId="{1FA448D2-B651-F64C-3736-630206041569}"/>
          </ac:spMkLst>
        </pc:spChg>
        <pc:spChg chg="mod">
          <ac:chgData name="髙田　陽斗" userId="349aba5d-2d55-469e-b606-bfbbf5033a9d" providerId="ADAL" clId="{F75CD730-4B93-4946-A438-1D617634E6A9}" dt="2024-07-24T05:44:13.146" v="258"/>
          <ac:spMkLst>
            <pc:docMk/>
            <pc:sldMk cId="3628231961" sldId="264"/>
            <ac:spMk id="21" creationId="{28E9937B-8C5B-04FF-65C0-B043A56B86B6}"/>
          </ac:spMkLst>
        </pc:spChg>
        <pc:spChg chg="add mod">
          <ac:chgData name="髙田　陽斗" userId="349aba5d-2d55-469e-b606-bfbbf5033a9d" providerId="ADAL" clId="{F75CD730-4B93-4946-A438-1D617634E6A9}" dt="2024-07-24T05:44:13.146" v="258"/>
          <ac:spMkLst>
            <pc:docMk/>
            <pc:sldMk cId="3628231961" sldId="264"/>
            <ac:spMk id="24" creationId="{15ABDADC-39ED-A31B-6BF0-74738142A422}"/>
          </ac:spMkLst>
        </pc:spChg>
        <pc:spChg chg="add mod">
          <ac:chgData name="髙田　陽斗" userId="349aba5d-2d55-469e-b606-bfbbf5033a9d" providerId="ADAL" clId="{F75CD730-4B93-4946-A438-1D617634E6A9}" dt="2024-07-24T05:44:13.146" v="258"/>
          <ac:spMkLst>
            <pc:docMk/>
            <pc:sldMk cId="3628231961" sldId="264"/>
            <ac:spMk id="25" creationId="{5CD912B0-EC0A-8F95-9B23-6547A8DECBF6}"/>
          </ac:spMkLst>
        </pc:spChg>
        <pc:spChg chg="add mod">
          <ac:chgData name="髙田　陽斗" userId="349aba5d-2d55-469e-b606-bfbbf5033a9d" providerId="ADAL" clId="{F75CD730-4B93-4946-A438-1D617634E6A9}" dt="2024-07-24T05:44:13.146" v="258"/>
          <ac:spMkLst>
            <pc:docMk/>
            <pc:sldMk cId="3628231961" sldId="264"/>
            <ac:spMk id="26" creationId="{7078EB1D-AD48-453F-0AA3-5279042295FA}"/>
          </ac:spMkLst>
        </pc:spChg>
        <pc:spChg chg="add mod">
          <ac:chgData name="髙田　陽斗" userId="349aba5d-2d55-469e-b606-bfbbf5033a9d" providerId="ADAL" clId="{F75CD730-4B93-4946-A438-1D617634E6A9}" dt="2024-07-24T05:44:13.146" v="258"/>
          <ac:spMkLst>
            <pc:docMk/>
            <pc:sldMk cId="3628231961" sldId="264"/>
            <ac:spMk id="27" creationId="{165CB7D4-0B00-06C2-E683-FEEBE1053D05}"/>
          </ac:spMkLst>
        </pc:spChg>
        <pc:spChg chg="add mod">
          <ac:chgData name="髙田　陽斗" userId="349aba5d-2d55-469e-b606-bfbbf5033a9d" providerId="ADAL" clId="{F75CD730-4B93-4946-A438-1D617634E6A9}" dt="2024-07-24T05:44:13.146" v="258"/>
          <ac:spMkLst>
            <pc:docMk/>
            <pc:sldMk cId="3628231961" sldId="264"/>
            <ac:spMk id="28" creationId="{B4588D26-2F97-37D0-D5BD-3E833847113D}"/>
          </ac:spMkLst>
        </pc:spChg>
        <pc:spChg chg="add mod">
          <ac:chgData name="髙田　陽斗" userId="349aba5d-2d55-469e-b606-bfbbf5033a9d" providerId="ADAL" clId="{F75CD730-4B93-4946-A438-1D617634E6A9}" dt="2024-07-24T05:44:13.146" v="258"/>
          <ac:spMkLst>
            <pc:docMk/>
            <pc:sldMk cId="3628231961" sldId="264"/>
            <ac:spMk id="29" creationId="{151B6352-F982-3888-05A4-018F395B3B44}"/>
          </ac:spMkLst>
        </pc:spChg>
        <pc:spChg chg="add mod">
          <ac:chgData name="髙田　陽斗" userId="349aba5d-2d55-469e-b606-bfbbf5033a9d" providerId="ADAL" clId="{F75CD730-4B93-4946-A438-1D617634E6A9}" dt="2024-07-24T05:44:13.146" v="258"/>
          <ac:spMkLst>
            <pc:docMk/>
            <pc:sldMk cId="3628231961" sldId="264"/>
            <ac:spMk id="30" creationId="{64E57BEF-CA5A-7562-ADD0-55F850D56608}"/>
          </ac:spMkLst>
        </pc:spChg>
        <pc:spChg chg="add mod">
          <ac:chgData name="髙田　陽斗" userId="349aba5d-2d55-469e-b606-bfbbf5033a9d" providerId="ADAL" clId="{F75CD730-4B93-4946-A438-1D617634E6A9}" dt="2024-07-24T05:44:13.146" v="258"/>
          <ac:spMkLst>
            <pc:docMk/>
            <pc:sldMk cId="3628231961" sldId="264"/>
            <ac:spMk id="35" creationId="{3FC77A3A-91A3-9EB4-66BB-E63A65355A4B}"/>
          </ac:spMkLst>
        </pc:spChg>
        <pc:spChg chg="add mod">
          <ac:chgData name="髙田　陽斗" userId="349aba5d-2d55-469e-b606-bfbbf5033a9d" providerId="ADAL" clId="{F75CD730-4B93-4946-A438-1D617634E6A9}" dt="2024-07-24T05:44:13.146" v="258"/>
          <ac:spMkLst>
            <pc:docMk/>
            <pc:sldMk cId="3628231961" sldId="264"/>
            <ac:spMk id="36" creationId="{DDE67D7E-CF5E-0BF3-35B8-8A057E0BAD71}"/>
          </ac:spMkLst>
        </pc:spChg>
        <pc:spChg chg="add mod">
          <ac:chgData name="髙田　陽斗" userId="349aba5d-2d55-469e-b606-bfbbf5033a9d" providerId="ADAL" clId="{F75CD730-4B93-4946-A438-1D617634E6A9}" dt="2024-07-24T05:44:13.146" v="258"/>
          <ac:spMkLst>
            <pc:docMk/>
            <pc:sldMk cId="3628231961" sldId="264"/>
            <ac:spMk id="38" creationId="{2DBE137F-483E-55C5-C52D-50BB89E1E966}"/>
          </ac:spMkLst>
        </pc:spChg>
        <pc:spChg chg="add mod">
          <ac:chgData name="髙田　陽斗" userId="349aba5d-2d55-469e-b606-bfbbf5033a9d" providerId="ADAL" clId="{F75CD730-4B93-4946-A438-1D617634E6A9}" dt="2024-07-24T05:44:13.146" v="258"/>
          <ac:spMkLst>
            <pc:docMk/>
            <pc:sldMk cId="3628231961" sldId="264"/>
            <ac:spMk id="39" creationId="{842BA023-4662-9B67-2A19-E3A590981E08}"/>
          </ac:spMkLst>
        </pc:spChg>
        <pc:spChg chg="add mod">
          <ac:chgData name="髙田　陽斗" userId="349aba5d-2d55-469e-b606-bfbbf5033a9d" providerId="ADAL" clId="{F75CD730-4B93-4946-A438-1D617634E6A9}" dt="2024-07-24T05:57:23.852" v="312"/>
          <ac:spMkLst>
            <pc:docMk/>
            <pc:sldMk cId="3628231961" sldId="264"/>
            <ac:spMk id="40" creationId="{9181B35B-1934-2A5E-E03D-4F615375D753}"/>
          </ac:spMkLst>
        </pc:spChg>
        <pc:grpChg chg="add mod">
          <ac:chgData name="髙田　陽斗" userId="349aba5d-2d55-469e-b606-bfbbf5033a9d" providerId="ADAL" clId="{F75CD730-4B93-4946-A438-1D617634E6A9}" dt="2024-07-24T05:44:13.146" v="258"/>
          <ac:grpSpMkLst>
            <pc:docMk/>
            <pc:sldMk cId="3628231961" sldId="264"/>
            <ac:grpSpMk id="2" creationId="{1165ABB7-3811-9711-9388-F6986521C8CB}"/>
          </ac:grpSpMkLst>
        </pc:grpChg>
        <pc:grpChg chg="add mod">
          <ac:chgData name="髙田　陽斗" userId="349aba5d-2d55-469e-b606-bfbbf5033a9d" providerId="ADAL" clId="{F75CD730-4B93-4946-A438-1D617634E6A9}" dt="2024-07-24T05:44:13.146" v="258"/>
          <ac:grpSpMkLst>
            <pc:docMk/>
            <pc:sldMk cId="3628231961" sldId="264"/>
            <ac:grpSpMk id="8" creationId="{D75584AC-2487-0928-D2DA-0DBA68254283}"/>
          </ac:grpSpMkLst>
        </pc:grpChg>
        <pc:grpChg chg="add mod">
          <ac:chgData name="髙田　陽斗" userId="349aba5d-2d55-469e-b606-bfbbf5033a9d" providerId="ADAL" clId="{F75CD730-4B93-4946-A438-1D617634E6A9}" dt="2024-07-24T05:44:13.146" v="258"/>
          <ac:grpSpMkLst>
            <pc:docMk/>
            <pc:sldMk cId="3628231961" sldId="264"/>
            <ac:grpSpMk id="12" creationId="{BE8E8DD8-5C30-2B3E-DFC1-4550250E3A09}"/>
          </ac:grpSpMkLst>
        </pc:grpChg>
        <pc:cxnChg chg="add mod">
          <ac:chgData name="髙田　陽斗" userId="349aba5d-2d55-469e-b606-bfbbf5033a9d" providerId="ADAL" clId="{F75CD730-4B93-4946-A438-1D617634E6A9}" dt="2024-07-24T05:44:13.146" v="258"/>
          <ac:cxnSpMkLst>
            <pc:docMk/>
            <pc:sldMk cId="3628231961" sldId="264"/>
            <ac:cxnSpMk id="11" creationId="{1D617D8A-60EA-93E6-0566-4FE07695280A}"/>
          </ac:cxnSpMkLst>
        </pc:cxnChg>
        <pc:cxnChg chg="mod">
          <ac:chgData name="髙田　陽斗" userId="349aba5d-2d55-469e-b606-bfbbf5033a9d" providerId="ADAL" clId="{F75CD730-4B93-4946-A438-1D617634E6A9}" dt="2024-07-24T05:44:13.146" v="258"/>
          <ac:cxnSpMkLst>
            <pc:docMk/>
            <pc:sldMk cId="3628231961" sldId="264"/>
            <ac:cxnSpMk id="22" creationId="{727841AB-B1A1-CDB4-DAA9-98143243394D}"/>
          </ac:cxnSpMkLst>
        </pc:cxnChg>
        <pc:cxnChg chg="mod">
          <ac:chgData name="髙田　陽斗" userId="349aba5d-2d55-469e-b606-bfbbf5033a9d" providerId="ADAL" clId="{F75CD730-4B93-4946-A438-1D617634E6A9}" dt="2024-07-24T05:44:13.146" v="258"/>
          <ac:cxnSpMkLst>
            <pc:docMk/>
            <pc:sldMk cId="3628231961" sldId="264"/>
            <ac:cxnSpMk id="23" creationId="{55973DA3-7C66-F231-0C47-C8FFFF368219}"/>
          </ac:cxnSpMkLst>
        </pc:cxnChg>
        <pc:cxnChg chg="add mod">
          <ac:chgData name="髙田　陽斗" userId="349aba5d-2d55-469e-b606-bfbbf5033a9d" providerId="ADAL" clId="{F75CD730-4B93-4946-A438-1D617634E6A9}" dt="2024-07-24T05:44:13.146" v="258"/>
          <ac:cxnSpMkLst>
            <pc:docMk/>
            <pc:sldMk cId="3628231961" sldId="264"/>
            <ac:cxnSpMk id="31" creationId="{8C1ED8EA-AFA4-B24A-EF7C-6580F1FDBAB6}"/>
          </ac:cxnSpMkLst>
        </pc:cxnChg>
        <pc:cxnChg chg="add mod">
          <ac:chgData name="髙田　陽斗" userId="349aba5d-2d55-469e-b606-bfbbf5033a9d" providerId="ADAL" clId="{F75CD730-4B93-4946-A438-1D617634E6A9}" dt="2024-07-24T05:44:13.146" v="258"/>
          <ac:cxnSpMkLst>
            <pc:docMk/>
            <pc:sldMk cId="3628231961" sldId="264"/>
            <ac:cxnSpMk id="32" creationId="{1B246765-EB7C-A2A9-7BEA-70E200731D22}"/>
          </ac:cxnSpMkLst>
        </pc:cxnChg>
        <pc:cxnChg chg="add mod">
          <ac:chgData name="髙田　陽斗" userId="349aba5d-2d55-469e-b606-bfbbf5033a9d" providerId="ADAL" clId="{F75CD730-4B93-4946-A438-1D617634E6A9}" dt="2024-07-24T05:44:13.146" v="258"/>
          <ac:cxnSpMkLst>
            <pc:docMk/>
            <pc:sldMk cId="3628231961" sldId="264"/>
            <ac:cxnSpMk id="33" creationId="{92C02D81-2B6A-4DA6-581E-A132405702BC}"/>
          </ac:cxnSpMkLst>
        </pc:cxnChg>
        <pc:cxnChg chg="add mod">
          <ac:chgData name="髙田　陽斗" userId="349aba5d-2d55-469e-b606-bfbbf5033a9d" providerId="ADAL" clId="{F75CD730-4B93-4946-A438-1D617634E6A9}" dt="2024-07-24T05:44:13.146" v="258"/>
          <ac:cxnSpMkLst>
            <pc:docMk/>
            <pc:sldMk cId="3628231961" sldId="264"/>
            <ac:cxnSpMk id="34" creationId="{902DBC5E-8D1C-9B9C-8028-D2D48DFE285A}"/>
          </ac:cxnSpMkLst>
        </pc:cxnChg>
        <pc:cxnChg chg="add mod">
          <ac:chgData name="髙田　陽斗" userId="349aba5d-2d55-469e-b606-bfbbf5033a9d" providerId="ADAL" clId="{F75CD730-4B93-4946-A438-1D617634E6A9}" dt="2024-07-24T05:44:13.146" v="258"/>
          <ac:cxnSpMkLst>
            <pc:docMk/>
            <pc:sldMk cId="3628231961" sldId="264"/>
            <ac:cxnSpMk id="37" creationId="{A624DDA6-84CB-269D-CB0C-C29E781CD341}"/>
          </ac:cxnSpMkLst>
        </pc:cxnChg>
      </pc:sldChg>
      <pc:sldChg chg="addSp delSp modSp new mod modTransition modAnim">
        <pc:chgData name="髙田　陽斗" userId="349aba5d-2d55-469e-b606-bfbbf5033a9d" providerId="ADAL" clId="{F75CD730-4B93-4946-A438-1D617634E6A9}" dt="2024-07-26T01:28:20.717" v="5343"/>
        <pc:sldMkLst>
          <pc:docMk/>
          <pc:sldMk cId="788611348" sldId="265"/>
        </pc:sldMkLst>
        <pc:spChg chg="add del mod">
          <ac:chgData name="髙田　陽斗" userId="349aba5d-2d55-469e-b606-bfbbf5033a9d" providerId="ADAL" clId="{F75CD730-4B93-4946-A438-1D617634E6A9}" dt="2024-07-24T05:54:55.668" v="298" actId="478"/>
          <ac:spMkLst>
            <pc:docMk/>
            <pc:sldMk cId="788611348" sldId="265"/>
            <ac:spMk id="2" creationId="{4C06DEE5-7841-D31F-9012-37D29DE5854B}"/>
          </ac:spMkLst>
        </pc:spChg>
        <pc:spChg chg="add mod">
          <ac:chgData name="髙田　陽斗" userId="349aba5d-2d55-469e-b606-bfbbf5033a9d" providerId="ADAL" clId="{F75CD730-4B93-4946-A438-1D617634E6A9}" dt="2024-07-24T06:19:40.341" v="421" actId="1076"/>
          <ac:spMkLst>
            <pc:docMk/>
            <pc:sldMk cId="788611348" sldId="265"/>
            <ac:spMk id="2" creationId="{FD0BD9F6-B209-231F-4234-5D9DB517897A}"/>
          </ac:spMkLst>
        </pc:spChg>
        <pc:spChg chg="add del mod">
          <ac:chgData name="髙田　陽斗" userId="349aba5d-2d55-469e-b606-bfbbf5033a9d" providerId="ADAL" clId="{F75CD730-4B93-4946-A438-1D617634E6A9}" dt="2024-07-24T05:54:55.668" v="298" actId="478"/>
          <ac:spMkLst>
            <pc:docMk/>
            <pc:sldMk cId="788611348" sldId="265"/>
            <ac:spMk id="3" creationId="{7C65B891-F1F1-B0FD-900D-D35434386ED5}"/>
          </ac:spMkLst>
        </pc:spChg>
        <pc:spChg chg="add del mod">
          <ac:chgData name="髙田　陽斗" userId="349aba5d-2d55-469e-b606-bfbbf5033a9d" providerId="ADAL" clId="{F75CD730-4B93-4946-A438-1D617634E6A9}" dt="2024-07-24T05:54:55.668" v="298" actId="478"/>
          <ac:spMkLst>
            <pc:docMk/>
            <pc:sldMk cId="788611348" sldId="265"/>
            <ac:spMk id="4" creationId="{9CDC84E2-CC62-275F-B226-D8D2249B1B9A}"/>
          </ac:spMkLst>
        </pc:spChg>
        <pc:spChg chg="add del mod">
          <ac:chgData name="髙田　陽斗" userId="349aba5d-2d55-469e-b606-bfbbf5033a9d" providerId="ADAL" clId="{F75CD730-4B93-4946-A438-1D617634E6A9}" dt="2024-07-24T05:54:55.668" v="298" actId="478"/>
          <ac:spMkLst>
            <pc:docMk/>
            <pc:sldMk cId="788611348" sldId="265"/>
            <ac:spMk id="5" creationId="{843830D2-6E00-2C9F-558B-B34B0E632351}"/>
          </ac:spMkLst>
        </pc:spChg>
        <pc:spChg chg="add del mod">
          <ac:chgData name="髙田　陽斗" userId="349aba5d-2d55-469e-b606-bfbbf5033a9d" providerId="ADAL" clId="{F75CD730-4B93-4946-A438-1D617634E6A9}" dt="2024-07-24T05:54:55.668" v="298" actId="478"/>
          <ac:spMkLst>
            <pc:docMk/>
            <pc:sldMk cId="788611348" sldId="265"/>
            <ac:spMk id="6" creationId="{582A47BC-38A0-E9EC-9179-91D06D68AFDF}"/>
          </ac:spMkLst>
        </pc:spChg>
        <pc:spChg chg="add del mod">
          <ac:chgData name="髙田　陽斗" userId="349aba5d-2d55-469e-b606-bfbbf5033a9d" providerId="ADAL" clId="{F75CD730-4B93-4946-A438-1D617634E6A9}" dt="2024-07-24T05:54:55.668" v="298" actId="478"/>
          <ac:spMkLst>
            <pc:docMk/>
            <pc:sldMk cId="788611348" sldId="265"/>
            <ac:spMk id="7" creationId="{AA490DC6-CB9E-1360-C9E5-3AAF4151CDF0}"/>
          </ac:spMkLst>
        </pc:spChg>
        <pc:spChg chg="add del mod">
          <ac:chgData name="髙田　陽斗" userId="349aba5d-2d55-469e-b606-bfbbf5033a9d" providerId="ADAL" clId="{F75CD730-4B93-4946-A438-1D617634E6A9}" dt="2024-07-24T05:54:55.668" v="298" actId="478"/>
          <ac:spMkLst>
            <pc:docMk/>
            <pc:sldMk cId="788611348" sldId="265"/>
            <ac:spMk id="8" creationId="{C1B383C7-4206-2D06-9CD1-073342149B6F}"/>
          </ac:spMkLst>
        </pc:spChg>
        <pc:spChg chg="add del mod">
          <ac:chgData name="髙田　陽斗" userId="349aba5d-2d55-469e-b606-bfbbf5033a9d" providerId="ADAL" clId="{F75CD730-4B93-4946-A438-1D617634E6A9}" dt="2024-07-24T05:54:55.668" v="298" actId="478"/>
          <ac:spMkLst>
            <pc:docMk/>
            <pc:sldMk cId="788611348" sldId="265"/>
            <ac:spMk id="9" creationId="{3DAC1E12-309F-8DA7-EE91-63CF447CED76}"/>
          </ac:spMkLst>
        </pc:spChg>
        <pc:spChg chg="add del mod">
          <ac:chgData name="髙田　陽斗" userId="349aba5d-2d55-469e-b606-bfbbf5033a9d" providerId="ADAL" clId="{F75CD730-4B93-4946-A438-1D617634E6A9}" dt="2024-07-24T05:54:55.668" v="298" actId="478"/>
          <ac:spMkLst>
            <pc:docMk/>
            <pc:sldMk cId="788611348" sldId="265"/>
            <ac:spMk id="10" creationId="{E9D5D545-BA8C-C27E-C96B-5A0C7410EBE6}"/>
          </ac:spMkLst>
        </pc:spChg>
        <pc:spChg chg="add del mod">
          <ac:chgData name="髙田　陽斗" userId="349aba5d-2d55-469e-b606-bfbbf5033a9d" providerId="ADAL" clId="{F75CD730-4B93-4946-A438-1D617634E6A9}" dt="2024-07-24T05:54:55.668" v="298" actId="478"/>
          <ac:spMkLst>
            <pc:docMk/>
            <pc:sldMk cId="788611348" sldId="265"/>
            <ac:spMk id="11" creationId="{AF611BF5-2A62-B1E1-AA82-C5AEBD840AE6}"/>
          </ac:spMkLst>
        </pc:spChg>
        <pc:spChg chg="add del mod">
          <ac:chgData name="髙田　陽斗" userId="349aba5d-2d55-469e-b606-bfbbf5033a9d" providerId="ADAL" clId="{F75CD730-4B93-4946-A438-1D617634E6A9}" dt="2024-07-24T05:54:55.668" v="298" actId="478"/>
          <ac:spMkLst>
            <pc:docMk/>
            <pc:sldMk cId="788611348" sldId="265"/>
            <ac:spMk id="12" creationId="{5126595C-54AE-8786-EDD9-29D473431FF3}"/>
          </ac:spMkLst>
        </pc:spChg>
        <pc:spChg chg="mod">
          <ac:chgData name="髙田　陽斗" userId="349aba5d-2d55-469e-b606-bfbbf5033a9d" providerId="ADAL" clId="{F75CD730-4B93-4946-A438-1D617634E6A9}" dt="2024-07-24T05:44:45.840" v="260"/>
          <ac:spMkLst>
            <pc:docMk/>
            <pc:sldMk cId="788611348" sldId="265"/>
            <ac:spMk id="15" creationId="{26B4706B-430E-A598-4214-40A8C7E35A42}"/>
          </ac:spMkLst>
        </pc:spChg>
        <pc:spChg chg="mod">
          <ac:chgData name="髙田　陽斗" userId="349aba5d-2d55-469e-b606-bfbbf5033a9d" providerId="ADAL" clId="{F75CD730-4B93-4946-A438-1D617634E6A9}" dt="2024-07-24T05:44:45.840" v="260"/>
          <ac:spMkLst>
            <pc:docMk/>
            <pc:sldMk cId="788611348" sldId="265"/>
            <ac:spMk id="16" creationId="{F4E95EA1-33FD-1790-B42B-0CA9F902F1EF}"/>
          </ac:spMkLst>
        </pc:spChg>
        <pc:spChg chg="mod">
          <ac:chgData name="髙田　陽斗" userId="349aba5d-2d55-469e-b606-bfbbf5033a9d" providerId="ADAL" clId="{F75CD730-4B93-4946-A438-1D617634E6A9}" dt="2024-07-24T05:44:45.840" v="260"/>
          <ac:spMkLst>
            <pc:docMk/>
            <pc:sldMk cId="788611348" sldId="265"/>
            <ac:spMk id="17" creationId="{3F2AB1CE-0843-FBA9-D329-7E4568676AF6}"/>
          </ac:spMkLst>
        </pc:spChg>
        <pc:spChg chg="mod">
          <ac:chgData name="髙田　陽斗" userId="349aba5d-2d55-469e-b606-bfbbf5033a9d" providerId="ADAL" clId="{F75CD730-4B93-4946-A438-1D617634E6A9}" dt="2024-07-24T05:44:45.840" v="260"/>
          <ac:spMkLst>
            <pc:docMk/>
            <pc:sldMk cId="788611348" sldId="265"/>
            <ac:spMk id="18" creationId="{11A45F92-2FE2-7B84-F347-7076AD8D1B61}"/>
          </ac:spMkLst>
        </pc:spChg>
        <pc:spChg chg="add del mod">
          <ac:chgData name="髙田　陽斗" userId="349aba5d-2d55-469e-b606-bfbbf5033a9d" providerId="ADAL" clId="{F75CD730-4B93-4946-A438-1D617634E6A9}" dt="2024-07-24T05:54:55.668" v="298" actId="478"/>
          <ac:spMkLst>
            <pc:docMk/>
            <pc:sldMk cId="788611348" sldId="265"/>
            <ac:spMk id="19" creationId="{EBDA383E-9A86-E5AE-E4E7-AB740582B7E5}"/>
          </ac:spMkLst>
        </pc:spChg>
        <pc:spChg chg="add del mod">
          <ac:chgData name="髙田　陽斗" userId="349aba5d-2d55-469e-b606-bfbbf5033a9d" providerId="ADAL" clId="{F75CD730-4B93-4946-A438-1D617634E6A9}" dt="2024-07-24T05:54:55.668" v="298" actId="478"/>
          <ac:spMkLst>
            <pc:docMk/>
            <pc:sldMk cId="788611348" sldId="265"/>
            <ac:spMk id="20" creationId="{0A70C368-FB5B-705A-D593-8EBC7AD5942A}"/>
          </ac:spMkLst>
        </pc:spChg>
        <pc:spChg chg="add del mod">
          <ac:chgData name="髙田　陽斗" userId="349aba5d-2d55-469e-b606-bfbbf5033a9d" providerId="ADAL" clId="{F75CD730-4B93-4946-A438-1D617634E6A9}" dt="2024-07-24T05:54:55.668" v="298" actId="478"/>
          <ac:spMkLst>
            <pc:docMk/>
            <pc:sldMk cId="788611348" sldId="265"/>
            <ac:spMk id="21" creationId="{036D5E14-C0A3-0D14-B284-FD9ECBC045A5}"/>
          </ac:spMkLst>
        </pc:spChg>
        <pc:spChg chg="add del mod">
          <ac:chgData name="髙田　陽斗" userId="349aba5d-2d55-469e-b606-bfbbf5033a9d" providerId="ADAL" clId="{F75CD730-4B93-4946-A438-1D617634E6A9}" dt="2024-07-24T05:54:55.668" v="298" actId="478"/>
          <ac:spMkLst>
            <pc:docMk/>
            <pc:sldMk cId="788611348" sldId="265"/>
            <ac:spMk id="22" creationId="{8C8A2264-1AAE-8B0A-1090-C7550314A146}"/>
          </ac:spMkLst>
        </pc:spChg>
        <pc:spChg chg="add del mod">
          <ac:chgData name="髙田　陽斗" userId="349aba5d-2d55-469e-b606-bfbbf5033a9d" providerId="ADAL" clId="{F75CD730-4B93-4946-A438-1D617634E6A9}" dt="2024-07-24T05:54:55.668" v="298" actId="478"/>
          <ac:spMkLst>
            <pc:docMk/>
            <pc:sldMk cId="788611348" sldId="265"/>
            <ac:spMk id="23" creationId="{14F5A62E-2B4E-1AF2-19AE-4EE622927107}"/>
          </ac:spMkLst>
        </pc:spChg>
        <pc:spChg chg="add del mod">
          <ac:chgData name="髙田　陽斗" userId="349aba5d-2d55-469e-b606-bfbbf5033a9d" providerId="ADAL" clId="{F75CD730-4B93-4946-A438-1D617634E6A9}" dt="2024-07-24T05:54:55.668" v="298" actId="478"/>
          <ac:spMkLst>
            <pc:docMk/>
            <pc:sldMk cId="788611348" sldId="265"/>
            <ac:spMk id="24" creationId="{88F5CAA2-FE8A-8F17-F200-9A8FD3440E3D}"/>
          </ac:spMkLst>
        </pc:spChg>
        <pc:spChg chg="add mod">
          <ac:chgData name="髙田　陽斗" userId="349aba5d-2d55-469e-b606-bfbbf5033a9d" providerId="ADAL" clId="{F75CD730-4B93-4946-A438-1D617634E6A9}" dt="2024-07-24T05:54:56.250" v="299"/>
          <ac:spMkLst>
            <pc:docMk/>
            <pc:sldMk cId="788611348" sldId="265"/>
            <ac:spMk id="25" creationId="{7AB8A799-CC90-5309-358D-EA4CF19E0D5C}"/>
          </ac:spMkLst>
        </pc:spChg>
        <pc:spChg chg="add mod">
          <ac:chgData name="髙田　陽斗" userId="349aba5d-2d55-469e-b606-bfbbf5033a9d" providerId="ADAL" clId="{F75CD730-4B93-4946-A438-1D617634E6A9}" dt="2024-07-24T05:54:56.250" v="299"/>
          <ac:spMkLst>
            <pc:docMk/>
            <pc:sldMk cId="788611348" sldId="265"/>
            <ac:spMk id="26" creationId="{730BD86F-1ED5-2476-BC6B-37A3E6E6D4BF}"/>
          </ac:spMkLst>
        </pc:spChg>
        <pc:spChg chg="add mod">
          <ac:chgData name="髙田　陽斗" userId="349aba5d-2d55-469e-b606-bfbbf5033a9d" providerId="ADAL" clId="{F75CD730-4B93-4946-A438-1D617634E6A9}" dt="2024-07-24T05:54:56.250" v="299"/>
          <ac:spMkLst>
            <pc:docMk/>
            <pc:sldMk cId="788611348" sldId="265"/>
            <ac:spMk id="27" creationId="{E6201C58-9F2A-D1CE-A8F3-6CF05A349541}"/>
          </ac:spMkLst>
        </pc:spChg>
        <pc:spChg chg="add mod">
          <ac:chgData name="髙田　陽斗" userId="349aba5d-2d55-469e-b606-bfbbf5033a9d" providerId="ADAL" clId="{F75CD730-4B93-4946-A438-1D617634E6A9}" dt="2024-07-24T05:54:56.250" v="299"/>
          <ac:spMkLst>
            <pc:docMk/>
            <pc:sldMk cId="788611348" sldId="265"/>
            <ac:spMk id="28" creationId="{5B406C55-08DD-2D8E-4BD5-577E2888458F}"/>
          </ac:spMkLst>
        </pc:spChg>
        <pc:spChg chg="add mod">
          <ac:chgData name="髙田　陽斗" userId="349aba5d-2d55-469e-b606-bfbbf5033a9d" providerId="ADAL" clId="{F75CD730-4B93-4946-A438-1D617634E6A9}" dt="2024-07-24T05:54:56.250" v="299"/>
          <ac:spMkLst>
            <pc:docMk/>
            <pc:sldMk cId="788611348" sldId="265"/>
            <ac:spMk id="29" creationId="{03E0F75E-23CC-8EC8-C4AE-32E47031A6FD}"/>
          </ac:spMkLst>
        </pc:spChg>
        <pc:spChg chg="add mod">
          <ac:chgData name="髙田　陽斗" userId="349aba5d-2d55-469e-b606-bfbbf5033a9d" providerId="ADAL" clId="{F75CD730-4B93-4946-A438-1D617634E6A9}" dt="2024-07-24T05:54:56.250" v="299"/>
          <ac:spMkLst>
            <pc:docMk/>
            <pc:sldMk cId="788611348" sldId="265"/>
            <ac:spMk id="30" creationId="{28F159B8-8C96-4830-8D8C-9D85C4CEA9F4}"/>
          </ac:spMkLst>
        </pc:spChg>
        <pc:spChg chg="add mod">
          <ac:chgData name="髙田　陽斗" userId="349aba5d-2d55-469e-b606-bfbbf5033a9d" providerId="ADAL" clId="{F75CD730-4B93-4946-A438-1D617634E6A9}" dt="2024-07-24T05:54:56.250" v="299"/>
          <ac:spMkLst>
            <pc:docMk/>
            <pc:sldMk cId="788611348" sldId="265"/>
            <ac:spMk id="31" creationId="{C221D2B9-5603-309F-EDAF-1E80DFD910AA}"/>
          </ac:spMkLst>
        </pc:spChg>
        <pc:spChg chg="add mod">
          <ac:chgData name="髙田　陽斗" userId="349aba5d-2d55-469e-b606-bfbbf5033a9d" providerId="ADAL" clId="{F75CD730-4B93-4946-A438-1D617634E6A9}" dt="2024-07-24T05:54:56.250" v="299"/>
          <ac:spMkLst>
            <pc:docMk/>
            <pc:sldMk cId="788611348" sldId="265"/>
            <ac:spMk id="32" creationId="{DBA0144A-63EA-DEC6-C6D8-13E24CCE1902}"/>
          </ac:spMkLst>
        </pc:spChg>
        <pc:spChg chg="add mod">
          <ac:chgData name="髙田　陽斗" userId="349aba5d-2d55-469e-b606-bfbbf5033a9d" providerId="ADAL" clId="{F75CD730-4B93-4946-A438-1D617634E6A9}" dt="2024-07-24T05:54:56.250" v="299"/>
          <ac:spMkLst>
            <pc:docMk/>
            <pc:sldMk cId="788611348" sldId="265"/>
            <ac:spMk id="33" creationId="{2031032F-501C-B424-9F6E-DD4881D04B02}"/>
          </ac:spMkLst>
        </pc:spChg>
        <pc:spChg chg="add mod">
          <ac:chgData name="髙田　陽斗" userId="349aba5d-2d55-469e-b606-bfbbf5033a9d" providerId="ADAL" clId="{F75CD730-4B93-4946-A438-1D617634E6A9}" dt="2024-07-24T05:54:56.250" v="299"/>
          <ac:spMkLst>
            <pc:docMk/>
            <pc:sldMk cId="788611348" sldId="265"/>
            <ac:spMk id="34" creationId="{BAA51974-469D-F103-C0EA-FDA1216CCAF8}"/>
          </ac:spMkLst>
        </pc:spChg>
        <pc:spChg chg="add mod">
          <ac:chgData name="髙田　陽斗" userId="349aba5d-2d55-469e-b606-bfbbf5033a9d" providerId="ADAL" clId="{F75CD730-4B93-4946-A438-1D617634E6A9}" dt="2024-07-24T05:54:56.250" v="299"/>
          <ac:spMkLst>
            <pc:docMk/>
            <pc:sldMk cId="788611348" sldId="265"/>
            <ac:spMk id="35" creationId="{3AFCAE1B-D681-06BE-9F60-E1B9F0ABB5DF}"/>
          </ac:spMkLst>
        </pc:spChg>
        <pc:spChg chg="mod">
          <ac:chgData name="髙田　陽斗" userId="349aba5d-2d55-469e-b606-bfbbf5033a9d" providerId="ADAL" clId="{F75CD730-4B93-4946-A438-1D617634E6A9}" dt="2024-07-24T05:54:56.250" v="299"/>
          <ac:spMkLst>
            <pc:docMk/>
            <pc:sldMk cId="788611348" sldId="265"/>
            <ac:spMk id="37" creationId="{AF23E96E-9962-19C4-3F5E-51AF3DC26143}"/>
          </ac:spMkLst>
        </pc:spChg>
        <pc:spChg chg="mod">
          <ac:chgData name="髙田　陽斗" userId="349aba5d-2d55-469e-b606-bfbbf5033a9d" providerId="ADAL" clId="{F75CD730-4B93-4946-A438-1D617634E6A9}" dt="2024-07-24T05:54:56.250" v="299"/>
          <ac:spMkLst>
            <pc:docMk/>
            <pc:sldMk cId="788611348" sldId="265"/>
            <ac:spMk id="38" creationId="{58E825DF-4375-066E-4552-F9CF03D8D403}"/>
          </ac:spMkLst>
        </pc:spChg>
        <pc:spChg chg="mod">
          <ac:chgData name="髙田　陽斗" userId="349aba5d-2d55-469e-b606-bfbbf5033a9d" providerId="ADAL" clId="{F75CD730-4B93-4946-A438-1D617634E6A9}" dt="2024-07-24T05:54:56.250" v="299"/>
          <ac:spMkLst>
            <pc:docMk/>
            <pc:sldMk cId="788611348" sldId="265"/>
            <ac:spMk id="39" creationId="{C92BF338-1B81-E6B0-3C94-8BC86F172178}"/>
          </ac:spMkLst>
        </pc:spChg>
        <pc:spChg chg="mod">
          <ac:chgData name="髙田　陽斗" userId="349aba5d-2d55-469e-b606-bfbbf5033a9d" providerId="ADAL" clId="{F75CD730-4B93-4946-A438-1D617634E6A9}" dt="2024-07-24T05:54:56.250" v="299"/>
          <ac:spMkLst>
            <pc:docMk/>
            <pc:sldMk cId="788611348" sldId="265"/>
            <ac:spMk id="40" creationId="{E573C1B3-DFDB-A471-A79C-1FA89DD000F0}"/>
          </ac:spMkLst>
        </pc:spChg>
        <pc:spChg chg="add mod">
          <ac:chgData name="髙田　陽斗" userId="349aba5d-2d55-469e-b606-bfbbf5033a9d" providerId="ADAL" clId="{F75CD730-4B93-4946-A438-1D617634E6A9}" dt="2024-07-24T05:54:56.250" v="299"/>
          <ac:spMkLst>
            <pc:docMk/>
            <pc:sldMk cId="788611348" sldId="265"/>
            <ac:spMk id="41" creationId="{B532C84E-F800-66CA-910F-215786754964}"/>
          </ac:spMkLst>
        </pc:spChg>
        <pc:spChg chg="add mod">
          <ac:chgData name="髙田　陽斗" userId="349aba5d-2d55-469e-b606-bfbbf5033a9d" providerId="ADAL" clId="{F75CD730-4B93-4946-A438-1D617634E6A9}" dt="2024-07-24T05:54:56.250" v="299"/>
          <ac:spMkLst>
            <pc:docMk/>
            <pc:sldMk cId="788611348" sldId="265"/>
            <ac:spMk id="42" creationId="{5ED58173-0CBE-E1BF-3161-D4124EF32A57}"/>
          </ac:spMkLst>
        </pc:spChg>
        <pc:spChg chg="mod">
          <ac:chgData name="髙田　陽斗" userId="349aba5d-2d55-469e-b606-bfbbf5033a9d" providerId="ADAL" clId="{F75CD730-4B93-4946-A438-1D617634E6A9}" dt="2024-07-24T05:54:56.250" v="299"/>
          <ac:spMkLst>
            <pc:docMk/>
            <pc:sldMk cId="788611348" sldId="265"/>
            <ac:spMk id="44" creationId="{5ECDA3EC-5A1F-7CD7-E411-BCC2114A8C23}"/>
          </ac:spMkLst>
        </pc:spChg>
        <pc:spChg chg="mod">
          <ac:chgData name="髙田　陽斗" userId="349aba5d-2d55-469e-b606-bfbbf5033a9d" providerId="ADAL" clId="{F75CD730-4B93-4946-A438-1D617634E6A9}" dt="2024-07-24T05:54:56.250" v="299"/>
          <ac:spMkLst>
            <pc:docMk/>
            <pc:sldMk cId="788611348" sldId="265"/>
            <ac:spMk id="45" creationId="{9FD59A01-0400-4573-E60A-B46E9EAFA69B}"/>
          </ac:spMkLst>
        </pc:spChg>
        <pc:spChg chg="mod">
          <ac:chgData name="髙田　陽斗" userId="349aba5d-2d55-469e-b606-bfbbf5033a9d" providerId="ADAL" clId="{F75CD730-4B93-4946-A438-1D617634E6A9}" dt="2024-07-24T05:54:56.250" v="299"/>
          <ac:spMkLst>
            <pc:docMk/>
            <pc:sldMk cId="788611348" sldId="265"/>
            <ac:spMk id="47" creationId="{97C26B61-796F-29CE-8EC8-8F9117343943}"/>
          </ac:spMkLst>
        </pc:spChg>
        <pc:spChg chg="mod">
          <ac:chgData name="髙田　陽斗" userId="349aba5d-2d55-469e-b606-bfbbf5033a9d" providerId="ADAL" clId="{F75CD730-4B93-4946-A438-1D617634E6A9}" dt="2024-07-24T05:54:56.250" v="299"/>
          <ac:spMkLst>
            <pc:docMk/>
            <pc:sldMk cId="788611348" sldId="265"/>
            <ac:spMk id="48" creationId="{A2815E04-850C-8A58-F709-BB5960E2A6B8}"/>
          </ac:spMkLst>
        </pc:spChg>
        <pc:grpChg chg="add del mod">
          <ac:chgData name="髙田　陽斗" userId="349aba5d-2d55-469e-b606-bfbbf5033a9d" providerId="ADAL" clId="{F75CD730-4B93-4946-A438-1D617634E6A9}" dt="2024-07-24T05:54:55.668" v="298" actId="478"/>
          <ac:grpSpMkLst>
            <pc:docMk/>
            <pc:sldMk cId="788611348" sldId="265"/>
            <ac:grpSpMk id="14" creationId="{866955F6-3DBC-F477-C3DC-0850F7447527}"/>
          </ac:grpSpMkLst>
        </pc:grpChg>
        <pc:grpChg chg="add mod">
          <ac:chgData name="髙田　陽斗" userId="349aba5d-2d55-469e-b606-bfbbf5033a9d" providerId="ADAL" clId="{F75CD730-4B93-4946-A438-1D617634E6A9}" dt="2024-07-24T05:54:56.250" v="299"/>
          <ac:grpSpMkLst>
            <pc:docMk/>
            <pc:sldMk cId="788611348" sldId="265"/>
            <ac:grpSpMk id="36" creationId="{79990619-382B-6566-9D1E-6C42E88E181B}"/>
          </ac:grpSpMkLst>
        </pc:grpChg>
        <pc:grpChg chg="add mod">
          <ac:chgData name="髙田　陽斗" userId="349aba5d-2d55-469e-b606-bfbbf5033a9d" providerId="ADAL" clId="{F75CD730-4B93-4946-A438-1D617634E6A9}" dt="2024-07-24T05:54:56.250" v="299"/>
          <ac:grpSpMkLst>
            <pc:docMk/>
            <pc:sldMk cId="788611348" sldId="265"/>
            <ac:grpSpMk id="43" creationId="{669918B7-961F-69B2-D1B7-5BEEE0828CE3}"/>
          </ac:grpSpMkLst>
        </pc:grpChg>
        <pc:grpChg chg="add mod">
          <ac:chgData name="髙田　陽斗" userId="349aba5d-2d55-469e-b606-bfbbf5033a9d" providerId="ADAL" clId="{F75CD730-4B93-4946-A438-1D617634E6A9}" dt="2024-07-24T05:54:56.250" v="299"/>
          <ac:grpSpMkLst>
            <pc:docMk/>
            <pc:sldMk cId="788611348" sldId="265"/>
            <ac:grpSpMk id="46" creationId="{AD33CF83-E2EB-4B84-CE66-242501906431}"/>
          </ac:grpSpMkLst>
        </pc:grpChg>
        <pc:cxnChg chg="add del mod">
          <ac:chgData name="髙田　陽斗" userId="349aba5d-2d55-469e-b606-bfbbf5033a9d" providerId="ADAL" clId="{F75CD730-4B93-4946-A438-1D617634E6A9}" dt="2024-07-24T05:54:55.668" v="298" actId="478"/>
          <ac:cxnSpMkLst>
            <pc:docMk/>
            <pc:sldMk cId="788611348" sldId="265"/>
            <ac:cxnSpMk id="13" creationId="{6DD6377B-CBB5-00FF-2190-8ED337CD5A24}"/>
          </ac:cxnSpMkLst>
        </pc:cxnChg>
      </pc:sldChg>
      <pc:sldChg chg="addSp delSp modSp new mod modTransition modAnim">
        <pc:chgData name="髙田　陽斗" userId="349aba5d-2d55-469e-b606-bfbbf5033a9d" providerId="ADAL" clId="{F75CD730-4B93-4946-A438-1D617634E6A9}" dt="2024-07-26T01:28:20.717" v="5343"/>
        <pc:sldMkLst>
          <pc:docMk/>
          <pc:sldMk cId="3961883754" sldId="266"/>
        </pc:sldMkLst>
        <pc:spChg chg="add del mod">
          <ac:chgData name="髙田　陽斗" userId="349aba5d-2d55-469e-b606-bfbbf5033a9d" providerId="ADAL" clId="{F75CD730-4B93-4946-A438-1D617634E6A9}" dt="2024-07-24T05:57:28.238" v="313" actId="478"/>
          <ac:spMkLst>
            <pc:docMk/>
            <pc:sldMk cId="3961883754" sldId="266"/>
            <ac:spMk id="2" creationId="{1303B5DB-E8DF-6205-AEF3-437BD29BF41F}"/>
          </ac:spMkLst>
        </pc:spChg>
        <pc:spChg chg="add mod">
          <ac:chgData name="髙田　陽斗" userId="349aba5d-2d55-469e-b606-bfbbf5033a9d" providerId="ADAL" clId="{F75CD730-4B93-4946-A438-1D617634E6A9}" dt="2024-07-24T06:20:37.841" v="425" actId="1076"/>
          <ac:spMkLst>
            <pc:docMk/>
            <pc:sldMk cId="3961883754" sldId="266"/>
            <ac:spMk id="2" creationId="{99A238F8-CDA5-4F1D-8865-5401A2D13BCC}"/>
          </ac:spMkLst>
        </pc:spChg>
        <pc:spChg chg="mod">
          <ac:chgData name="髙田　陽斗" userId="349aba5d-2d55-469e-b606-bfbbf5033a9d" providerId="ADAL" clId="{F75CD730-4B93-4946-A438-1D617634E6A9}" dt="2024-07-24T05:46:22.484" v="266"/>
          <ac:spMkLst>
            <pc:docMk/>
            <pc:sldMk cId="3961883754" sldId="266"/>
            <ac:spMk id="5" creationId="{AB44EBC3-7396-CA4D-ED71-B2D2F16F86A4}"/>
          </ac:spMkLst>
        </pc:spChg>
        <pc:spChg chg="mod">
          <ac:chgData name="髙田　陽斗" userId="349aba5d-2d55-469e-b606-bfbbf5033a9d" providerId="ADAL" clId="{F75CD730-4B93-4946-A438-1D617634E6A9}" dt="2024-07-24T05:46:22.484" v="266"/>
          <ac:spMkLst>
            <pc:docMk/>
            <pc:sldMk cId="3961883754" sldId="266"/>
            <ac:spMk id="6" creationId="{68988D89-D6B2-0103-B45D-CCC89D185267}"/>
          </ac:spMkLst>
        </pc:spChg>
        <pc:spChg chg="mod">
          <ac:chgData name="髙田　陽斗" userId="349aba5d-2d55-469e-b606-bfbbf5033a9d" providerId="ADAL" clId="{F75CD730-4B93-4946-A438-1D617634E6A9}" dt="2024-07-24T05:46:22.484" v="266"/>
          <ac:spMkLst>
            <pc:docMk/>
            <pc:sldMk cId="3961883754" sldId="266"/>
            <ac:spMk id="8" creationId="{30368C12-DCF6-6449-2B57-8A1E25100EE0}"/>
          </ac:spMkLst>
        </pc:spChg>
        <pc:spChg chg="mod">
          <ac:chgData name="髙田　陽斗" userId="349aba5d-2d55-469e-b606-bfbbf5033a9d" providerId="ADAL" clId="{F75CD730-4B93-4946-A438-1D617634E6A9}" dt="2024-07-24T05:46:22.484" v="266"/>
          <ac:spMkLst>
            <pc:docMk/>
            <pc:sldMk cId="3961883754" sldId="266"/>
            <ac:spMk id="9" creationId="{C81BF533-0F48-1256-A93F-EA58201A4365}"/>
          </ac:spMkLst>
        </pc:spChg>
        <pc:spChg chg="mod">
          <ac:chgData name="髙田　陽斗" userId="349aba5d-2d55-469e-b606-bfbbf5033a9d" providerId="ADAL" clId="{F75CD730-4B93-4946-A438-1D617634E6A9}" dt="2024-07-24T05:46:22.484" v="266"/>
          <ac:spMkLst>
            <pc:docMk/>
            <pc:sldMk cId="3961883754" sldId="266"/>
            <ac:spMk id="10" creationId="{35058274-0F9B-8554-B9D8-0F7F828587B2}"/>
          </ac:spMkLst>
        </pc:spChg>
        <pc:spChg chg="mod">
          <ac:chgData name="髙田　陽斗" userId="349aba5d-2d55-469e-b606-bfbbf5033a9d" providerId="ADAL" clId="{F75CD730-4B93-4946-A438-1D617634E6A9}" dt="2024-07-24T05:46:22.484" v="266"/>
          <ac:spMkLst>
            <pc:docMk/>
            <pc:sldMk cId="3961883754" sldId="266"/>
            <ac:spMk id="11" creationId="{01981415-F011-0484-7EA9-0F62BBDEFBBB}"/>
          </ac:spMkLst>
        </pc:spChg>
        <pc:spChg chg="add mod">
          <ac:chgData name="髙田　陽斗" userId="349aba5d-2d55-469e-b606-bfbbf5033a9d" providerId="ADAL" clId="{F75CD730-4B93-4946-A438-1D617634E6A9}" dt="2024-07-24T05:57:48.341" v="316" actId="1076"/>
          <ac:spMkLst>
            <pc:docMk/>
            <pc:sldMk cId="3961883754" sldId="266"/>
            <ac:spMk id="12" creationId="{F492F17B-BB2C-70EB-0D18-086B1EF1CD7E}"/>
          </ac:spMkLst>
        </pc:spChg>
        <pc:spChg chg="add mod">
          <ac:chgData name="髙田　陽斗" userId="349aba5d-2d55-469e-b606-bfbbf5033a9d" providerId="ADAL" clId="{F75CD730-4B93-4946-A438-1D617634E6A9}" dt="2024-07-24T05:57:48.341" v="316" actId="1076"/>
          <ac:spMkLst>
            <pc:docMk/>
            <pc:sldMk cId="3961883754" sldId="266"/>
            <ac:spMk id="13" creationId="{8843C798-13E4-F1AD-5F1A-BCE3C9084044}"/>
          </ac:spMkLst>
        </pc:spChg>
        <pc:spChg chg="add mod">
          <ac:chgData name="髙田　陽斗" userId="349aba5d-2d55-469e-b606-bfbbf5033a9d" providerId="ADAL" clId="{F75CD730-4B93-4946-A438-1D617634E6A9}" dt="2024-07-24T05:46:22.484" v="266"/>
          <ac:spMkLst>
            <pc:docMk/>
            <pc:sldMk cId="3961883754" sldId="266"/>
            <ac:spMk id="14" creationId="{C5F9E02A-75E6-CF0A-11F6-B88E0D4E4B36}"/>
          </ac:spMkLst>
        </pc:spChg>
        <pc:spChg chg="add mod">
          <ac:chgData name="髙田　陽斗" userId="349aba5d-2d55-469e-b606-bfbbf5033a9d" providerId="ADAL" clId="{F75CD730-4B93-4946-A438-1D617634E6A9}" dt="2024-07-24T05:46:22.484" v="266"/>
          <ac:spMkLst>
            <pc:docMk/>
            <pc:sldMk cId="3961883754" sldId="266"/>
            <ac:spMk id="15" creationId="{12A0C8C6-113D-5D59-17D3-60C795CFF0B6}"/>
          </ac:spMkLst>
        </pc:spChg>
        <pc:spChg chg="add mod">
          <ac:chgData name="髙田　陽斗" userId="349aba5d-2d55-469e-b606-bfbbf5033a9d" providerId="ADAL" clId="{F75CD730-4B93-4946-A438-1D617634E6A9}" dt="2024-07-24T05:46:22.484" v="266"/>
          <ac:spMkLst>
            <pc:docMk/>
            <pc:sldMk cId="3961883754" sldId="266"/>
            <ac:spMk id="16" creationId="{7C7FC4B7-016F-9329-0C45-4DFCE4440A1A}"/>
          </ac:spMkLst>
        </pc:spChg>
        <pc:spChg chg="add mod">
          <ac:chgData name="髙田　陽斗" userId="349aba5d-2d55-469e-b606-bfbbf5033a9d" providerId="ADAL" clId="{F75CD730-4B93-4946-A438-1D617634E6A9}" dt="2024-07-24T05:46:22.484" v="266"/>
          <ac:spMkLst>
            <pc:docMk/>
            <pc:sldMk cId="3961883754" sldId="266"/>
            <ac:spMk id="17" creationId="{61FD88DB-DECF-0441-C5A1-8854C97E78FC}"/>
          </ac:spMkLst>
        </pc:spChg>
        <pc:spChg chg="add mod">
          <ac:chgData name="髙田　陽斗" userId="349aba5d-2d55-469e-b606-bfbbf5033a9d" providerId="ADAL" clId="{F75CD730-4B93-4946-A438-1D617634E6A9}" dt="2024-07-24T05:46:22.484" v="266"/>
          <ac:spMkLst>
            <pc:docMk/>
            <pc:sldMk cId="3961883754" sldId="266"/>
            <ac:spMk id="18" creationId="{57BF2F59-8C15-20B4-4454-47EBE719FB09}"/>
          </ac:spMkLst>
        </pc:spChg>
        <pc:spChg chg="add mod">
          <ac:chgData name="髙田　陽斗" userId="349aba5d-2d55-469e-b606-bfbbf5033a9d" providerId="ADAL" clId="{F75CD730-4B93-4946-A438-1D617634E6A9}" dt="2024-07-24T05:46:22.484" v="266"/>
          <ac:spMkLst>
            <pc:docMk/>
            <pc:sldMk cId="3961883754" sldId="266"/>
            <ac:spMk id="23" creationId="{A04A8C54-7679-2753-79B2-89B4D87D8774}"/>
          </ac:spMkLst>
        </pc:spChg>
        <pc:spChg chg="add mod">
          <ac:chgData name="髙田　陽斗" userId="349aba5d-2d55-469e-b606-bfbbf5033a9d" providerId="ADAL" clId="{F75CD730-4B93-4946-A438-1D617634E6A9}" dt="2024-07-24T05:46:22.484" v="266"/>
          <ac:spMkLst>
            <pc:docMk/>
            <pc:sldMk cId="3961883754" sldId="266"/>
            <ac:spMk id="24" creationId="{4D78BA98-B1A2-9AB5-1B63-D69AFBD5B017}"/>
          </ac:spMkLst>
        </pc:spChg>
        <pc:spChg chg="add mod">
          <ac:chgData name="髙田　陽斗" userId="349aba5d-2d55-469e-b606-bfbbf5033a9d" providerId="ADAL" clId="{F75CD730-4B93-4946-A438-1D617634E6A9}" dt="2024-07-24T05:46:22.484" v="266"/>
          <ac:spMkLst>
            <pc:docMk/>
            <pc:sldMk cId="3961883754" sldId="266"/>
            <ac:spMk id="25" creationId="{B0DD529C-193D-13B8-BB33-07839CC320BC}"/>
          </ac:spMkLst>
        </pc:spChg>
        <pc:spChg chg="add mod">
          <ac:chgData name="髙田　陽斗" userId="349aba5d-2d55-469e-b606-bfbbf5033a9d" providerId="ADAL" clId="{F75CD730-4B93-4946-A438-1D617634E6A9}" dt="2024-07-24T05:46:22.484" v="266"/>
          <ac:spMkLst>
            <pc:docMk/>
            <pc:sldMk cId="3961883754" sldId="266"/>
            <ac:spMk id="26" creationId="{29C97CDA-40C1-9643-928E-D666ACE8E67B}"/>
          </ac:spMkLst>
        </pc:spChg>
        <pc:spChg chg="add mod">
          <ac:chgData name="髙田　陽斗" userId="349aba5d-2d55-469e-b606-bfbbf5033a9d" providerId="ADAL" clId="{F75CD730-4B93-4946-A438-1D617634E6A9}" dt="2024-07-24T05:46:22.484" v="266"/>
          <ac:spMkLst>
            <pc:docMk/>
            <pc:sldMk cId="3961883754" sldId="266"/>
            <ac:spMk id="27" creationId="{45844A42-0DBD-28CA-0A80-FAC1FE7FF49D}"/>
          </ac:spMkLst>
        </pc:spChg>
        <pc:spChg chg="add mod">
          <ac:chgData name="髙田　陽斗" userId="349aba5d-2d55-469e-b606-bfbbf5033a9d" providerId="ADAL" clId="{F75CD730-4B93-4946-A438-1D617634E6A9}" dt="2024-07-24T05:46:22.484" v="266"/>
          <ac:spMkLst>
            <pc:docMk/>
            <pc:sldMk cId="3961883754" sldId="266"/>
            <ac:spMk id="28" creationId="{66475E34-966F-14FE-A7CD-6B159C08AF9D}"/>
          </ac:spMkLst>
        </pc:spChg>
        <pc:spChg chg="add mod">
          <ac:chgData name="髙田　陽斗" userId="349aba5d-2d55-469e-b606-bfbbf5033a9d" providerId="ADAL" clId="{F75CD730-4B93-4946-A438-1D617634E6A9}" dt="2024-07-24T05:46:22.484" v="266"/>
          <ac:spMkLst>
            <pc:docMk/>
            <pc:sldMk cId="3961883754" sldId="266"/>
            <ac:spMk id="29" creationId="{9C8BDF90-6879-FA2C-B1A1-159904FFAD75}"/>
          </ac:spMkLst>
        </pc:spChg>
        <pc:spChg chg="add mod">
          <ac:chgData name="髙田　陽斗" userId="349aba5d-2d55-469e-b606-bfbbf5033a9d" providerId="ADAL" clId="{F75CD730-4B93-4946-A438-1D617634E6A9}" dt="2024-07-24T05:57:54.511" v="317" actId="14100"/>
          <ac:spMkLst>
            <pc:docMk/>
            <pc:sldMk cId="3961883754" sldId="266"/>
            <ac:spMk id="30" creationId="{72AC924C-602D-393B-D169-88FFFC2C9714}"/>
          </ac:spMkLst>
        </pc:spChg>
        <pc:grpChg chg="add mod">
          <ac:chgData name="髙田　陽斗" userId="349aba5d-2d55-469e-b606-bfbbf5033a9d" providerId="ADAL" clId="{F75CD730-4B93-4946-A438-1D617634E6A9}" dt="2024-07-24T05:46:22.484" v="266"/>
          <ac:grpSpMkLst>
            <pc:docMk/>
            <pc:sldMk cId="3961883754" sldId="266"/>
            <ac:grpSpMk id="4" creationId="{DACCD132-4D19-09A5-8D90-2BE99235E9B5}"/>
          </ac:grpSpMkLst>
        </pc:grpChg>
        <pc:grpChg chg="add mod">
          <ac:chgData name="髙田　陽斗" userId="349aba5d-2d55-469e-b606-bfbbf5033a9d" providerId="ADAL" clId="{F75CD730-4B93-4946-A438-1D617634E6A9}" dt="2024-07-24T05:46:22.484" v="266"/>
          <ac:grpSpMkLst>
            <pc:docMk/>
            <pc:sldMk cId="3961883754" sldId="266"/>
            <ac:grpSpMk id="7" creationId="{F5BBD920-AC6A-B5BC-1812-B673E38491D0}"/>
          </ac:grpSpMkLst>
        </pc:grpChg>
        <pc:cxnChg chg="add mod">
          <ac:chgData name="髙田　陽斗" userId="349aba5d-2d55-469e-b606-bfbbf5033a9d" providerId="ADAL" clId="{F75CD730-4B93-4946-A438-1D617634E6A9}" dt="2024-07-24T05:57:57.874" v="318" actId="14100"/>
          <ac:cxnSpMkLst>
            <pc:docMk/>
            <pc:sldMk cId="3961883754" sldId="266"/>
            <ac:cxnSpMk id="3" creationId="{4D27384A-6CFE-1741-281D-2D694C228208}"/>
          </ac:cxnSpMkLst>
        </pc:cxnChg>
        <pc:cxnChg chg="add mod">
          <ac:chgData name="髙田　陽斗" userId="349aba5d-2d55-469e-b606-bfbbf5033a9d" providerId="ADAL" clId="{F75CD730-4B93-4946-A438-1D617634E6A9}" dt="2024-07-24T05:46:22.484" v="266"/>
          <ac:cxnSpMkLst>
            <pc:docMk/>
            <pc:sldMk cId="3961883754" sldId="266"/>
            <ac:cxnSpMk id="19" creationId="{75920FC2-F453-2C96-E991-C407CF4A5097}"/>
          </ac:cxnSpMkLst>
        </pc:cxnChg>
        <pc:cxnChg chg="add mod">
          <ac:chgData name="髙田　陽斗" userId="349aba5d-2d55-469e-b606-bfbbf5033a9d" providerId="ADAL" clId="{F75CD730-4B93-4946-A438-1D617634E6A9}" dt="2024-07-24T05:46:22.484" v="266"/>
          <ac:cxnSpMkLst>
            <pc:docMk/>
            <pc:sldMk cId="3961883754" sldId="266"/>
            <ac:cxnSpMk id="20" creationId="{5A7F79D7-3525-A398-62B9-B8A38C2FC1F1}"/>
          </ac:cxnSpMkLst>
        </pc:cxnChg>
        <pc:cxnChg chg="add mod">
          <ac:chgData name="髙田　陽斗" userId="349aba5d-2d55-469e-b606-bfbbf5033a9d" providerId="ADAL" clId="{F75CD730-4B93-4946-A438-1D617634E6A9}" dt="2024-07-24T05:46:22.484" v="266"/>
          <ac:cxnSpMkLst>
            <pc:docMk/>
            <pc:sldMk cId="3961883754" sldId="266"/>
            <ac:cxnSpMk id="21" creationId="{6448C76F-2571-E663-7531-1C6D4A41B080}"/>
          </ac:cxnSpMkLst>
        </pc:cxnChg>
        <pc:cxnChg chg="add mod">
          <ac:chgData name="髙田　陽斗" userId="349aba5d-2d55-469e-b606-bfbbf5033a9d" providerId="ADAL" clId="{F75CD730-4B93-4946-A438-1D617634E6A9}" dt="2024-07-24T05:46:22.484" v="266"/>
          <ac:cxnSpMkLst>
            <pc:docMk/>
            <pc:sldMk cId="3961883754" sldId="266"/>
            <ac:cxnSpMk id="22" creationId="{F8DCA10F-CC6A-EAF0-19E0-7CF945D65CFE}"/>
          </ac:cxnSpMkLst>
        </pc:cxnChg>
      </pc:sldChg>
      <pc:sldChg chg="addSp delSp modSp new mod modTransition modAnim">
        <pc:chgData name="髙田　陽斗" userId="349aba5d-2d55-469e-b606-bfbbf5033a9d" providerId="ADAL" clId="{F75CD730-4B93-4946-A438-1D617634E6A9}" dt="2024-07-26T02:15:28.259" v="5466"/>
        <pc:sldMkLst>
          <pc:docMk/>
          <pc:sldMk cId="616631484" sldId="267"/>
        </pc:sldMkLst>
        <pc:spChg chg="add del mod">
          <ac:chgData name="髙田　陽斗" userId="349aba5d-2d55-469e-b606-bfbbf5033a9d" providerId="ADAL" clId="{F75CD730-4B93-4946-A438-1D617634E6A9}" dt="2024-07-24T05:58:04.705" v="319" actId="478"/>
          <ac:spMkLst>
            <pc:docMk/>
            <pc:sldMk cId="616631484" sldId="267"/>
            <ac:spMk id="2" creationId="{7FCEB78E-9ED8-D19D-B133-D3EFC72EEB46}"/>
          </ac:spMkLst>
        </pc:spChg>
        <pc:spChg chg="mod">
          <ac:chgData name="髙田　陽斗" userId="349aba5d-2d55-469e-b606-bfbbf5033a9d" providerId="ADAL" clId="{F75CD730-4B93-4946-A438-1D617634E6A9}" dt="2024-07-24T05:50:14.126" v="268"/>
          <ac:spMkLst>
            <pc:docMk/>
            <pc:sldMk cId="616631484" sldId="267"/>
            <ac:spMk id="5" creationId="{E96C375E-5ECD-A836-E8E6-1E2E36539D2A}"/>
          </ac:spMkLst>
        </pc:spChg>
        <pc:spChg chg="mod">
          <ac:chgData name="髙田　陽斗" userId="349aba5d-2d55-469e-b606-bfbbf5033a9d" providerId="ADAL" clId="{F75CD730-4B93-4946-A438-1D617634E6A9}" dt="2024-07-24T05:50:14.126" v="268"/>
          <ac:spMkLst>
            <pc:docMk/>
            <pc:sldMk cId="616631484" sldId="267"/>
            <ac:spMk id="6" creationId="{7BDE8F82-6B54-5B70-9BAC-C730C0183617}"/>
          </ac:spMkLst>
        </pc:spChg>
        <pc:spChg chg="mod">
          <ac:chgData name="髙田　陽斗" userId="349aba5d-2d55-469e-b606-bfbbf5033a9d" providerId="ADAL" clId="{F75CD730-4B93-4946-A438-1D617634E6A9}" dt="2024-07-24T05:50:14.126" v="268"/>
          <ac:spMkLst>
            <pc:docMk/>
            <pc:sldMk cId="616631484" sldId="267"/>
            <ac:spMk id="8" creationId="{46709246-103A-7B85-2E8D-CED4E3286669}"/>
          </ac:spMkLst>
        </pc:spChg>
        <pc:spChg chg="mod">
          <ac:chgData name="髙田　陽斗" userId="349aba5d-2d55-469e-b606-bfbbf5033a9d" providerId="ADAL" clId="{F75CD730-4B93-4946-A438-1D617634E6A9}" dt="2024-07-24T05:50:14.126" v="268"/>
          <ac:spMkLst>
            <pc:docMk/>
            <pc:sldMk cId="616631484" sldId="267"/>
            <ac:spMk id="9" creationId="{2362C13E-1D3A-4E97-5AD1-2D0A9851F8A6}"/>
          </ac:spMkLst>
        </pc:spChg>
        <pc:spChg chg="mod">
          <ac:chgData name="髙田　陽斗" userId="349aba5d-2d55-469e-b606-bfbbf5033a9d" providerId="ADAL" clId="{F75CD730-4B93-4946-A438-1D617634E6A9}" dt="2024-07-24T05:50:14.126" v="268"/>
          <ac:spMkLst>
            <pc:docMk/>
            <pc:sldMk cId="616631484" sldId="267"/>
            <ac:spMk id="10" creationId="{9C3B3C23-BC4E-5447-CCD0-1D144EEC88CC}"/>
          </ac:spMkLst>
        </pc:spChg>
        <pc:spChg chg="mod">
          <ac:chgData name="髙田　陽斗" userId="349aba5d-2d55-469e-b606-bfbbf5033a9d" providerId="ADAL" clId="{F75CD730-4B93-4946-A438-1D617634E6A9}" dt="2024-07-24T05:50:14.126" v="268"/>
          <ac:spMkLst>
            <pc:docMk/>
            <pc:sldMk cId="616631484" sldId="267"/>
            <ac:spMk id="11" creationId="{FE7B67CD-8BD6-242D-58AE-82D0CF5BBDC4}"/>
          </ac:spMkLst>
        </pc:spChg>
        <pc:spChg chg="add mod">
          <ac:chgData name="髙田　陽斗" userId="349aba5d-2d55-469e-b606-bfbbf5033a9d" providerId="ADAL" clId="{F75CD730-4B93-4946-A438-1D617634E6A9}" dt="2024-07-24T05:50:14.126" v="268"/>
          <ac:spMkLst>
            <pc:docMk/>
            <pc:sldMk cId="616631484" sldId="267"/>
            <ac:spMk id="12" creationId="{76569061-F09F-8148-44DF-12D27CC4BB25}"/>
          </ac:spMkLst>
        </pc:spChg>
        <pc:spChg chg="add mod">
          <ac:chgData name="髙田　陽斗" userId="349aba5d-2d55-469e-b606-bfbbf5033a9d" providerId="ADAL" clId="{F75CD730-4B93-4946-A438-1D617634E6A9}" dt="2024-07-24T05:50:14.126" v="268"/>
          <ac:spMkLst>
            <pc:docMk/>
            <pc:sldMk cId="616631484" sldId="267"/>
            <ac:spMk id="13" creationId="{7DA11099-E490-B294-EA91-44064C799BB8}"/>
          </ac:spMkLst>
        </pc:spChg>
        <pc:spChg chg="add mod">
          <ac:chgData name="髙田　陽斗" userId="349aba5d-2d55-469e-b606-bfbbf5033a9d" providerId="ADAL" clId="{F75CD730-4B93-4946-A438-1D617634E6A9}" dt="2024-07-24T05:50:14.126" v="268"/>
          <ac:spMkLst>
            <pc:docMk/>
            <pc:sldMk cId="616631484" sldId="267"/>
            <ac:spMk id="14" creationId="{B2112EF8-FB3F-FC81-C2BA-A20FABD70A8B}"/>
          </ac:spMkLst>
        </pc:spChg>
        <pc:spChg chg="add mod">
          <ac:chgData name="髙田　陽斗" userId="349aba5d-2d55-469e-b606-bfbbf5033a9d" providerId="ADAL" clId="{F75CD730-4B93-4946-A438-1D617634E6A9}" dt="2024-07-24T05:50:14.126" v="268"/>
          <ac:spMkLst>
            <pc:docMk/>
            <pc:sldMk cId="616631484" sldId="267"/>
            <ac:spMk id="15" creationId="{B902DBA7-B257-508A-56F7-AE59E013E42A}"/>
          </ac:spMkLst>
        </pc:spChg>
        <pc:spChg chg="add mod">
          <ac:chgData name="髙田　陽斗" userId="349aba5d-2d55-469e-b606-bfbbf5033a9d" providerId="ADAL" clId="{F75CD730-4B93-4946-A438-1D617634E6A9}" dt="2024-07-24T05:50:14.126" v="268"/>
          <ac:spMkLst>
            <pc:docMk/>
            <pc:sldMk cId="616631484" sldId="267"/>
            <ac:spMk id="16" creationId="{BDA7930E-9672-9BE1-FF30-725509DC19C9}"/>
          </ac:spMkLst>
        </pc:spChg>
        <pc:spChg chg="add mod">
          <ac:chgData name="髙田　陽斗" userId="349aba5d-2d55-469e-b606-bfbbf5033a9d" providerId="ADAL" clId="{F75CD730-4B93-4946-A438-1D617634E6A9}" dt="2024-07-24T05:50:14.126" v="268"/>
          <ac:spMkLst>
            <pc:docMk/>
            <pc:sldMk cId="616631484" sldId="267"/>
            <ac:spMk id="17" creationId="{E73B5008-0194-D390-4779-8C93CA9BFA47}"/>
          </ac:spMkLst>
        </pc:spChg>
        <pc:spChg chg="add mod">
          <ac:chgData name="髙田　陽斗" userId="349aba5d-2d55-469e-b606-bfbbf5033a9d" providerId="ADAL" clId="{F75CD730-4B93-4946-A438-1D617634E6A9}" dt="2024-07-24T05:50:14.126" v="268"/>
          <ac:spMkLst>
            <pc:docMk/>
            <pc:sldMk cId="616631484" sldId="267"/>
            <ac:spMk id="18" creationId="{F0C2CAF1-AAA6-4947-245E-8381165A4188}"/>
          </ac:spMkLst>
        </pc:spChg>
        <pc:spChg chg="add mod">
          <ac:chgData name="髙田　陽斗" userId="349aba5d-2d55-469e-b606-bfbbf5033a9d" providerId="ADAL" clId="{F75CD730-4B93-4946-A438-1D617634E6A9}" dt="2024-07-24T05:50:14.126" v="268"/>
          <ac:spMkLst>
            <pc:docMk/>
            <pc:sldMk cId="616631484" sldId="267"/>
            <ac:spMk id="19" creationId="{B65C551B-66B2-3772-2CC3-86AE30CDC85F}"/>
          </ac:spMkLst>
        </pc:spChg>
        <pc:spChg chg="add mod">
          <ac:chgData name="髙田　陽斗" userId="349aba5d-2d55-469e-b606-bfbbf5033a9d" providerId="ADAL" clId="{F75CD730-4B93-4946-A438-1D617634E6A9}" dt="2024-07-24T05:50:14.126" v="268"/>
          <ac:spMkLst>
            <pc:docMk/>
            <pc:sldMk cId="616631484" sldId="267"/>
            <ac:spMk id="20" creationId="{9F3CBD1A-A95F-420E-51E4-AB43F4FE74BA}"/>
          </ac:spMkLst>
        </pc:spChg>
        <pc:spChg chg="add mod">
          <ac:chgData name="髙田　陽斗" userId="349aba5d-2d55-469e-b606-bfbbf5033a9d" providerId="ADAL" clId="{F75CD730-4B93-4946-A438-1D617634E6A9}" dt="2024-07-24T05:50:14.126" v="268"/>
          <ac:spMkLst>
            <pc:docMk/>
            <pc:sldMk cId="616631484" sldId="267"/>
            <ac:spMk id="23" creationId="{3779222C-A270-4703-9CD8-6199CA194F7B}"/>
          </ac:spMkLst>
        </pc:spChg>
        <pc:spChg chg="add mod">
          <ac:chgData name="髙田　陽斗" userId="349aba5d-2d55-469e-b606-bfbbf5033a9d" providerId="ADAL" clId="{F75CD730-4B93-4946-A438-1D617634E6A9}" dt="2024-07-24T05:50:14.126" v="268"/>
          <ac:spMkLst>
            <pc:docMk/>
            <pc:sldMk cId="616631484" sldId="267"/>
            <ac:spMk id="25" creationId="{311C2743-4C21-000F-3BF2-538C8AB2BBE9}"/>
          </ac:spMkLst>
        </pc:spChg>
        <pc:spChg chg="add mod">
          <ac:chgData name="髙田　陽斗" userId="349aba5d-2d55-469e-b606-bfbbf5033a9d" providerId="ADAL" clId="{F75CD730-4B93-4946-A438-1D617634E6A9}" dt="2024-07-24T05:50:14.126" v="268"/>
          <ac:spMkLst>
            <pc:docMk/>
            <pc:sldMk cId="616631484" sldId="267"/>
            <ac:spMk id="26" creationId="{F2126E06-C7C8-C6B1-7318-F1C7AEDE807E}"/>
          </ac:spMkLst>
        </pc:spChg>
        <pc:spChg chg="add mod">
          <ac:chgData name="髙田　陽斗" userId="349aba5d-2d55-469e-b606-bfbbf5033a9d" providerId="ADAL" clId="{F75CD730-4B93-4946-A438-1D617634E6A9}" dt="2024-07-24T05:50:14.126" v="268"/>
          <ac:spMkLst>
            <pc:docMk/>
            <pc:sldMk cId="616631484" sldId="267"/>
            <ac:spMk id="27" creationId="{BD1128E3-4DF6-916C-5E9A-D0AF5942C878}"/>
          </ac:spMkLst>
        </pc:spChg>
        <pc:spChg chg="add mod">
          <ac:chgData name="髙田　陽斗" userId="349aba5d-2d55-469e-b606-bfbbf5033a9d" providerId="ADAL" clId="{F75CD730-4B93-4946-A438-1D617634E6A9}" dt="2024-07-24T05:50:14.126" v="268"/>
          <ac:spMkLst>
            <pc:docMk/>
            <pc:sldMk cId="616631484" sldId="267"/>
            <ac:spMk id="32" creationId="{1B63E0CF-B013-E641-D7B9-9FDAA5620793}"/>
          </ac:spMkLst>
        </pc:spChg>
        <pc:spChg chg="add mod">
          <ac:chgData name="髙田　陽斗" userId="349aba5d-2d55-469e-b606-bfbbf5033a9d" providerId="ADAL" clId="{F75CD730-4B93-4946-A438-1D617634E6A9}" dt="2024-07-24T05:50:14.126" v="268"/>
          <ac:spMkLst>
            <pc:docMk/>
            <pc:sldMk cId="616631484" sldId="267"/>
            <ac:spMk id="33" creationId="{B9D1C932-6CF4-C207-F403-C658716F5647}"/>
          </ac:spMkLst>
        </pc:spChg>
        <pc:spChg chg="add mod">
          <ac:chgData name="髙田　陽斗" userId="349aba5d-2d55-469e-b606-bfbbf5033a9d" providerId="ADAL" clId="{F75CD730-4B93-4946-A438-1D617634E6A9}" dt="2024-07-24T05:50:14.126" v="268"/>
          <ac:spMkLst>
            <pc:docMk/>
            <pc:sldMk cId="616631484" sldId="267"/>
            <ac:spMk id="34" creationId="{B2ECFC84-720E-77F2-040A-AC9686080BD7}"/>
          </ac:spMkLst>
        </pc:spChg>
        <pc:spChg chg="add mod">
          <ac:chgData name="髙田　陽斗" userId="349aba5d-2d55-469e-b606-bfbbf5033a9d" providerId="ADAL" clId="{F75CD730-4B93-4946-A438-1D617634E6A9}" dt="2024-07-24T05:50:14.126" v="268"/>
          <ac:spMkLst>
            <pc:docMk/>
            <pc:sldMk cId="616631484" sldId="267"/>
            <ac:spMk id="35" creationId="{9A5D6865-BA72-2611-E55F-184773FEB040}"/>
          </ac:spMkLst>
        </pc:spChg>
        <pc:spChg chg="add mod">
          <ac:chgData name="髙田　陽斗" userId="349aba5d-2d55-469e-b606-bfbbf5033a9d" providerId="ADAL" clId="{F75CD730-4B93-4946-A438-1D617634E6A9}" dt="2024-07-24T05:50:14.126" v="268"/>
          <ac:spMkLst>
            <pc:docMk/>
            <pc:sldMk cId="616631484" sldId="267"/>
            <ac:spMk id="36" creationId="{F8B561CB-9429-C320-FFD1-B861706649B2}"/>
          </ac:spMkLst>
        </pc:spChg>
        <pc:spChg chg="add mod">
          <ac:chgData name="髙田　陽斗" userId="349aba5d-2d55-469e-b606-bfbbf5033a9d" providerId="ADAL" clId="{F75CD730-4B93-4946-A438-1D617634E6A9}" dt="2024-07-24T05:50:14.126" v="268"/>
          <ac:spMkLst>
            <pc:docMk/>
            <pc:sldMk cId="616631484" sldId="267"/>
            <ac:spMk id="37" creationId="{6412744F-4FBB-5F8A-A92C-5461C745A3D7}"/>
          </ac:spMkLst>
        </pc:spChg>
        <pc:spChg chg="add mod">
          <ac:chgData name="髙田　陽斗" userId="349aba5d-2d55-469e-b606-bfbbf5033a9d" providerId="ADAL" clId="{F75CD730-4B93-4946-A438-1D617634E6A9}" dt="2024-07-24T05:58:05.249" v="320"/>
          <ac:spMkLst>
            <pc:docMk/>
            <pc:sldMk cId="616631484" sldId="267"/>
            <ac:spMk id="38" creationId="{349DF3C3-2866-A79C-6668-59203804E2B0}"/>
          </ac:spMkLst>
        </pc:spChg>
        <pc:grpChg chg="add mod">
          <ac:chgData name="髙田　陽斗" userId="349aba5d-2d55-469e-b606-bfbbf5033a9d" providerId="ADAL" clId="{F75CD730-4B93-4946-A438-1D617634E6A9}" dt="2024-07-24T05:50:14.126" v="268"/>
          <ac:grpSpMkLst>
            <pc:docMk/>
            <pc:sldMk cId="616631484" sldId="267"/>
            <ac:grpSpMk id="4" creationId="{24B65483-5812-AED4-F6BE-A980EC5711E1}"/>
          </ac:grpSpMkLst>
        </pc:grpChg>
        <pc:grpChg chg="add mod">
          <ac:chgData name="髙田　陽斗" userId="349aba5d-2d55-469e-b606-bfbbf5033a9d" providerId="ADAL" clId="{F75CD730-4B93-4946-A438-1D617634E6A9}" dt="2024-07-24T05:50:14.126" v="268"/>
          <ac:grpSpMkLst>
            <pc:docMk/>
            <pc:sldMk cId="616631484" sldId="267"/>
            <ac:grpSpMk id="7" creationId="{FDC6676F-26F8-6E32-3676-3FA8EC8AAB2A}"/>
          </ac:grpSpMkLst>
        </pc:grpChg>
        <pc:cxnChg chg="add mod">
          <ac:chgData name="髙田　陽斗" userId="349aba5d-2d55-469e-b606-bfbbf5033a9d" providerId="ADAL" clId="{F75CD730-4B93-4946-A438-1D617634E6A9}" dt="2024-07-24T05:50:14.126" v="268"/>
          <ac:cxnSpMkLst>
            <pc:docMk/>
            <pc:sldMk cId="616631484" sldId="267"/>
            <ac:cxnSpMk id="3" creationId="{73831334-7A07-CACE-97A8-5A6E3773CBE2}"/>
          </ac:cxnSpMkLst>
        </pc:cxnChg>
        <pc:cxnChg chg="add mod">
          <ac:chgData name="髙田　陽斗" userId="349aba5d-2d55-469e-b606-bfbbf5033a9d" providerId="ADAL" clId="{F75CD730-4B93-4946-A438-1D617634E6A9}" dt="2024-07-24T05:50:14.126" v="268"/>
          <ac:cxnSpMkLst>
            <pc:docMk/>
            <pc:sldMk cId="616631484" sldId="267"/>
            <ac:cxnSpMk id="21" creationId="{12BB64C0-6476-AD4A-EEB3-F1C669348E62}"/>
          </ac:cxnSpMkLst>
        </pc:cxnChg>
        <pc:cxnChg chg="add mod">
          <ac:chgData name="髙田　陽斗" userId="349aba5d-2d55-469e-b606-bfbbf5033a9d" providerId="ADAL" clId="{F75CD730-4B93-4946-A438-1D617634E6A9}" dt="2024-07-24T05:50:14.126" v="268"/>
          <ac:cxnSpMkLst>
            <pc:docMk/>
            <pc:sldMk cId="616631484" sldId="267"/>
            <ac:cxnSpMk id="22" creationId="{10F99FAB-6D1D-64D2-8194-33A9DDD47883}"/>
          </ac:cxnSpMkLst>
        </pc:cxnChg>
        <pc:cxnChg chg="add mod">
          <ac:chgData name="髙田　陽斗" userId="349aba5d-2d55-469e-b606-bfbbf5033a9d" providerId="ADAL" clId="{F75CD730-4B93-4946-A438-1D617634E6A9}" dt="2024-07-24T05:50:14.126" v="268"/>
          <ac:cxnSpMkLst>
            <pc:docMk/>
            <pc:sldMk cId="616631484" sldId="267"/>
            <ac:cxnSpMk id="24" creationId="{015EA87B-4B95-4FCB-3050-0C2D872463A1}"/>
          </ac:cxnSpMkLst>
        </pc:cxnChg>
        <pc:cxnChg chg="add mod">
          <ac:chgData name="髙田　陽斗" userId="349aba5d-2d55-469e-b606-bfbbf5033a9d" providerId="ADAL" clId="{F75CD730-4B93-4946-A438-1D617634E6A9}" dt="2024-07-24T05:50:14.126" v="268"/>
          <ac:cxnSpMkLst>
            <pc:docMk/>
            <pc:sldMk cId="616631484" sldId="267"/>
            <ac:cxnSpMk id="28" creationId="{421E144E-3F6B-D6B9-D4F7-1EAFCFDA2855}"/>
          </ac:cxnSpMkLst>
        </pc:cxnChg>
        <pc:cxnChg chg="add mod">
          <ac:chgData name="髙田　陽斗" userId="349aba5d-2d55-469e-b606-bfbbf5033a9d" providerId="ADAL" clId="{F75CD730-4B93-4946-A438-1D617634E6A9}" dt="2024-07-24T05:50:14.126" v="268"/>
          <ac:cxnSpMkLst>
            <pc:docMk/>
            <pc:sldMk cId="616631484" sldId="267"/>
            <ac:cxnSpMk id="29" creationId="{FC423812-6983-3D47-298D-ACEE8C28B00D}"/>
          </ac:cxnSpMkLst>
        </pc:cxnChg>
        <pc:cxnChg chg="add mod">
          <ac:chgData name="髙田　陽斗" userId="349aba5d-2d55-469e-b606-bfbbf5033a9d" providerId="ADAL" clId="{F75CD730-4B93-4946-A438-1D617634E6A9}" dt="2024-07-24T05:50:14.126" v="268"/>
          <ac:cxnSpMkLst>
            <pc:docMk/>
            <pc:sldMk cId="616631484" sldId="267"/>
            <ac:cxnSpMk id="30" creationId="{771551AD-A69F-F15E-F128-D2B36EDABEEA}"/>
          </ac:cxnSpMkLst>
        </pc:cxnChg>
        <pc:cxnChg chg="add mod">
          <ac:chgData name="髙田　陽斗" userId="349aba5d-2d55-469e-b606-bfbbf5033a9d" providerId="ADAL" clId="{F75CD730-4B93-4946-A438-1D617634E6A9}" dt="2024-07-24T05:50:14.126" v="268"/>
          <ac:cxnSpMkLst>
            <pc:docMk/>
            <pc:sldMk cId="616631484" sldId="267"/>
            <ac:cxnSpMk id="31" creationId="{7940142E-DECB-006F-D242-D202BBF85BF6}"/>
          </ac:cxnSpMkLst>
        </pc:cxnChg>
      </pc:sldChg>
      <pc:sldChg chg="addSp delSp modSp new mod modTransition modAnim">
        <pc:chgData name="髙田　陽斗" userId="349aba5d-2d55-469e-b606-bfbbf5033a9d" providerId="ADAL" clId="{F75CD730-4B93-4946-A438-1D617634E6A9}" dt="2024-07-26T01:28:20.717" v="5343"/>
        <pc:sldMkLst>
          <pc:docMk/>
          <pc:sldMk cId="2521730143" sldId="268"/>
        </pc:sldMkLst>
        <pc:spChg chg="mod">
          <ac:chgData name="髙田　陽斗" userId="349aba5d-2d55-469e-b606-bfbbf5033a9d" providerId="ADAL" clId="{F75CD730-4B93-4946-A438-1D617634E6A9}" dt="2024-07-24T05:50:36.109" v="270"/>
          <ac:spMkLst>
            <pc:docMk/>
            <pc:sldMk cId="2521730143" sldId="268"/>
            <ac:spMk id="3" creationId="{04B1DF9D-3045-EA56-2289-D799BF321BFD}"/>
          </ac:spMkLst>
        </pc:spChg>
        <pc:spChg chg="mod">
          <ac:chgData name="髙田　陽斗" userId="349aba5d-2d55-469e-b606-bfbbf5033a9d" providerId="ADAL" clId="{F75CD730-4B93-4946-A438-1D617634E6A9}" dt="2024-07-24T05:50:36.109" v="270"/>
          <ac:spMkLst>
            <pc:docMk/>
            <pc:sldMk cId="2521730143" sldId="268"/>
            <ac:spMk id="4" creationId="{3212F6E0-B709-AAC5-E652-483B94D77119}"/>
          </ac:spMkLst>
        </pc:spChg>
        <pc:spChg chg="mod">
          <ac:chgData name="髙田　陽斗" userId="349aba5d-2d55-469e-b606-bfbbf5033a9d" providerId="ADAL" clId="{F75CD730-4B93-4946-A438-1D617634E6A9}" dt="2024-07-24T05:50:36.109" v="270"/>
          <ac:spMkLst>
            <pc:docMk/>
            <pc:sldMk cId="2521730143" sldId="268"/>
            <ac:spMk id="5" creationId="{7AA61480-B4E8-7E12-BA69-197866E1A67B}"/>
          </ac:spMkLst>
        </pc:spChg>
        <pc:spChg chg="mod">
          <ac:chgData name="髙田　陽斗" userId="349aba5d-2d55-469e-b606-bfbbf5033a9d" providerId="ADAL" clId="{F75CD730-4B93-4946-A438-1D617634E6A9}" dt="2024-07-24T05:50:36.109" v="270"/>
          <ac:spMkLst>
            <pc:docMk/>
            <pc:sldMk cId="2521730143" sldId="268"/>
            <ac:spMk id="6" creationId="{595A6F9F-239F-EADE-609E-D544255FEC33}"/>
          </ac:spMkLst>
        </pc:spChg>
        <pc:spChg chg="add del mod">
          <ac:chgData name="髙田　陽斗" userId="349aba5d-2d55-469e-b606-bfbbf5033a9d" providerId="ADAL" clId="{F75CD730-4B93-4946-A438-1D617634E6A9}" dt="2024-07-24T05:58:08.521" v="321" actId="478"/>
          <ac:spMkLst>
            <pc:docMk/>
            <pc:sldMk cId="2521730143" sldId="268"/>
            <ac:spMk id="7" creationId="{DD7B416D-20A0-A064-C9B1-A0112044E042}"/>
          </ac:spMkLst>
        </pc:spChg>
        <pc:spChg chg="mod">
          <ac:chgData name="髙田　陽斗" userId="349aba5d-2d55-469e-b606-bfbbf5033a9d" providerId="ADAL" clId="{F75CD730-4B93-4946-A438-1D617634E6A9}" dt="2024-07-24T05:50:36.109" v="270"/>
          <ac:spMkLst>
            <pc:docMk/>
            <pc:sldMk cId="2521730143" sldId="268"/>
            <ac:spMk id="10" creationId="{BA2F2AA1-32DC-F54C-1880-EA7E08865605}"/>
          </ac:spMkLst>
        </pc:spChg>
        <pc:spChg chg="mod">
          <ac:chgData name="髙田　陽斗" userId="349aba5d-2d55-469e-b606-bfbbf5033a9d" providerId="ADAL" clId="{F75CD730-4B93-4946-A438-1D617634E6A9}" dt="2024-07-24T05:50:36.109" v="270"/>
          <ac:spMkLst>
            <pc:docMk/>
            <pc:sldMk cId="2521730143" sldId="268"/>
            <ac:spMk id="11" creationId="{072A2939-88B8-626A-0C67-737F96FD8E53}"/>
          </ac:spMkLst>
        </pc:spChg>
        <pc:spChg chg="add mod">
          <ac:chgData name="髙田　陽斗" userId="349aba5d-2d55-469e-b606-bfbbf5033a9d" providerId="ADAL" clId="{F75CD730-4B93-4946-A438-1D617634E6A9}" dt="2024-07-24T05:50:36.109" v="270"/>
          <ac:spMkLst>
            <pc:docMk/>
            <pc:sldMk cId="2521730143" sldId="268"/>
            <ac:spMk id="12" creationId="{62FAC498-94D0-4A3E-A1A6-A15C8A0524C6}"/>
          </ac:spMkLst>
        </pc:spChg>
        <pc:spChg chg="add mod">
          <ac:chgData name="髙田　陽斗" userId="349aba5d-2d55-469e-b606-bfbbf5033a9d" providerId="ADAL" clId="{F75CD730-4B93-4946-A438-1D617634E6A9}" dt="2024-07-24T05:50:36.109" v="270"/>
          <ac:spMkLst>
            <pc:docMk/>
            <pc:sldMk cId="2521730143" sldId="268"/>
            <ac:spMk id="13" creationId="{2B69DFD0-DF4C-4AB6-C3E3-5C516FBC32F3}"/>
          </ac:spMkLst>
        </pc:spChg>
        <pc:spChg chg="add mod">
          <ac:chgData name="髙田　陽斗" userId="349aba5d-2d55-469e-b606-bfbbf5033a9d" providerId="ADAL" clId="{F75CD730-4B93-4946-A438-1D617634E6A9}" dt="2024-07-24T05:50:36.109" v="270"/>
          <ac:spMkLst>
            <pc:docMk/>
            <pc:sldMk cId="2521730143" sldId="268"/>
            <ac:spMk id="14" creationId="{84BFD6B4-AC67-166C-F47F-47A709929675}"/>
          </ac:spMkLst>
        </pc:spChg>
        <pc:spChg chg="add mod">
          <ac:chgData name="髙田　陽斗" userId="349aba5d-2d55-469e-b606-bfbbf5033a9d" providerId="ADAL" clId="{F75CD730-4B93-4946-A438-1D617634E6A9}" dt="2024-07-24T05:58:17.338" v="323" actId="1076"/>
          <ac:spMkLst>
            <pc:docMk/>
            <pc:sldMk cId="2521730143" sldId="268"/>
            <ac:spMk id="15" creationId="{D229196A-D255-95FF-4FEF-70969B1A0D84}"/>
          </ac:spMkLst>
        </pc:spChg>
        <pc:spChg chg="add mod">
          <ac:chgData name="髙田　陽斗" userId="349aba5d-2d55-469e-b606-bfbbf5033a9d" providerId="ADAL" clId="{F75CD730-4B93-4946-A438-1D617634E6A9}" dt="2024-07-24T05:58:17.338" v="323" actId="1076"/>
          <ac:spMkLst>
            <pc:docMk/>
            <pc:sldMk cId="2521730143" sldId="268"/>
            <ac:spMk id="16" creationId="{D01E3B05-8F49-66A5-C808-37A97AABB5F1}"/>
          </ac:spMkLst>
        </pc:spChg>
        <pc:spChg chg="add mod">
          <ac:chgData name="髙田　陽斗" userId="349aba5d-2d55-469e-b606-bfbbf5033a9d" providerId="ADAL" clId="{F75CD730-4B93-4946-A438-1D617634E6A9}" dt="2024-07-24T05:50:36.109" v="270"/>
          <ac:spMkLst>
            <pc:docMk/>
            <pc:sldMk cId="2521730143" sldId="268"/>
            <ac:spMk id="17" creationId="{4E9A6AEB-3A07-8B02-0BC8-6F2FAF192F5A}"/>
          </ac:spMkLst>
        </pc:spChg>
        <pc:spChg chg="add mod">
          <ac:chgData name="髙田　陽斗" userId="349aba5d-2d55-469e-b606-bfbbf5033a9d" providerId="ADAL" clId="{F75CD730-4B93-4946-A438-1D617634E6A9}" dt="2024-07-24T05:58:09.083" v="322"/>
          <ac:spMkLst>
            <pc:docMk/>
            <pc:sldMk cId="2521730143" sldId="268"/>
            <ac:spMk id="18" creationId="{0205E5B4-1A6B-6F4A-D943-864FF79A8EC8}"/>
          </ac:spMkLst>
        </pc:spChg>
        <pc:grpChg chg="add mod">
          <ac:chgData name="髙田　陽斗" userId="349aba5d-2d55-469e-b606-bfbbf5033a9d" providerId="ADAL" clId="{F75CD730-4B93-4946-A438-1D617634E6A9}" dt="2024-07-24T05:50:36.109" v="270"/>
          <ac:grpSpMkLst>
            <pc:docMk/>
            <pc:sldMk cId="2521730143" sldId="268"/>
            <ac:grpSpMk id="2" creationId="{0711D451-CE16-D0EB-8FCF-394D32F979D0}"/>
          </ac:grpSpMkLst>
        </pc:grpChg>
        <pc:grpChg chg="add mod">
          <ac:chgData name="髙田　陽斗" userId="349aba5d-2d55-469e-b606-bfbbf5033a9d" providerId="ADAL" clId="{F75CD730-4B93-4946-A438-1D617634E6A9}" dt="2024-07-24T05:50:36.109" v="270"/>
          <ac:grpSpMkLst>
            <pc:docMk/>
            <pc:sldMk cId="2521730143" sldId="268"/>
            <ac:grpSpMk id="9" creationId="{4F2716B5-1D25-62A4-5752-2748CE7F81A4}"/>
          </ac:grpSpMkLst>
        </pc:grpChg>
        <pc:cxnChg chg="add mod">
          <ac:chgData name="髙田　陽斗" userId="349aba5d-2d55-469e-b606-bfbbf5033a9d" providerId="ADAL" clId="{F75CD730-4B93-4946-A438-1D617634E6A9}" dt="2024-07-24T05:58:23.237" v="324" actId="14100"/>
          <ac:cxnSpMkLst>
            <pc:docMk/>
            <pc:sldMk cId="2521730143" sldId="268"/>
            <ac:cxnSpMk id="8" creationId="{B41DFB1A-AC6E-9515-3AB0-E1810A0A7ADA}"/>
          </ac:cxnSpMkLst>
        </pc:cxnChg>
      </pc:sldChg>
      <pc:sldChg chg="addSp delSp modSp new mod modTransition modAnim">
        <pc:chgData name="髙田　陽斗" userId="349aba5d-2d55-469e-b606-bfbbf5033a9d" providerId="ADAL" clId="{F75CD730-4B93-4946-A438-1D617634E6A9}" dt="2024-07-26T01:28:20.717" v="5343"/>
        <pc:sldMkLst>
          <pc:docMk/>
          <pc:sldMk cId="1037381051" sldId="269"/>
        </pc:sldMkLst>
        <pc:spChg chg="add mod">
          <ac:chgData name="髙田　陽斗" userId="349aba5d-2d55-469e-b606-bfbbf5033a9d" providerId="ADAL" clId="{F75CD730-4B93-4946-A438-1D617634E6A9}" dt="2024-07-24T05:50:58.238" v="272"/>
          <ac:spMkLst>
            <pc:docMk/>
            <pc:sldMk cId="1037381051" sldId="269"/>
            <ac:spMk id="2" creationId="{EBEB06BD-4E62-3FC6-079F-B86C77B3F062}"/>
          </ac:spMkLst>
        </pc:spChg>
        <pc:spChg chg="add mod">
          <ac:chgData name="髙田　陽斗" userId="349aba5d-2d55-469e-b606-bfbbf5033a9d" providerId="ADAL" clId="{F75CD730-4B93-4946-A438-1D617634E6A9}" dt="2024-07-24T05:50:58.238" v="272"/>
          <ac:spMkLst>
            <pc:docMk/>
            <pc:sldMk cId="1037381051" sldId="269"/>
            <ac:spMk id="3" creationId="{3FC35027-DE9B-8FBC-E634-5CC3EE2BA54C}"/>
          </ac:spMkLst>
        </pc:spChg>
        <pc:spChg chg="add del mod">
          <ac:chgData name="髙田　陽斗" userId="349aba5d-2d55-469e-b606-bfbbf5033a9d" providerId="ADAL" clId="{F75CD730-4B93-4946-A438-1D617634E6A9}" dt="2024-07-24T05:58:29.226" v="325" actId="478"/>
          <ac:spMkLst>
            <pc:docMk/>
            <pc:sldMk cId="1037381051" sldId="269"/>
            <ac:spMk id="4" creationId="{B6961C88-FACF-03EE-850D-2E6B9A859967}"/>
          </ac:spMkLst>
        </pc:spChg>
        <pc:spChg chg="mod">
          <ac:chgData name="髙田　陽斗" userId="349aba5d-2d55-469e-b606-bfbbf5033a9d" providerId="ADAL" clId="{F75CD730-4B93-4946-A438-1D617634E6A9}" dt="2024-07-24T05:50:58.238" v="272"/>
          <ac:spMkLst>
            <pc:docMk/>
            <pc:sldMk cId="1037381051" sldId="269"/>
            <ac:spMk id="7" creationId="{2618F2C3-61FB-349F-A6A5-4BC0C8D91C13}"/>
          </ac:spMkLst>
        </pc:spChg>
        <pc:spChg chg="mod">
          <ac:chgData name="髙田　陽斗" userId="349aba5d-2d55-469e-b606-bfbbf5033a9d" providerId="ADAL" clId="{F75CD730-4B93-4946-A438-1D617634E6A9}" dt="2024-07-24T05:50:58.238" v="272"/>
          <ac:spMkLst>
            <pc:docMk/>
            <pc:sldMk cId="1037381051" sldId="269"/>
            <ac:spMk id="8" creationId="{AEBC1BE1-DE71-BCD8-79B4-8C4463EEA0CE}"/>
          </ac:spMkLst>
        </pc:spChg>
        <pc:spChg chg="mod">
          <ac:chgData name="髙田　陽斗" userId="349aba5d-2d55-469e-b606-bfbbf5033a9d" providerId="ADAL" clId="{F75CD730-4B93-4946-A438-1D617634E6A9}" dt="2024-07-24T05:50:58.238" v="272"/>
          <ac:spMkLst>
            <pc:docMk/>
            <pc:sldMk cId="1037381051" sldId="269"/>
            <ac:spMk id="10" creationId="{40C9C49F-F9CF-3909-6F74-A8A1A0ACF972}"/>
          </ac:spMkLst>
        </pc:spChg>
        <pc:spChg chg="mod">
          <ac:chgData name="髙田　陽斗" userId="349aba5d-2d55-469e-b606-bfbbf5033a9d" providerId="ADAL" clId="{F75CD730-4B93-4946-A438-1D617634E6A9}" dt="2024-07-24T05:50:58.238" v="272"/>
          <ac:spMkLst>
            <pc:docMk/>
            <pc:sldMk cId="1037381051" sldId="269"/>
            <ac:spMk id="11" creationId="{2CF8AA59-8785-80C2-6D83-BFCB6974E1C3}"/>
          </ac:spMkLst>
        </pc:spChg>
        <pc:spChg chg="mod">
          <ac:chgData name="髙田　陽斗" userId="349aba5d-2d55-469e-b606-bfbbf5033a9d" providerId="ADAL" clId="{F75CD730-4B93-4946-A438-1D617634E6A9}" dt="2024-07-24T05:50:58.238" v="272"/>
          <ac:spMkLst>
            <pc:docMk/>
            <pc:sldMk cId="1037381051" sldId="269"/>
            <ac:spMk id="12" creationId="{8045EA27-47F4-DC57-A161-EB40EC0F7E92}"/>
          </ac:spMkLst>
        </pc:spChg>
        <pc:spChg chg="mod">
          <ac:chgData name="髙田　陽斗" userId="349aba5d-2d55-469e-b606-bfbbf5033a9d" providerId="ADAL" clId="{F75CD730-4B93-4946-A438-1D617634E6A9}" dt="2024-07-24T05:50:58.238" v="272"/>
          <ac:spMkLst>
            <pc:docMk/>
            <pc:sldMk cId="1037381051" sldId="269"/>
            <ac:spMk id="13" creationId="{A201989A-E6FD-4571-ECAA-64600E5EAF28}"/>
          </ac:spMkLst>
        </pc:spChg>
        <pc:spChg chg="add mod">
          <ac:chgData name="髙田　陽斗" userId="349aba5d-2d55-469e-b606-bfbbf5033a9d" providerId="ADAL" clId="{F75CD730-4B93-4946-A438-1D617634E6A9}" dt="2024-07-24T05:50:58.238" v="272"/>
          <ac:spMkLst>
            <pc:docMk/>
            <pc:sldMk cId="1037381051" sldId="269"/>
            <ac:spMk id="14" creationId="{0563177B-8950-1D9C-1172-2B3EEACC8FE9}"/>
          </ac:spMkLst>
        </pc:spChg>
        <pc:spChg chg="add mod">
          <ac:chgData name="髙田　陽斗" userId="349aba5d-2d55-469e-b606-bfbbf5033a9d" providerId="ADAL" clId="{F75CD730-4B93-4946-A438-1D617634E6A9}" dt="2024-07-24T05:50:58.238" v="272"/>
          <ac:spMkLst>
            <pc:docMk/>
            <pc:sldMk cId="1037381051" sldId="269"/>
            <ac:spMk id="15" creationId="{7F50807A-4C65-9254-5444-8C9E0251A5E3}"/>
          </ac:spMkLst>
        </pc:spChg>
        <pc:spChg chg="add mod">
          <ac:chgData name="髙田　陽斗" userId="349aba5d-2d55-469e-b606-bfbbf5033a9d" providerId="ADAL" clId="{F75CD730-4B93-4946-A438-1D617634E6A9}" dt="2024-07-24T05:50:58.238" v="272"/>
          <ac:spMkLst>
            <pc:docMk/>
            <pc:sldMk cId="1037381051" sldId="269"/>
            <ac:spMk id="16" creationId="{A4DCE707-631F-653D-EC14-A47576E6811A}"/>
          </ac:spMkLst>
        </pc:spChg>
        <pc:spChg chg="add mod">
          <ac:chgData name="髙田　陽斗" userId="349aba5d-2d55-469e-b606-bfbbf5033a9d" providerId="ADAL" clId="{F75CD730-4B93-4946-A438-1D617634E6A9}" dt="2024-07-24T05:50:58.238" v="272"/>
          <ac:spMkLst>
            <pc:docMk/>
            <pc:sldMk cId="1037381051" sldId="269"/>
            <ac:spMk id="17" creationId="{731E5105-09E9-526D-8081-9E0EB8FD9ED1}"/>
          </ac:spMkLst>
        </pc:spChg>
        <pc:spChg chg="add mod">
          <ac:chgData name="髙田　陽斗" userId="349aba5d-2d55-469e-b606-bfbbf5033a9d" providerId="ADAL" clId="{F75CD730-4B93-4946-A438-1D617634E6A9}" dt="2024-07-24T05:50:58.238" v="272"/>
          <ac:spMkLst>
            <pc:docMk/>
            <pc:sldMk cId="1037381051" sldId="269"/>
            <ac:spMk id="18" creationId="{B2A676A9-6EB3-CCEC-AB02-4823591BB838}"/>
          </ac:spMkLst>
        </pc:spChg>
        <pc:spChg chg="add mod">
          <ac:chgData name="髙田　陽斗" userId="349aba5d-2d55-469e-b606-bfbbf5033a9d" providerId="ADAL" clId="{F75CD730-4B93-4946-A438-1D617634E6A9}" dt="2024-07-24T05:50:58.238" v="272"/>
          <ac:spMkLst>
            <pc:docMk/>
            <pc:sldMk cId="1037381051" sldId="269"/>
            <ac:spMk id="19" creationId="{769FEDB1-DDFD-1EDC-2784-4D29558CABE7}"/>
          </ac:spMkLst>
        </pc:spChg>
        <pc:spChg chg="add mod">
          <ac:chgData name="髙田　陽斗" userId="349aba5d-2d55-469e-b606-bfbbf5033a9d" providerId="ADAL" clId="{F75CD730-4B93-4946-A438-1D617634E6A9}" dt="2024-07-24T05:50:58.238" v="272"/>
          <ac:spMkLst>
            <pc:docMk/>
            <pc:sldMk cId="1037381051" sldId="269"/>
            <ac:spMk id="20" creationId="{11C95EFF-BA66-7B04-DD79-0CA65D47A2FD}"/>
          </ac:spMkLst>
        </pc:spChg>
        <pc:spChg chg="add mod">
          <ac:chgData name="髙田　陽斗" userId="349aba5d-2d55-469e-b606-bfbbf5033a9d" providerId="ADAL" clId="{F75CD730-4B93-4946-A438-1D617634E6A9}" dt="2024-07-24T05:50:58.238" v="272"/>
          <ac:spMkLst>
            <pc:docMk/>
            <pc:sldMk cId="1037381051" sldId="269"/>
            <ac:spMk id="25" creationId="{BFDA36E6-685E-CCA6-FFF4-D56CDF22D02E}"/>
          </ac:spMkLst>
        </pc:spChg>
        <pc:spChg chg="add mod">
          <ac:chgData name="髙田　陽斗" userId="349aba5d-2d55-469e-b606-bfbbf5033a9d" providerId="ADAL" clId="{F75CD730-4B93-4946-A438-1D617634E6A9}" dt="2024-07-24T05:50:58.238" v="272"/>
          <ac:spMkLst>
            <pc:docMk/>
            <pc:sldMk cId="1037381051" sldId="269"/>
            <ac:spMk id="26" creationId="{BC65DE44-A033-6BBA-EBC9-51D207E65253}"/>
          </ac:spMkLst>
        </pc:spChg>
        <pc:spChg chg="add mod">
          <ac:chgData name="髙田　陽斗" userId="349aba5d-2d55-469e-b606-bfbbf5033a9d" providerId="ADAL" clId="{F75CD730-4B93-4946-A438-1D617634E6A9}" dt="2024-07-24T05:50:58.238" v="272"/>
          <ac:spMkLst>
            <pc:docMk/>
            <pc:sldMk cId="1037381051" sldId="269"/>
            <ac:spMk id="27" creationId="{9337C8EE-3938-058F-D4BC-66CD8AE3A5A7}"/>
          </ac:spMkLst>
        </pc:spChg>
        <pc:spChg chg="add mod">
          <ac:chgData name="髙田　陽斗" userId="349aba5d-2d55-469e-b606-bfbbf5033a9d" providerId="ADAL" clId="{F75CD730-4B93-4946-A438-1D617634E6A9}" dt="2024-07-24T05:50:58.238" v="272"/>
          <ac:spMkLst>
            <pc:docMk/>
            <pc:sldMk cId="1037381051" sldId="269"/>
            <ac:spMk id="28" creationId="{4E2F476C-D2B5-A140-D3C4-8A99E06DD3F1}"/>
          </ac:spMkLst>
        </pc:spChg>
        <pc:spChg chg="add mod">
          <ac:chgData name="髙田　陽斗" userId="349aba5d-2d55-469e-b606-bfbbf5033a9d" providerId="ADAL" clId="{F75CD730-4B93-4946-A438-1D617634E6A9}" dt="2024-07-24T05:50:58.238" v="272"/>
          <ac:spMkLst>
            <pc:docMk/>
            <pc:sldMk cId="1037381051" sldId="269"/>
            <ac:spMk id="29" creationId="{B32889C9-C83A-317C-6E7B-4CC1B6A29EBE}"/>
          </ac:spMkLst>
        </pc:spChg>
        <pc:spChg chg="add mod">
          <ac:chgData name="髙田　陽斗" userId="349aba5d-2d55-469e-b606-bfbbf5033a9d" providerId="ADAL" clId="{F75CD730-4B93-4946-A438-1D617634E6A9}" dt="2024-07-24T05:50:58.238" v="272"/>
          <ac:spMkLst>
            <pc:docMk/>
            <pc:sldMk cId="1037381051" sldId="269"/>
            <ac:spMk id="30" creationId="{DCD47C3D-F59C-C102-B722-D028BA59AF3B}"/>
          </ac:spMkLst>
        </pc:spChg>
        <pc:spChg chg="add mod">
          <ac:chgData name="髙田　陽斗" userId="349aba5d-2d55-469e-b606-bfbbf5033a9d" providerId="ADAL" clId="{F75CD730-4B93-4946-A438-1D617634E6A9}" dt="2024-07-24T05:50:58.238" v="272"/>
          <ac:spMkLst>
            <pc:docMk/>
            <pc:sldMk cId="1037381051" sldId="269"/>
            <ac:spMk id="31" creationId="{65915ACF-0DFE-B7F3-50C8-9C7E9D237334}"/>
          </ac:spMkLst>
        </pc:spChg>
        <pc:spChg chg="add mod">
          <ac:chgData name="髙田　陽斗" userId="349aba5d-2d55-469e-b606-bfbbf5033a9d" providerId="ADAL" clId="{F75CD730-4B93-4946-A438-1D617634E6A9}" dt="2024-07-24T05:50:58.238" v="272"/>
          <ac:spMkLst>
            <pc:docMk/>
            <pc:sldMk cId="1037381051" sldId="269"/>
            <ac:spMk id="32" creationId="{03BDB561-A61E-B4C5-128B-AA75EF91E930}"/>
          </ac:spMkLst>
        </pc:spChg>
        <pc:spChg chg="add mod">
          <ac:chgData name="髙田　陽斗" userId="349aba5d-2d55-469e-b606-bfbbf5033a9d" providerId="ADAL" clId="{F75CD730-4B93-4946-A438-1D617634E6A9}" dt="2024-07-24T05:50:58.238" v="272"/>
          <ac:spMkLst>
            <pc:docMk/>
            <pc:sldMk cId="1037381051" sldId="269"/>
            <ac:spMk id="33" creationId="{B5EACD31-141C-2803-DE2C-EAF5C0F09EFC}"/>
          </ac:spMkLst>
        </pc:spChg>
        <pc:spChg chg="add mod">
          <ac:chgData name="髙田　陽斗" userId="349aba5d-2d55-469e-b606-bfbbf5033a9d" providerId="ADAL" clId="{F75CD730-4B93-4946-A438-1D617634E6A9}" dt="2024-07-24T05:50:58.238" v="272"/>
          <ac:spMkLst>
            <pc:docMk/>
            <pc:sldMk cId="1037381051" sldId="269"/>
            <ac:spMk id="34" creationId="{73E5DF31-CF8D-ACD1-BECC-C38DB113068A}"/>
          </ac:spMkLst>
        </pc:spChg>
        <pc:spChg chg="add mod">
          <ac:chgData name="髙田　陽斗" userId="349aba5d-2d55-469e-b606-bfbbf5033a9d" providerId="ADAL" clId="{F75CD730-4B93-4946-A438-1D617634E6A9}" dt="2024-07-24T05:50:58.238" v="272"/>
          <ac:spMkLst>
            <pc:docMk/>
            <pc:sldMk cId="1037381051" sldId="269"/>
            <ac:spMk id="35" creationId="{B5712D70-5764-588E-4000-E5A431D007CE}"/>
          </ac:spMkLst>
        </pc:spChg>
        <pc:spChg chg="add mod">
          <ac:chgData name="髙田　陽斗" userId="349aba5d-2d55-469e-b606-bfbbf5033a9d" providerId="ADAL" clId="{F75CD730-4B93-4946-A438-1D617634E6A9}" dt="2024-07-24T05:58:29.685" v="326"/>
          <ac:spMkLst>
            <pc:docMk/>
            <pc:sldMk cId="1037381051" sldId="269"/>
            <ac:spMk id="36" creationId="{B7F8E2B5-8A17-D6BE-BFBA-74A07AE1038B}"/>
          </ac:spMkLst>
        </pc:spChg>
        <pc:grpChg chg="add mod">
          <ac:chgData name="髙田　陽斗" userId="349aba5d-2d55-469e-b606-bfbbf5033a9d" providerId="ADAL" clId="{F75CD730-4B93-4946-A438-1D617634E6A9}" dt="2024-07-24T05:50:58.238" v="272"/>
          <ac:grpSpMkLst>
            <pc:docMk/>
            <pc:sldMk cId="1037381051" sldId="269"/>
            <ac:grpSpMk id="6" creationId="{A2500859-614D-5A65-8639-06EF6EA344B4}"/>
          </ac:grpSpMkLst>
        </pc:grpChg>
        <pc:grpChg chg="add mod">
          <ac:chgData name="髙田　陽斗" userId="349aba5d-2d55-469e-b606-bfbbf5033a9d" providerId="ADAL" clId="{F75CD730-4B93-4946-A438-1D617634E6A9}" dt="2024-07-24T05:50:58.238" v="272"/>
          <ac:grpSpMkLst>
            <pc:docMk/>
            <pc:sldMk cId="1037381051" sldId="269"/>
            <ac:grpSpMk id="9" creationId="{188EC19F-0A49-46EE-9EAE-84F160BC946F}"/>
          </ac:grpSpMkLst>
        </pc:grpChg>
        <pc:cxnChg chg="add mod">
          <ac:chgData name="髙田　陽斗" userId="349aba5d-2d55-469e-b606-bfbbf5033a9d" providerId="ADAL" clId="{F75CD730-4B93-4946-A438-1D617634E6A9}" dt="2024-07-24T05:50:58.238" v="272"/>
          <ac:cxnSpMkLst>
            <pc:docMk/>
            <pc:sldMk cId="1037381051" sldId="269"/>
            <ac:cxnSpMk id="5" creationId="{A9379F20-4119-2662-1D39-F81B46E2223D}"/>
          </ac:cxnSpMkLst>
        </pc:cxnChg>
        <pc:cxnChg chg="add mod">
          <ac:chgData name="髙田　陽斗" userId="349aba5d-2d55-469e-b606-bfbbf5033a9d" providerId="ADAL" clId="{F75CD730-4B93-4946-A438-1D617634E6A9}" dt="2024-07-24T05:50:58.238" v="272"/>
          <ac:cxnSpMkLst>
            <pc:docMk/>
            <pc:sldMk cId="1037381051" sldId="269"/>
            <ac:cxnSpMk id="21" creationId="{FC3EC5FF-E1AE-041E-2368-7161C19FC4AB}"/>
          </ac:cxnSpMkLst>
        </pc:cxnChg>
        <pc:cxnChg chg="add mod">
          <ac:chgData name="髙田　陽斗" userId="349aba5d-2d55-469e-b606-bfbbf5033a9d" providerId="ADAL" clId="{F75CD730-4B93-4946-A438-1D617634E6A9}" dt="2024-07-24T05:50:58.238" v="272"/>
          <ac:cxnSpMkLst>
            <pc:docMk/>
            <pc:sldMk cId="1037381051" sldId="269"/>
            <ac:cxnSpMk id="22" creationId="{4BC2BE6C-6308-7B4D-4BA4-74209E66897D}"/>
          </ac:cxnSpMkLst>
        </pc:cxnChg>
        <pc:cxnChg chg="add mod">
          <ac:chgData name="髙田　陽斗" userId="349aba5d-2d55-469e-b606-bfbbf5033a9d" providerId="ADAL" clId="{F75CD730-4B93-4946-A438-1D617634E6A9}" dt="2024-07-24T05:50:58.238" v="272"/>
          <ac:cxnSpMkLst>
            <pc:docMk/>
            <pc:sldMk cId="1037381051" sldId="269"/>
            <ac:cxnSpMk id="23" creationId="{BB6C9B4D-81B3-353D-A3F4-06F4B740D0A4}"/>
          </ac:cxnSpMkLst>
        </pc:cxnChg>
        <pc:cxnChg chg="add mod">
          <ac:chgData name="髙田　陽斗" userId="349aba5d-2d55-469e-b606-bfbbf5033a9d" providerId="ADAL" clId="{F75CD730-4B93-4946-A438-1D617634E6A9}" dt="2024-07-24T05:50:58.238" v="272"/>
          <ac:cxnSpMkLst>
            <pc:docMk/>
            <pc:sldMk cId="1037381051" sldId="269"/>
            <ac:cxnSpMk id="24" creationId="{CAF9C8E0-090F-29BF-1FED-545FD3999150}"/>
          </ac:cxnSpMkLst>
        </pc:cxnChg>
      </pc:sldChg>
      <pc:sldChg chg="addSp delSp modSp new mod modTransition modAnim">
        <pc:chgData name="髙田　陽斗" userId="349aba5d-2d55-469e-b606-bfbbf5033a9d" providerId="ADAL" clId="{F75CD730-4B93-4946-A438-1D617634E6A9}" dt="2024-07-26T01:30:22.230" v="5352"/>
        <pc:sldMkLst>
          <pc:docMk/>
          <pc:sldMk cId="3604465215" sldId="270"/>
        </pc:sldMkLst>
        <pc:spChg chg="add del mod">
          <ac:chgData name="髙田　陽斗" userId="349aba5d-2d55-469e-b606-bfbbf5033a9d" providerId="ADAL" clId="{F75CD730-4B93-4946-A438-1D617634E6A9}" dt="2024-07-24T05:58:34.742" v="327" actId="478"/>
          <ac:spMkLst>
            <pc:docMk/>
            <pc:sldMk cId="3604465215" sldId="270"/>
            <ac:spMk id="2" creationId="{EE553755-1B70-1898-0771-C7D4F7D1C012}"/>
          </ac:spMkLst>
        </pc:spChg>
        <pc:spChg chg="mod">
          <ac:chgData name="髙田　陽斗" userId="349aba5d-2d55-469e-b606-bfbbf5033a9d" providerId="ADAL" clId="{F75CD730-4B93-4946-A438-1D617634E6A9}" dt="2024-07-24T05:51:13.451" v="274"/>
          <ac:spMkLst>
            <pc:docMk/>
            <pc:sldMk cId="3604465215" sldId="270"/>
            <ac:spMk id="5" creationId="{36839F4A-A157-AD78-5887-8352C4F948C3}"/>
          </ac:spMkLst>
        </pc:spChg>
        <pc:spChg chg="mod">
          <ac:chgData name="髙田　陽斗" userId="349aba5d-2d55-469e-b606-bfbbf5033a9d" providerId="ADAL" clId="{F75CD730-4B93-4946-A438-1D617634E6A9}" dt="2024-07-24T05:51:13.451" v="274"/>
          <ac:spMkLst>
            <pc:docMk/>
            <pc:sldMk cId="3604465215" sldId="270"/>
            <ac:spMk id="6" creationId="{2DDB4C03-F6E8-085F-43F3-742F65369C3A}"/>
          </ac:spMkLst>
        </pc:spChg>
        <pc:spChg chg="mod">
          <ac:chgData name="髙田　陽斗" userId="349aba5d-2d55-469e-b606-bfbbf5033a9d" providerId="ADAL" clId="{F75CD730-4B93-4946-A438-1D617634E6A9}" dt="2024-07-24T05:51:13.451" v="274"/>
          <ac:spMkLst>
            <pc:docMk/>
            <pc:sldMk cId="3604465215" sldId="270"/>
            <ac:spMk id="8" creationId="{3C529426-EC68-8807-3648-6F8C6C2BCE7D}"/>
          </ac:spMkLst>
        </pc:spChg>
        <pc:spChg chg="mod">
          <ac:chgData name="髙田　陽斗" userId="349aba5d-2d55-469e-b606-bfbbf5033a9d" providerId="ADAL" clId="{F75CD730-4B93-4946-A438-1D617634E6A9}" dt="2024-07-24T05:51:13.451" v="274"/>
          <ac:spMkLst>
            <pc:docMk/>
            <pc:sldMk cId="3604465215" sldId="270"/>
            <ac:spMk id="9" creationId="{D4A6A311-DEA9-E05C-F1E2-0E11D1804FAC}"/>
          </ac:spMkLst>
        </pc:spChg>
        <pc:spChg chg="mod">
          <ac:chgData name="髙田　陽斗" userId="349aba5d-2d55-469e-b606-bfbbf5033a9d" providerId="ADAL" clId="{F75CD730-4B93-4946-A438-1D617634E6A9}" dt="2024-07-24T05:51:13.451" v="274"/>
          <ac:spMkLst>
            <pc:docMk/>
            <pc:sldMk cId="3604465215" sldId="270"/>
            <ac:spMk id="10" creationId="{3F9657B6-9D40-C4E2-1E5E-B3DF670D84CF}"/>
          </ac:spMkLst>
        </pc:spChg>
        <pc:spChg chg="mod">
          <ac:chgData name="髙田　陽斗" userId="349aba5d-2d55-469e-b606-bfbbf5033a9d" providerId="ADAL" clId="{F75CD730-4B93-4946-A438-1D617634E6A9}" dt="2024-07-24T05:51:13.451" v="274"/>
          <ac:spMkLst>
            <pc:docMk/>
            <pc:sldMk cId="3604465215" sldId="270"/>
            <ac:spMk id="11" creationId="{C54D2DB8-E86D-2B50-AA2F-37D1FB8DC3C3}"/>
          </ac:spMkLst>
        </pc:spChg>
        <pc:spChg chg="add mod">
          <ac:chgData name="髙田　陽斗" userId="349aba5d-2d55-469e-b606-bfbbf5033a9d" providerId="ADAL" clId="{F75CD730-4B93-4946-A438-1D617634E6A9}" dt="2024-07-24T05:51:13.451" v="274"/>
          <ac:spMkLst>
            <pc:docMk/>
            <pc:sldMk cId="3604465215" sldId="270"/>
            <ac:spMk id="12" creationId="{608B688A-FCE6-93FE-DDC4-709AA4100F7C}"/>
          </ac:spMkLst>
        </pc:spChg>
        <pc:spChg chg="add mod">
          <ac:chgData name="髙田　陽斗" userId="349aba5d-2d55-469e-b606-bfbbf5033a9d" providerId="ADAL" clId="{F75CD730-4B93-4946-A438-1D617634E6A9}" dt="2024-07-24T05:51:13.451" v="274"/>
          <ac:spMkLst>
            <pc:docMk/>
            <pc:sldMk cId="3604465215" sldId="270"/>
            <ac:spMk id="13" creationId="{0145CA6E-DAD1-8D8D-2DC7-C2E80996B13B}"/>
          </ac:spMkLst>
        </pc:spChg>
        <pc:spChg chg="add mod">
          <ac:chgData name="髙田　陽斗" userId="349aba5d-2d55-469e-b606-bfbbf5033a9d" providerId="ADAL" clId="{F75CD730-4B93-4946-A438-1D617634E6A9}" dt="2024-07-24T05:51:13.451" v="274"/>
          <ac:spMkLst>
            <pc:docMk/>
            <pc:sldMk cId="3604465215" sldId="270"/>
            <ac:spMk id="14" creationId="{F8B5CC08-2073-D39A-324A-5E1684867387}"/>
          </ac:spMkLst>
        </pc:spChg>
        <pc:spChg chg="add mod">
          <ac:chgData name="髙田　陽斗" userId="349aba5d-2d55-469e-b606-bfbbf5033a9d" providerId="ADAL" clId="{F75CD730-4B93-4946-A438-1D617634E6A9}" dt="2024-07-24T05:51:13.451" v="274"/>
          <ac:spMkLst>
            <pc:docMk/>
            <pc:sldMk cId="3604465215" sldId="270"/>
            <ac:spMk id="15" creationId="{07C1A496-4875-166A-0510-1500F5B3841A}"/>
          </ac:spMkLst>
        </pc:spChg>
        <pc:spChg chg="add mod">
          <ac:chgData name="髙田　陽斗" userId="349aba5d-2d55-469e-b606-bfbbf5033a9d" providerId="ADAL" clId="{F75CD730-4B93-4946-A438-1D617634E6A9}" dt="2024-07-24T05:51:13.451" v="274"/>
          <ac:spMkLst>
            <pc:docMk/>
            <pc:sldMk cId="3604465215" sldId="270"/>
            <ac:spMk id="16" creationId="{CAC755E8-3B5E-B6B3-4986-5E3ADBC07144}"/>
          </ac:spMkLst>
        </pc:spChg>
        <pc:spChg chg="add mod">
          <ac:chgData name="髙田　陽斗" userId="349aba5d-2d55-469e-b606-bfbbf5033a9d" providerId="ADAL" clId="{F75CD730-4B93-4946-A438-1D617634E6A9}" dt="2024-07-24T05:51:13.451" v="274"/>
          <ac:spMkLst>
            <pc:docMk/>
            <pc:sldMk cId="3604465215" sldId="270"/>
            <ac:spMk id="17" creationId="{2FDD017A-6EDE-FA1D-4CB4-72D4CFCF1338}"/>
          </ac:spMkLst>
        </pc:spChg>
        <pc:spChg chg="add mod">
          <ac:chgData name="髙田　陽斗" userId="349aba5d-2d55-469e-b606-bfbbf5033a9d" providerId="ADAL" clId="{F75CD730-4B93-4946-A438-1D617634E6A9}" dt="2024-07-24T05:51:13.451" v="274"/>
          <ac:spMkLst>
            <pc:docMk/>
            <pc:sldMk cId="3604465215" sldId="270"/>
            <ac:spMk id="18" creationId="{8009A39B-45E0-E556-D34E-4B9AC80FB6F0}"/>
          </ac:spMkLst>
        </pc:spChg>
        <pc:spChg chg="add mod">
          <ac:chgData name="髙田　陽斗" userId="349aba5d-2d55-469e-b606-bfbbf5033a9d" providerId="ADAL" clId="{F75CD730-4B93-4946-A438-1D617634E6A9}" dt="2024-07-24T05:51:13.451" v="274"/>
          <ac:spMkLst>
            <pc:docMk/>
            <pc:sldMk cId="3604465215" sldId="270"/>
            <ac:spMk id="23" creationId="{3D291061-5B4E-10E2-9007-C0581673896C}"/>
          </ac:spMkLst>
        </pc:spChg>
        <pc:spChg chg="add mod">
          <ac:chgData name="髙田　陽斗" userId="349aba5d-2d55-469e-b606-bfbbf5033a9d" providerId="ADAL" clId="{F75CD730-4B93-4946-A438-1D617634E6A9}" dt="2024-07-24T05:51:13.451" v="274"/>
          <ac:spMkLst>
            <pc:docMk/>
            <pc:sldMk cId="3604465215" sldId="270"/>
            <ac:spMk id="24" creationId="{92040D6A-AFE2-EC12-B88A-4C6015CFAD20}"/>
          </ac:spMkLst>
        </pc:spChg>
        <pc:spChg chg="add mod">
          <ac:chgData name="髙田　陽斗" userId="349aba5d-2d55-469e-b606-bfbbf5033a9d" providerId="ADAL" clId="{F75CD730-4B93-4946-A438-1D617634E6A9}" dt="2024-07-24T05:51:13.451" v="274"/>
          <ac:spMkLst>
            <pc:docMk/>
            <pc:sldMk cId="3604465215" sldId="270"/>
            <ac:spMk id="25" creationId="{5D4FCE10-4941-0492-4DA7-A66423754F48}"/>
          </ac:spMkLst>
        </pc:spChg>
        <pc:spChg chg="add mod">
          <ac:chgData name="髙田　陽斗" userId="349aba5d-2d55-469e-b606-bfbbf5033a9d" providerId="ADAL" clId="{F75CD730-4B93-4946-A438-1D617634E6A9}" dt="2024-07-24T05:51:13.451" v="274"/>
          <ac:spMkLst>
            <pc:docMk/>
            <pc:sldMk cId="3604465215" sldId="270"/>
            <ac:spMk id="26" creationId="{D7544132-6EF3-D1DE-CCBC-DD0223CEC323}"/>
          </ac:spMkLst>
        </pc:spChg>
        <pc:spChg chg="add mod">
          <ac:chgData name="髙田　陽斗" userId="349aba5d-2d55-469e-b606-bfbbf5033a9d" providerId="ADAL" clId="{F75CD730-4B93-4946-A438-1D617634E6A9}" dt="2024-07-24T05:51:13.451" v="274"/>
          <ac:spMkLst>
            <pc:docMk/>
            <pc:sldMk cId="3604465215" sldId="270"/>
            <ac:spMk id="27" creationId="{C9E5D02A-B6C6-6570-582A-EAF86E7DDF42}"/>
          </ac:spMkLst>
        </pc:spChg>
        <pc:spChg chg="add mod">
          <ac:chgData name="髙田　陽斗" userId="349aba5d-2d55-469e-b606-bfbbf5033a9d" providerId="ADAL" clId="{F75CD730-4B93-4946-A438-1D617634E6A9}" dt="2024-07-24T05:51:13.451" v="274"/>
          <ac:spMkLst>
            <pc:docMk/>
            <pc:sldMk cId="3604465215" sldId="270"/>
            <ac:spMk id="28" creationId="{3CD9E128-DBB4-585A-917B-1B6E78B4329D}"/>
          </ac:spMkLst>
        </pc:spChg>
        <pc:spChg chg="add mod">
          <ac:chgData name="髙田　陽斗" userId="349aba5d-2d55-469e-b606-bfbbf5033a9d" providerId="ADAL" clId="{F75CD730-4B93-4946-A438-1D617634E6A9}" dt="2024-07-24T05:51:13.451" v="274"/>
          <ac:spMkLst>
            <pc:docMk/>
            <pc:sldMk cId="3604465215" sldId="270"/>
            <ac:spMk id="29" creationId="{299F7A32-B196-5803-30A3-D696BE9A53BA}"/>
          </ac:spMkLst>
        </pc:spChg>
        <pc:spChg chg="add mod">
          <ac:chgData name="髙田　陽斗" userId="349aba5d-2d55-469e-b606-bfbbf5033a9d" providerId="ADAL" clId="{F75CD730-4B93-4946-A438-1D617634E6A9}" dt="2024-07-24T05:51:13.451" v="274"/>
          <ac:spMkLst>
            <pc:docMk/>
            <pc:sldMk cId="3604465215" sldId="270"/>
            <ac:spMk id="30" creationId="{85AD0147-0A1A-DB75-242F-5E8A900F6797}"/>
          </ac:spMkLst>
        </pc:spChg>
        <pc:spChg chg="add mod">
          <ac:chgData name="髙田　陽斗" userId="349aba5d-2d55-469e-b606-bfbbf5033a9d" providerId="ADAL" clId="{F75CD730-4B93-4946-A438-1D617634E6A9}" dt="2024-07-24T05:51:13.451" v="274"/>
          <ac:spMkLst>
            <pc:docMk/>
            <pc:sldMk cId="3604465215" sldId="270"/>
            <ac:spMk id="33" creationId="{93E3D76F-F503-0619-E472-F5FC088E5B0C}"/>
          </ac:spMkLst>
        </pc:spChg>
        <pc:spChg chg="add mod">
          <ac:chgData name="髙田　陽斗" userId="349aba5d-2d55-469e-b606-bfbbf5033a9d" providerId="ADAL" clId="{F75CD730-4B93-4946-A438-1D617634E6A9}" dt="2024-07-24T05:51:13.451" v="274"/>
          <ac:spMkLst>
            <pc:docMk/>
            <pc:sldMk cId="3604465215" sldId="270"/>
            <ac:spMk id="35" creationId="{8C1FB10E-D3EA-2A4D-F0A9-323BD4DB0C64}"/>
          </ac:spMkLst>
        </pc:spChg>
        <pc:spChg chg="add mod">
          <ac:chgData name="髙田　陽斗" userId="349aba5d-2d55-469e-b606-bfbbf5033a9d" providerId="ADAL" clId="{F75CD730-4B93-4946-A438-1D617634E6A9}" dt="2024-07-24T05:51:13.451" v="274"/>
          <ac:spMkLst>
            <pc:docMk/>
            <pc:sldMk cId="3604465215" sldId="270"/>
            <ac:spMk id="36" creationId="{B9755927-FF1E-1618-C2E4-26E048A1CD2B}"/>
          </ac:spMkLst>
        </pc:spChg>
        <pc:spChg chg="add mod">
          <ac:chgData name="髙田　陽斗" userId="349aba5d-2d55-469e-b606-bfbbf5033a9d" providerId="ADAL" clId="{F75CD730-4B93-4946-A438-1D617634E6A9}" dt="2024-07-24T05:51:13.451" v="274"/>
          <ac:spMkLst>
            <pc:docMk/>
            <pc:sldMk cId="3604465215" sldId="270"/>
            <ac:spMk id="37" creationId="{55D5DED1-1A8B-0C79-02E2-C270970A1351}"/>
          </ac:spMkLst>
        </pc:spChg>
        <pc:spChg chg="add mod">
          <ac:chgData name="髙田　陽斗" userId="349aba5d-2d55-469e-b606-bfbbf5033a9d" providerId="ADAL" clId="{F75CD730-4B93-4946-A438-1D617634E6A9}" dt="2024-07-24T05:51:13.451" v="274"/>
          <ac:spMkLst>
            <pc:docMk/>
            <pc:sldMk cId="3604465215" sldId="270"/>
            <ac:spMk id="38" creationId="{42920D87-2562-7A0B-B4C7-093BC9919EDE}"/>
          </ac:spMkLst>
        </pc:spChg>
        <pc:spChg chg="add mod">
          <ac:chgData name="髙田　陽斗" userId="349aba5d-2d55-469e-b606-bfbbf5033a9d" providerId="ADAL" clId="{F75CD730-4B93-4946-A438-1D617634E6A9}" dt="2024-07-24T05:58:35.239" v="328"/>
          <ac:spMkLst>
            <pc:docMk/>
            <pc:sldMk cId="3604465215" sldId="270"/>
            <ac:spMk id="39" creationId="{08D437B4-D7D1-26B6-AAD6-6BF6C3FDA20F}"/>
          </ac:spMkLst>
        </pc:spChg>
        <pc:grpChg chg="add mod">
          <ac:chgData name="髙田　陽斗" userId="349aba5d-2d55-469e-b606-bfbbf5033a9d" providerId="ADAL" clId="{F75CD730-4B93-4946-A438-1D617634E6A9}" dt="2024-07-24T05:51:13.451" v="274"/>
          <ac:grpSpMkLst>
            <pc:docMk/>
            <pc:sldMk cId="3604465215" sldId="270"/>
            <ac:grpSpMk id="4" creationId="{86178807-2F1C-31A6-EA65-D731B16EE4C4}"/>
          </ac:grpSpMkLst>
        </pc:grpChg>
        <pc:grpChg chg="add mod">
          <ac:chgData name="髙田　陽斗" userId="349aba5d-2d55-469e-b606-bfbbf5033a9d" providerId="ADAL" clId="{F75CD730-4B93-4946-A438-1D617634E6A9}" dt="2024-07-24T05:51:13.451" v="274"/>
          <ac:grpSpMkLst>
            <pc:docMk/>
            <pc:sldMk cId="3604465215" sldId="270"/>
            <ac:grpSpMk id="7" creationId="{F2CD5C62-452E-7954-2D29-799E965F94BC}"/>
          </ac:grpSpMkLst>
        </pc:grpChg>
        <pc:cxnChg chg="add mod">
          <ac:chgData name="髙田　陽斗" userId="349aba5d-2d55-469e-b606-bfbbf5033a9d" providerId="ADAL" clId="{F75CD730-4B93-4946-A438-1D617634E6A9}" dt="2024-07-24T05:51:13.451" v="274"/>
          <ac:cxnSpMkLst>
            <pc:docMk/>
            <pc:sldMk cId="3604465215" sldId="270"/>
            <ac:cxnSpMk id="3" creationId="{D08FF90C-CBDD-5907-154A-418CC0E9D3FF}"/>
          </ac:cxnSpMkLst>
        </pc:cxnChg>
        <pc:cxnChg chg="add mod">
          <ac:chgData name="髙田　陽斗" userId="349aba5d-2d55-469e-b606-bfbbf5033a9d" providerId="ADAL" clId="{F75CD730-4B93-4946-A438-1D617634E6A9}" dt="2024-07-24T05:51:13.451" v="274"/>
          <ac:cxnSpMkLst>
            <pc:docMk/>
            <pc:sldMk cId="3604465215" sldId="270"/>
            <ac:cxnSpMk id="19" creationId="{91C6B79B-F606-B6CB-0A91-638115556C25}"/>
          </ac:cxnSpMkLst>
        </pc:cxnChg>
        <pc:cxnChg chg="add mod">
          <ac:chgData name="髙田　陽斗" userId="349aba5d-2d55-469e-b606-bfbbf5033a9d" providerId="ADAL" clId="{F75CD730-4B93-4946-A438-1D617634E6A9}" dt="2024-07-24T05:51:13.451" v="274"/>
          <ac:cxnSpMkLst>
            <pc:docMk/>
            <pc:sldMk cId="3604465215" sldId="270"/>
            <ac:cxnSpMk id="20" creationId="{B2A7CFC2-A40B-822F-A403-EFDBC4D31777}"/>
          </ac:cxnSpMkLst>
        </pc:cxnChg>
        <pc:cxnChg chg="add mod">
          <ac:chgData name="髙田　陽斗" userId="349aba5d-2d55-469e-b606-bfbbf5033a9d" providerId="ADAL" clId="{F75CD730-4B93-4946-A438-1D617634E6A9}" dt="2024-07-24T05:51:13.451" v="274"/>
          <ac:cxnSpMkLst>
            <pc:docMk/>
            <pc:sldMk cId="3604465215" sldId="270"/>
            <ac:cxnSpMk id="21" creationId="{33889875-1ED9-E0F7-B41D-611D486A782A}"/>
          </ac:cxnSpMkLst>
        </pc:cxnChg>
        <pc:cxnChg chg="add mod">
          <ac:chgData name="髙田　陽斗" userId="349aba5d-2d55-469e-b606-bfbbf5033a9d" providerId="ADAL" clId="{F75CD730-4B93-4946-A438-1D617634E6A9}" dt="2024-07-24T05:51:13.451" v="274"/>
          <ac:cxnSpMkLst>
            <pc:docMk/>
            <pc:sldMk cId="3604465215" sldId="270"/>
            <ac:cxnSpMk id="22" creationId="{4F58F18F-F876-DE3E-04EC-CF2D3D2D841A}"/>
          </ac:cxnSpMkLst>
        </pc:cxnChg>
        <pc:cxnChg chg="add mod">
          <ac:chgData name="髙田　陽斗" userId="349aba5d-2d55-469e-b606-bfbbf5033a9d" providerId="ADAL" clId="{F75CD730-4B93-4946-A438-1D617634E6A9}" dt="2024-07-24T05:51:13.451" v="274"/>
          <ac:cxnSpMkLst>
            <pc:docMk/>
            <pc:sldMk cId="3604465215" sldId="270"/>
            <ac:cxnSpMk id="31" creationId="{DF820BBB-3558-CA42-F1F5-7412C129F3D9}"/>
          </ac:cxnSpMkLst>
        </pc:cxnChg>
        <pc:cxnChg chg="add mod">
          <ac:chgData name="髙田　陽斗" userId="349aba5d-2d55-469e-b606-bfbbf5033a9d" providerId="ADAL" clId="{F75CD730-4B93-4946-A438-1D617634E6A9}" dt="2024-07-24T05:51:13.451" v="274"/>
          <ac:cxnSpMkLst>
            <pc:docMk/>
            <pc:sldMk cId="3604465215" sldId="270"/>
            <ac:cxnSpMk id="32" creationId="{36484970-4352-8553-22C7-B5ED32F92168}"/>
          </ac:cxnSpMkLst>
        </pc:cxnChg>
        <pc:cxnChg chg="add mod">
          <ac:chgData name="髙田　陽斗" userId="349aba5d-2d55-469e-b606-bfbbf5033a9d" providerId="ADAL" clId="{F75CD730-4B93-4946-A438-1D617634E6A9}" dt="2024-07-24T05:51:13.451" v="274"/>
          <ac:cxnSpMkLst>
            <pc:docMk/>
            <pc:sldMk cId="3604465215" sldId="270"/>
            <ac:cxnSpMk id="34" creationId="{D1D6FCEF-05A7-1B27-9C93-4503FBC1B48A}"/>
          </ac:cxnSpMkLst>
        </pc:cxnChg>
      </pc:sldChg>
      <pc:sldChg chg="addSp delSp modSp new mod modTransition">
        <pc:chgData name="髙田　陽斗" userId="349aba5d-2d55-469e-b606-bfbbf5033a9d" providerId="ADAL" clId="{F75CD730-4B93-4946-A438-1D617634E6A9}" dt="2024-07-26T01:30:46.878" v="5357"/>
        <pc:sldMkLst>
          <pc:docMk/>
          <pc:sldMk cId="485434491" sldId="271"/>
        </pc:sldMkLst>
        <pc:spChg chg="add del mod">
          <ac:chgData name="髙田　陽斗" userId="349aba5d-2d55-469e-b606-bfbbf5033a9d" providerId="ADAL" clId="{F75CD730-4B93-4946-A438-1D617634E6A9}" dt="2024-07-24T05:58:38.856" v="329" actId="478"/>
          <ac:spMkLst>
            <pc:docMk/>
            <pc:sldMk cId="485434491" sldId="271"/>
            <ac:spMk id="2" creationId="{4478E704-218F-CC59-B095-59DB03598AB0}"/>
          </ac:spMkLst>
        </pc:spChg>
        <pc:spChg chg="mod">
          <ac:chgData name="髙田　陽斗" userId="349aba5d-2d55-469e-b606-bfbbf5033a9d" providerId="ADAL" clId="{F75CD730-4B93-4946-A438-1D617634E6A9}" dt="2024-07-24T05:51:33.607" v="276"/>
          <ac:spMkLst>
            <pc:docMk/>
            <pc:sldMk cId="485434491" sldId="271"/>
            <ac:spMk id="5" creationId="{D46AA768-73CA-4F9B-7B55-52FC9042C014}"/>
          </ac:spMkLst>
        </pc:spChg>
        <pc:spChg chg="mod">
          <ac:chgData name="髙田　陽斗" userId="349aba5d-2d55-469e-b606-bfbbf5033a9d" providerId="ADAL" clId="{F75CD730-4B93-4946-A438-1D617634E6A9}" dt="2024-07-24T05:51:33.607" v="276"/>
          <ac:spMkLst>
            <pc:docMk/>
            <pc:sldMk cId="485434491" sldId="271"/>
            <ac:spMk id="6" creationId="{6B7FC713-77CF-2082-42F3-D1D1916EDBEB}"/>
          </ac:spMkLst>
        </pc:spChg>
        <pc:spChg chg="mod">
          <ac:chgData name="髙田　陽斗" userId="349aba5d-2d55-469e-b606-bfbbf5033a9d" providerId="ADAL" clId="{F75CD730-4B93-4946-A438-1D617634E6A9}" dt="2024-07-24T05:51:33.607" v="276"/>
          <ac:spMkLst>
            <pc:docMk/>
            <pc:sldMk cId="485434491" sldId="271"/>
            <ac:spMk id="7" creationId="{2C194DC3-7C53-2135-AB34-5BE58311FE84}"/>
          </ac:spMkLst>
        </pc:spChg>
        <pc:spChg chg="mod">
          <ac:chgData name="髙田　陽斗" userId="349aba5d-2d55-469e-b606-bfbbf5033a9d" providerId="ADAL" clId="{F75CD730-4B93-4946-A438-1D617634E6A9}" dt="2024-07-24T05:51:33.607" v="276"/>
          <ac:spMkLst>
            <pc:docMk/>
            <pc:sldMk cId="485434491" sldId="271"/>
            <ac:spMk id="8" creationId="{22E3AEF3-8D03-7788-02B4-667112E9A13C}"/>
          </ac:spMkLst>
        </pc:spChg>
        <pc:spChg chg="mod">
          <ac:chgData name="髙田　陽斗" userId="349aba5d-2d55-469e-b606-bfbbf5033a9d" providerId="ADAL" clId="{F75CD730-4B93-4946-A438-1D617634E6A9}" dt="2024-07-24T05:51:33.607" v="276"/>
          <ac:spMkLst>
            <pc:docMk/>
            <pc:sldMk cId="485434491" sldId="271"/>
            <ac:spMk id="10" creationId="{76D176B8-264B-42E2-74BB-DE82F2CDC463}"/>
          </ac:spMkLst>
        </pc:spChg>
        <pc:spChg chg="mod">
          <ac:chgData name="髙田　陽斗" userId="349aba5d-2d55-469e-b606-bfbbf5033a9d" providerId="ADAL" clId="{F75CD730-4B93-4946-A438-1D617634E6A9}" dt="2024-07-24T05:51:33.607" v="276"/>
          <ac:spMkLst>
            <pc:docMk/>
            <pc:sldMk cId="485434491" sldId="271"/>
            <ac:spMk id="11" creationId="{B9D24739-AD94-D820-BEAB-D510E70908F3}"/>
          </ac:spMkLst>
        </pc:spChg>
        <pc:spChg chg="add mod">
          <ac:chgData name="髙田　陽斗" userId="349aba5d-2d55-469e-b606-bfbbf5033a9d" providerId="ADAL" clId="{F75CD730-4B93-4946-A438-1D617634E6A9}" dt="2024-07-24T05:51:33.607" v="276"/>
          <ac:spMkLst>
            <pc:docMk/>
            <pc:sldMk cId="485434491" sldId="271"/>
            <ac:spMk id="12" creationId="{254176DE-277D-2E14-F588-24C668D32D35}"/>
          </ac:spMkLst>
        </pc:spChg>
        <pc:spChg chg="add mod">
          <ac:chgData name="髙田　陽斗" userId="349aba5d-2d55-469e-b606-bfbbf5033a9d" providerId="ADAL" clId="{F75CD730-4B93-4946-A438-1D617634E6A9}" dt="2024-07-24T05:51:33.607" v="276"/>
          <ac:spMkLst>
            <pc:docMk/>
            <pc:sldMk cId="485434491" sldId="271"/>
            <ac:spMk id="13" creationId="{ACB434B2-0FE9-221F-619C-E6D3470F1BFC}"/>
          </ac:spMkLst>
        </pc:spChg>
        <pc:spChg chg="add mod">
          <ac:chgData name="髙田　陽斗" userId="349aba5d-2d55-469e-b606-bfbbf5033a9d" providerId="ADAL" clId="{F75CD730-4B93-4946-A438-1D617634E6A9}" dt="2024-07-24T05:51:33.607" v="276"/>
          <ac:spMkLst>
            <pc:docMk/>
            <pc:sldMk cId="485434491" sldId="271"/>
            <ac:spMk id="14" creationId="{CD16543A-4DCF-18FD-A180-843C4E7B0896}"/>
          </ac:spMkLst>
        </pc:spChg>
        <pc:spChg chg="add mod">
          <ac:chgData name="髙田　陽斗" userId="349aba5d-2d55-469e-b606-bfbbf5033a9d" providerId="ADAL" clId="{F75CD730-4B93-4946-A438-1D617634E6A9}" dt="2024-07-24T05:51:33.607" v="276"/>
          <ac:spMkLst>
            <pc:docMk/>
            <pc:sldMk cId="485434491" sldId="271"/>
            <ac:spMk id="15" creationId="{CD101A27-F5D7-C984-42EA-D10A3AE5A0F3}"/>
          </ac:spMkLst>
        </pc:spChg>
        <pc:spChg chg="add mod">
          <ac:chgData name="髙田　陽斗" userId="349aba5d-2d55-469e-b606-bfbbf5033a9d" providerId="ADAL" clId="{F75CD730-4B93-4946-A438-1D617634E6A9}" dt="2024-07-24T05:51:33.607" v="276"/>
          <ac:spMkLst>
            <pc:docMk/>
            <pc:sldMk cId="485434491" sldId="271"/>
            <ac:spMk id="16" creationId="{B8CA4798-BD46-A352-77A8-AEC80F53D160}"/>
          </ac:spMkLst>
        </pc:spChg>
        <pc:spChg chg="add mod">
          <ac:chgData name="髙田　陽斗" userId="349aba5d-2d55-469e-b606-bfbbf5033a9d" providerId="ADAL" clId="{F75CD730-4B93-4946-A438-1D617634E6A9}" dt="2024-07-24T05:51:33.607" v="276"/>
          <ac:spMkLst>
            <pc:docMk/>
            <pc:sldMk cId="485434491" sldId="271"/>
            <ac:spMk id="17" creationId="{2CBA7B60-D980-CD37-06A2-CC8954F5376C}"/>
          </ac:spMkLst>
        </pc:spChg>
        <pc:spChg chg="add mod">
          <ac:chgData name="髙田　陽斗" userId="349aba5d-2d55-469e-b606-bfbbf5033a9d" providerId="ADAL" clId="{F75CD730-4B93-4946-A438-1D617634E6A9}" dt="2024-07-24T05:51:33.607" v="276"/>
          <ac:spMkLst>
            <pc:docMk/>
            <pc:sldMk cId="485434491" sldId="271"/>
            <ac:spMk id="18" creationId="{DB3D60CD-B638-8286-74E9-4BB1DCE6B655}"/>
          </ac:spMkLst>
        </pc:spChg>
        <pc:spChg chg="add mod">
          <ac:chgData name="髙田　陽斗" userId="349aba5d-2d55-469e-b606-bfbbf5033a9d" providerId="ADAL" clId="{F75CD730-4B93-4946-A438-1D617634E6A9}" dt="2024-07-24T05:51:33.607" v="276"/>
          <ac:spMkLst>
            <pc:docMk/>
            <pc:sldMk cId="485434491" sldId="271"/>
            <ac:spMk id="23" creationId="{151E09CD-363C-7D4B-44A0-5C4116EFA641}"/>
          </ac:spMkLst>
        </pc:spChg>
        <pc:spChg chg="add mod">
          <ac:chgData name="髙田　陽斗" userId="349aba5d-2d55-469e-b606-bfbbf5033a9d" providerId="ADAL" clId="{F75CD730-4B93-4946-A438-1D617634E6A9}" dt="2024-07-24T05:51:33.607" v="276"/>
          <ac:spMkLst>
            <pc:docMk/>
            <pc:sldMk cId="485434491" sldId="271"/>
            <ac:spMk id="24" creationId="{3BF30921-52A7-B8E9-1EA4-AC4C18345E39}"/>
          </ac:spMkLst>
        </pc:spChg>
        <pc:spChg chg="add mod">
          <ac:chgData name="髙田　陽斗" userId="349aba5d-2d55-469e-b606-bfbbf5033a9d" providerId="ADAL" clId="{F75CD730-4B93-4946-A438-1D617634E6A9}" dt="2024-07-24T05:51:33.607" v="276"/>
          <ac:spMkLst>
            <pc:docMk/>
            <pc:sldMk cId="485434491" sldId="271"/>
            <ac:spMk id="25" creationId="{F50300BF-D5D4-F11E-C8AC-52ACB48CFF04}"/>
          </ac:spMkLst>
        </pc:spChg>
        <pc:spChg chg="add mod">
          <ac:chgData name="髙田　陽斗" userId="349aba5d-2d55-469e-b606-bfbbf5033a9d" providerId="ADAL" clId="{F75CD730-4B93-4946-A438-1D617634E6A9}" dt="2024-07-24T05:51:33.607" v="276"/>
          <ac:spMkLst>
            <pc:docMk/>
            <pc:sldMk cId="485434491" sldId="271"/>
            <ac:spMk id="26" creationId="{9ECEE093-2B73-8815-085C-1DAE446A1EAC}"/>
          </ac:spMkLst>
        </pc:spChg>
        <pc:spChg chg="add mod">
          <ac:chgData name="髙田　陽斗" userId="349aba5d-2d55-469e-b606-bfbbf5033a9d" providerId="ADAL" clId="{F75CD730-4B93-4946-A438-1D617634E6A9}" dt="2024-07-24T05:51:33.607" v="276"/>
          <ac:spMkLst>
            <pc:docMk/>
            <pc:sldMk cId="485434491" sldId="271"/>
            <ac:spMk id="27" creationId="{0AD1CFE2-5787-1C15-4C38-B975B34967DE}"/>
          </ac:spMkLst>
        </pc:spChg>
        <pc:spChg chg="add mod">
          <ac:chgData name="髙田　陽斗" userId="349aba5d-2d55-469e-b606-bfbbf5033a9d" providerId="ADAL" clId="{F75CD730-4B93-4946-A438-1D617634E6A9}" dt="2024-07-24T05:51:33.607" v="276"/>
          <ac:spMkLst>
            <pc:docMk/>
            <pc:sldMk cId="485434491" sldId="271"/>
            <ac:spMk id="28" creationId="{16EB82B3-C5A8-FD54-E3C8-0516C28814EF}"/>
          </ac:spMkLst>
        </pc:spChg>
        <pc:spChg chg="add mod">
          <ac:chgData name="髙田　陽斗" userId="349aba5d-2d55-469e-b606-bfbbf5033a9d" providerId="ADAL" clId="{F75CD730-4B93-4946-A438-1D617634E6A9}" dt="2024-07-24T05:51:33.607" v="276"/>
          <ac:spMkLst>
            <pc:docMk/>
            <pc:sldMk cId="485434491" sldId="271"/>
            <ac:spMk id="29" creationId="{0D0B6ED0-25D5-96B8-6F2A-373E2C7FB291}"/>
          </ac:spMkLst>
        </pc:spChg>
        <pc:spChg chg="add mod">
          <ac:chgData name="髙田　陽斗" userId="349aba5d-2d55-469e-b606-bfbbf5033a9d" providerId="ADAL" clId="{F75CD730-4B93-4946-A438-1D617634E6A9}" dt="2024-07-24T05:51:33.607" v="276"/>
          <ac:spMkLst>
            <pc:docMk/>
            <pc:sldMk cId="485434491" sldId="271"/>
            <ac:spMk id="30" creationId="{F2EB3E69-4F6D-4A45-DC7E-29B6D0B0B659}"/>
          </ac:spMkLst>
        </pc:spChg>
        <pc:spChg chg="add mod">
          <ac:chgData name="髙田　陽斗" userId="349aba5d-2d55-469e-b606-bfbbf5033a9d" providerId="ADAL" clId="{F75CD730-4B93-4946-A438-1D617634E6A9}" dt="2024-07-24T05:51:33.607" v="276"/>
          <ac:spMkLst>
            <pc:docMk/>
            <pc:sldMk cId="485434491" sldId="271"/>
            <ac:spMk id="31" creationId="{81FF60BA-E565-E5F5-C5D9-3F4AF749DAC7}"/>
          </ac:spMkLst>
        </pc:spChg>
        <pc:spChg chg="add mod">
          <ac:chgData name="髙田　陽斗" userId="349aba5d-2d55-469e-b606-bfbbf5033a9d" providerId="ADAL" clId="{F75CD730-4B93-4946-A438-1D617634E6A9}" dt="2024-07-24T05:51:33.607" v="276"/>
          <ac:spMkLst>
            <pc:docMk/>
            <pc:sldMk cId="485434491" sldId="271"/>
            <ac:spMk id="35" creationId="{C7FED186-6541-4843-5DC9-1019E797B29C}"/>
          </ac:spMkLst>
        </pc:spChg>
        <pc:spChg chg="add mod">
          <ac:chgData name="髙田　陽斗" userId="349aba5d-2d55-469e-b606-bfbbf5033a9d" providerId="ADAL" clId="{F75CD730-4B93-4946-A438-1D617634E6A9}" dt="2024-07-24T05:51:33.607" v="276"/>
          <ac:spMkLst>
            <pc:docMk/>
            <pc:sldMk cId="485434491" sldId="271"/>
            <ac:spMk id="36" creationId="{57AF283C-9934-5752-C6C2-5A5ADDE0F613}"/>
          </ac:spMkLst>
        </pc:spChg>
        <pc:spChg chg="add mod">
          <ac:chgData name="髙田　陽斗" userId="349aba5d-2d55-469e-b606-bfbbf5033a9d" providerId="ADAL" clId="{F75CD730-4B93-4946-A438-1D617634E6A9}" dt="2024-07-24T05:51:33.607" v="276"/>
          <ac:spMkLst>
            <pc:docMk/>
            <pc:sldMk cId="485434491" sldId="271"/>
            <ac:spMk id="37" creationId="{5F99A58C-5884-8950-804D-F31DF060FF65}"/>
          </ac:spMkLst>
        </pc:spChg>
        <pc:spChg chg="add mod">
          <ac:chgData name="髙田　陽斗" userId="349aba5d-2d55-469e-b606-bfbbf5033a9d" providerId="ADAL" clId="{F75CD730-4B93-4946-A438-1D617634E6A9}" dt="2024-07-24T05:51:33.607" v="276"/>
          <ac:spMkLst>
            <pc:docMk/>
            <pc:sldMk cId="485434491" sldId="271"/>
            <ac:spMk id="38" creationId="{3B6702D0-A28C-5629-A3D4-61BAFB90F177}"/>
          </ac:spMkLst>
        </pc:spChg>
        <pc:spChg chg="add mod">
          <ac:chgData name="髙田　陽斗" userId="349aba5d-2d55-469e-b606-bfbbf5033a9d" providerId="ADAL" clId="{F75CD730-4B93-4946-A438-1D617634E6A9}" dt="2024-07-24T05:58:39.317" v="330"/>
          <ac:spMkLst>
            <pc:docMk/>
            <pc:sldMk cId="485434491" sldId="271"/>
            <ac:spMk id="39" creationId="{437FF2F0-F44D-5260-D292-01C8672A3543}"/>
          </ac:spMkLst>
        </pc:spChg>
        <pc:grpChg chg="add mod">
          <ac:chgData name="髙田　陽斗" userId="349aba5d-2d55-469e-b606-bfbbf5033a9d" providerId="ADAL" clId="{F75CD730-4B93-4946-A438-1D617634E6A9}" dt="2024-07-24T05:51:33.607" v="276"/>
          <ac:grpSpMkLst>
            <pc:docMk/>
            <pc:sldMk cId="485434491" sldId="271"/>
            <ac:grpSpMk id="4" creationId="{991992C9-091E-FEAB-07A3-B77E138E018D}"/>
          </ac:grpSpMkLst>
        </pc:grpChg>
        <pc:grpChg chg="add mod">
          <ac:chgData name="髙田　陽斗" userId="349aba5d-2d55-469e-b606-bfbbf5033a9d" providerId="ADAL" clId="{F75CD730-4B93-4946-A438-1D617634E6A9}" dt="2024-07-24T05:51:33.607" v="276"/>
          <ac:grpSpMkLst>
            <pc:docMk/>
            <pc:sldMk cId="485434491" sldId="271"/>
            <ac:grpSpMk id="9" creationId="{1111AB64-939E-94EA-98E5-856C82001939}"/>
          </ac:grpSpMkLst>
        </pc:grpChg>
        <pc:cxnChg chg="add mod">
          <ac:chgData name="髙田　陽斗" userId="349aba5d-2d55-469e-b606-bfbbf5033a9d" providerId="ADAL" clId="{F75CD730-4B93-4946-A438-1D617634E6A9}" dt="2024-07-24T05:51:33.607" v="276"/>
          <ac:cxnSpMkLst>
            <pc:docMk/>
            <pc:sldMk cId="485434491" sldId="271"/>
            <ac:cxnSpMk id="3" creationId="{C7B876AB-8419-9E1A-122C-888AC24D0F6D}"/>
          </ac:cxnSpMkLst>
        </pc:cxnChg>
        <pc:cxnChg chg="add mod">
          <ac:chgData name="髙田　陽斗" userId="349aba5d-2d55-469e-b606-bfbbf5033a9d" providerId="ADAL" clId="{F75CD730-4B93-4946-A438-1D617634E6A9}" dt="2024-07-24T05:51:33.607" v="276"/>
          <ac:cxnSpMkLst>
            <pc:docMk/>
            <pc:sldMk cId="485434491" sldId="271"/>
            <ac:cxnSpMk id="19" creationId="{D531F04F-3D5D-DE3D-7E6F-980139355328}"/>
          </ac:cxnSpMkLst>
        </pc:cxnChg>
        <pc:cxnChg chg="add mod">
          <ac:chgData name="髙田　陽斗" userId="349aba5d-2d55-469e-b606-bfbbf5033a9d" providerId="ADAL" clId="{F75CD730-4B93-4946-A438-1D617634E6A9}" dt="2024-07-24T05:51:33.607" v="276"/>
          <ac:cxnSpMkLst>
            <pc:docMk/>
            <pc:sldMk cId="485434491" sldId="271"/>
            <ac:cxnSpMk id="20" creationId="{90CC58E9-EE0A-2B0F-0329-A54D872523D8}"/>
          </ac:cxnSpMkLst>
        </pc:cxnChg>
        <pc:cxnChg chg="add mod">
          <ac:chgData name="髙田　陽斗" userId="349aba5d-2d55-469e-b606-bfbbf5033a9d" providerId="ADAL" clId="{F75CD730-4B93-4946-A438-1D617634E6A9}" dt="2024-07-24T05:51:33.607" v="276"/>
          <ac:cxnSpMkLst>
            <pc:docMk/>
            <pc:sldMk cId="485434491" sldId="271"/>
            <ac:cxnSpMk id="21" creationId="{BAB5D4C2-B839-F8CD-A788-C3CDCA6F2F61}"/>
          </ac:cxnSpMkLst>
        </pc:cxnChg>
        <pc:cxnChg chg="add mod">
          <ac:chgData name="髙田　陽斗" userId="349aba5d-2d55-469e-b606-bfbbf5033a9d" providerId="ADAL" clId="{F75CD730-4B93-4946-A438-1D617634E6A9}" dt="2024-07-24T05:51:33.607" v="276"/>
          <ac:cxnSpMkLst>
            <pc:docMk/>
            <pc:sldMk cId="485434491" sldId="271"/>
            <ac:cxnSpMk id="22" creationId="{5D96754A-1363-CB80-C665-280C69EB3904}"/>
          </ac:cxnSpMkLst>
        </pc:cxnChg>
        <pc:cxnChg chg="add mod">
          <ac:chgData name="髙田　陽斗" userId="349aba5d-2d55-469e-b606-bfbbf5033a9d" providerId="ADAL" clId="{F75CD730-4B93-4946-A438-1D617634E6A9}" dt="2024-07-24T05:51:33.607" v="276"/>
          <ac:cxnSpMkLst>
            <pc:docMk/>
            <pc:sldMk cId="485434491" sldId="271"/>
            <ac:cxnSpMk id="32" creationId="{F3E5F913-C2A5-06BF-76CD-FAEB0CB2E194}"/>
          </ac:cxnSpMkLst>
        </pc:cxnChg>
        <pc:cxnChg chg="add mod">
          <ac:chgData name="髙田　陽斗" userId="349aba5d-2d55-469e-b606-bfbbf5033a9d" providerId="ADAL" clId="{F75CD730-4B93-4946-A438-1D617634E6A9}" dt="2024-07-24T05:51:33.607" v="276"/>
          <ac:cxnSpMkLst>
            <pc:docMk/>
            <pc:sldMk cId="485434491" sldId="271"/>
            <ac:cxnSpMk id="33" creationId="{444F61B9-A4C8-D4EF-2166-5FC8F617B5BA}"/>
          </ac:cxnSpMkLst>
        </pc:cxnChg>
        <pc:cxnChg chg="add mod">
          <ac:chgData name="髙田　陽斗" userId="349aba5d-2d55-469e-b606-bfbbf5033a9d" providerId="ADAL" clId="{F75CD730-4B93-4946-A438-1D617634E6A9}" dt="2024-07-24T05:51:33.607" v="276"/>
          <ac:cxnSpMkLst>
            <pc:docMk/>
            <pc:sldMk cId="485434491" sldId="271"/>
            <ac:cxnSpMk id="34" creationId="{3C0E921E-285A-EB78-9D7C-B1D06AB41D39}"/>
          </ac:cxnSpMkLst>
        </pc:cxnChg>
      </pc:sldChg>
      <pc:sldChg chg="addSp modSp new mod modTransition modAnim">
        <pc:chgData name="髙田　陽斗" userId="349aba5d-2d55-469e-b606-bfbbf5033a9d" providerId="ADAL" clId="{F75CD730-4B93-4946-A438-1D617634E6A9}" dt="2024-07-26T01:28:20.717" v="5343"/>
        <pc:sldMkLst>
          <pc:docMk/>
          <pc:sldMk cId="3803855031" sldId="272"/>
        </pc:sldMkLst>
        <pc:spChg chg="add mod">
          <ac:chgData name="髙田　陽斗" userId="349aba5d-2d55-469e-b606-bfbbf5033a9d" providerId="ADAL" clId="{F75CD730-4B93-4946-A438-1D617634E6A9}" dt="2024-07-24T05:52:02.839" v="278"/>
          <ac:spMkLst>
            <pc:docMk/>
            <pc:sldMk cId="3803855031" sldId="272"/>
            <ac:spMk id="2" creationId="{44B96808-C8C6-8141-B15E-2238871AC810}"/>
          </ac:spMkLst>
        </pc:spChg>
        <pc:spChg chg="add mod">
          <ac:chgData name="髙田　陽斗" userId="349aba5d-2d55-469e-b606-bfbbf5033a9d" providerId="ADAL" clId="{F75CD730-4B93-4946-A438-1D617634E6A9}" dt="2024-07-24T05:52:02.839" v="278"/>
          <ac:spMkLst>
            <pc:docMk/>
            <pc:sldMk cId="3803855031" sldId="272"/>
            <ac:spMk id="3" creationId="{31518415-6B70-E18B-28B0-63AF116059D3}"/>
          </ac:spMkLst>
        </pc:spChg>
        <pc:spChg chg="add mod">
          <ac:chgData name="髙田　陽斗" userId="349aba5d-2d55-469e-b606-bfbbf5033a9d" providerId="ADAL" clId="{F75CD730-4B93-4946-A438-1D617634E6A9}" dt="2024-07-24T05:52:02.839" v="278"/>
          <ac:spMkLst>
            <pc:docMk/>
            <pc:sldMk cId="3803855031" sldId="272"/>
            <ac:spMk id="4" creationId="{7F1ADB63-1D94-188F-3EA8-2A2D570847E6}"/>
          </ac:spMkLst>
        </pc:spChg>
        <pc:spChg chg="add mod">
          <ac:chgData name="髙田　陽斗" userId="349aba5d-2d55-469e-b606-bfbbf5033a9d" providerId="ADAL" clId="{F75CD730-4B93-4946-A438-1D617634E6A9}" dt="2024-07-24T05:52:02.839" v="278"/>
          <ac:spMkLst>
            <pc:docMk/>
            <pc:sldMk cId="3803855031" sldId="272"/>
            <ac:spMk id="5" creationId="{BA733D62-AF18-779E-F3B7-A5C3A999978A}"/>
          </ac:spMkLst>
        </pc:spChg>
        <pc:spChg chg="add mod">
          <ac:chgData name="髙田　陽斗" userId="349aba5d-2d55-469e-b606-bfbbf5033a9d" providerId="ADAL" clId="{F75CD730-4B93-4946-A438-1D617634E6A9}" dt="2024-07-24T05:52:02.839" v="278"/>
          <ac:spMkLst>
            <pc:docMk/>
            <pc:sldMk cId="3803855031" sldId="272"/>
            <ac:spMk id="6" creationId="{49C5ED22-6829-130E-4C43-C2040AF1E218}"/>
          </ac:spMkLst>
        </pc:spChg>
        <pc:spChg chg="add mod">
          <ac:chgData name="髙田　陽斗" userId="349aba5d-2d55-469e-b606-bfbbf5033a9d" providerId="ADAL" clId="{F75CD730-4B93-4946-A438-1D617634E6A9}" dt="2024-07-24T05:52:02.839" v="278"/>
          <ac:spMkLst>
            <pc:docMk/>
            <pc:sldMk cId="3803855031" sldId="272"/>
            <ac:spMk id="7" creationId="{37065409-9FF5-0BF2-7614-A349609D7EFB}"/>
          </ac:spMkLst>
        </pc:spChg>
        <pc:spChg chg="add mod">
          <ac:chgData name="髙田　陽斗" userId="349aba5d-2d55-469e-b606-bfbbf5033a9d" providerId="ADAL" clId="{F75CD730-4B93-4946-A438-1D617634E6A9}" dt="2024-07-24T05:52:02.839" v="278"/>
          <ac:spMkLst>
            <pc:docMk/>
            <pc:sldMk cId="3803855031" sldId="272"/>
            <ac:spMk id="8" creationId="{6D8FFFC1-FE17-7FA3-52D9-6FE13BBAF4AD}"/>
          </ac:spMkLst>
        </pc:spChg>
        <pc:spChg chg="add mod">
          <ac:chgData name="髙田　陽斗" userId="349aba5d-2d55-469e-b606-bfbbf5033a9d" providerId="ADAL" clId="{F75CD730-4B93-4946-A438-1D617634E6A9}" dt="2024-07-24T05:52:02.839" v="278"/>
          <ac:spMkLst>
            <pc:docMk/>
            <pc:sldMk cId="3803855031" sldId="272"/>
            <ac:spMk id="9" creationId="{99DA4ECC-1EB9-5F1A-3C0E-42D0A9A68119}"/>
          </ac:spMkLst>
        </pc:spChg>
        <pc:spChg chg="add mod">
          <ac:chgData name="髙田　陽斗" userId="349aba5d-2d55-469e-b606-bfbbf5033a9d" providerId="ADAL" clId="{F75CD730-4B93-4946-A438-1D617634E6A9}" dt="2024-07-24T05:52:02.839" v="278"/>
          <ac:spMkLst>
            <pc:docMk/>
            <pc:sldMk cId="3803855031" sldId="272"/>
            <ac:spMk id="10" creationId="{0345D400-B4A6-F5B8-5591-C91A6634ADB0}"/>
          </ac:spMkLst>
        </pc:spChg>
        <pc:spChg chg="add mod">
          <ac:chgData name="髙田　陽斗" userId="349aba5d-2d55-469e-b606-bfbbf5033a9d" providerId="ADAL" clId="{F75CD730-4B93-4946-A438-1D617634E6A9}" dt="2024-07-24T05:52:02.839" v="278"/>
          <ac:spMkLst>
            <pc:docMk/>
            <pc:sldMk cId="3803855031" sldId="272"/>
            <ac:spMk id="11" creationId="{101C4206-151D-5EF3-212F-E393D88DDBDA}"/>
          </ac:spMkLst>
        </pc:spChg>
        <pc:spChg chg="add mod">
          <ac:chgData name="髙田　陽斗" userId="349aba5d-2d55-469e-b606-bfbbf5033a9d" providerId="ADAL" clId="{F75CD730-4B93-4946-A438-1D617634E6A9}" dt="2024-07-24T05:52:02.839" v="278"/>
          <ac:spMkLst>
            <pc:docMk/>
            <pc:sldMk cId="3803855031" sldId="272"/>
            <ac:spMk id="12" creationId="{C5CCE437-CEB8-E1F8-D260-D73C81608F5D}"/>
          </ac:spMkLst>
        </pc:spChg>
        <pc:spChg chg="mod">
          <ac:chgData name="髙田　陽斗" userId="349aba5d-2d55-469e-b606-bfbbf5033a9d" providerId="ADAL" clId="{F75CD730-4B93-4946-A438-1D617634E6A9}" dt="2024-07-24T05:52:02.839" v="278"/>
          <ac:spMkLst>
            <pc:docMk/>
            <pc:sldMk cId="3803855031" sldId="272"/>
            <ac:spMk id="14" creationId="{2CCECA90-A2CA-476D-D1D7-168700DF98E0}"/>
          </ac:spMkLst>
        </pc:spChg>
        <pc:spChg chg="mod">
          <ac:chgData name="髙田　陽斗" userId="349aba5d-2d55-469e-b606-bfbbf5033a9d" providerId="ADAL" clId="{F75CD730-4B93-4946-A438-1D617634E6A9}" dt="2024-07-24T05:52:02.839" v="278"/>
          <ac:spMkLst>
            <pc:docMk/>
            <pc:sldMk cId="3803855031" sldId="272"/>
            <ac:spMk id="15" creationId="{EF9880EC-B974-4346-FDFE-DB8E115A0DE9}"/>
          </ac:spMkLst>
        </pc:spChg>
        <pc:spChg chg="mod">
          <ac:chgData name="髙田　陽斗" userId="349aba5d-2d55-469e-b606-bfbbf5033a9d" providerId="ADAL" clId="{F75CD730-4B93-4946-A438-1D617634E6A9}" dt="2024-07-24T05:52:02.839" v="278"/>
          <ac:spMkLst>
            <pc:docMk/>
            <pc:sldMk cId="3803855031" sldId="272"/>
            <ac:spMk id="16" creationId="{5961163C-F18F-BA69-3D4F-A66BF7BAACBE}"/>
          </ac:spMkLst>
        </pc:spChg>
        <pc:spChg chg="mod">
          <ac:chgData name="髙田　陽斗" userId="349aba5d-2d55-469e-b606-bfbbf5033a9d" providerId="ADAL" clId="{F75CD730-4B93-4946-A438-1D617634E6A9}" dt="2024-07-24T05:52:02.839" v="278"/>
          <ac:spMkLst>
            <pc:docMk/>
            <pc:sldMk cId="3803855031" sldId="272"/>
            <ac:spMk id="17" creationId="{1FD12DB9-1C7B-6698-D57B-1816550273E0}"/>
          </ac:spMkLst>
        </pc:spChg>
        <pc:spChg chg="add mod">
          <ac:chgData name="髙田　陽斗" userId="349aba5d-2d55-469e-b606-bfbbf5033a9d" providerId="ADAL" clId="{F75CD730-4B93-4946-A438-1D617634E6A9}" dt="2024-07-24T05:52:02.839" v="278"/>
          <ac:spMkLst>
            <pc:docMk/>
            <pc:sldMk cId="3803855031" sldId="272"/>
            <ac:spMk id="18" creationId="{912550E1-E402-7CA2-1C4D-A02307CEDE4A}"/>
          </ac:spMkLst>
        </pc:spChg>
        <pc:spChg chg="add mod">
          <ac:chgData name="髙田　陽斗" userId="349aba5d-2d55-469e-b606-bfbbf5033a9d" providerId="ADAL" clId="{F75CD730-4B93-4946-A438-1D617634E6A9}" dt="2024-07-24T05:53:13.747" v="285" actId="164"/>
          <ac:spMkLst>
            <pc:docMk/>
            <pc:sldMk cId="3803855031" sldId="272"/>
            <ac:spMk id="19" creationId="{D6842647-9AF4-E760-F19F-CDE1B3876A59}"/>
          </ac:spMkLst>
        </pc:spChg>
        <pc:spChg chg="add mod">
          <ac:chgData name="髙田　陽斗" userId="349aba5d-2d55-469e-b606-bfbbf5033a9d" providerId="ADAL" clId="{F75CD730-4B93-4946-A438-1D617634E6A9}" dt="2024-07-24T05:54:36.052" v="297" actId="207"/>
          <ac:spMkLst>
            <pc:docMk/>
            <pc:sldMk cId="3803855031" sldId="272"/>
            <ac:spMk id="20" creationId="{5F06FD4D-FDE5-960C-55D9-9E6ECE27B48D}"/>
          </ac:spMkLst>
        </pc:spChg>
        <pc:spChg chg="add mod">
          <ac:chgData name="髙田　陽斗" userId="349aba5d-2d55-469e-b606-bfbbf5033a9d" providerId="ADAL" clId="{F75CD730-4B93-4946-A438-1D617634E6A9}" dt="2024-07-24T05:52:02.839" v="278"/>
          <ac:spMkLst>
            <pc:docMk/>
            <pc:sldMk cId="3803855031" sldId="272"/>
            <ac:spMk id="21" creationId="{FE0C30AE-BAD4-00A0-2C57-4CD68B22AD28}"/>
          </ac:spMkLst>
        </pc:spChg>
        <pc:spChg chg="add mod">
          <ac:chgData name="髙田　陽斗" userId="349aba5d-2d55-469e-b606-bfbbf5033a9d" providerId="ADAL" clId="{F75CD730-4B93-4946-A438-1D617634E6A9}" dt="2024-07-24T05:53:34.241" v="292" actId="20577"/>
          <ac:spMkLst>
            <pc:docMk/>
            <pc:sldMk cId="3803855031" sldId="272"/>
            <ac:spMk id="22" creationId="{3483C810-CAE3-A2AF-0D69-784E09B56BF1}"/>
          </ac:spMkLst>
        </pc:spChg>
        <pc:spChg chg="add mod">
          <ac:chgData name="髙田　陽斗" userId="349aba5d-2d55-469e-b606-bfbbf5033a9d" providerId="ADAL" clId="{F75CD730-4B93-4946-A438-1D617634E6A9}" dt="2024-07-24T05:54:36.052" v="297" actId="207"/>
          <ac:spMkLst>
            <pc:docMk/>
            <pc:sldMk cId="3803855031" sldId="272"/>
            <ac:spMk id="23" creationId="{2B4095DA-5D26-AD0D-8015-4892D6CA688C}"/>
          </ac:spMkLst>
        </pc:spChg>
        <pc:spChg chg="add mod">
          <ac:chgData name="髙田　陽斗" userId="349aba5d-2d55-469e-b606-bfbbf5033a9d" providerId="ADAL" clId="{F75CD730-4B93-4946-A438-1D617634E6A9}" dt="2024-07-24T06:21:28.476" v="427" actId="1076"/>
          <ac:spMkLst>
            <pc:docMk/>
            <pc:sldMk cId="3803855031" sldId="272"/>
            <ac:spMk id="26" creationId="{65BE2EC3-2068-510E-9D87-CEE803543957}"/>
          </ac:spMkLst>
        </pc:spChg>
        <pc:grpChg chg="add mod">
          <ac:chgData name="髙田　陽斗" userId="349aba5d-2d55-469e-b606-bfbbf5033a9d" providerId="ADAL" clId="{F75CD730-4B93-4946-A438-1D617634E6A9}" dt="2024-07-24T05:52:02.839" v="278"/>
          <ac:grpSpMkLst>
            <pc:docMk/>
            <pc:sldMk cId="3803855031" sldId="272"/>
            <ac:grpSpMk id="13" creationId="{CB29F4C0-527C-5734-3243-E206B305B89B}"/>
          </ac:grpSpMkLst>
        </pc:grpChg>
        <pc:grpChg chg="add mod">
          <ac:chgData name="髙田　陽斗" userId="349aba5d-2d55-469e-b606-bfbbf5033a9d" providerId="ADAL" clId="{F75CD730-4B93-4946-A438-1D617634E6A9}" dt="2024-07-24T05:54:36.052" v="297" actId="207"/>
          <ac:grpSpMkLst>
            <pc:docMk/>
            <pc:sldMk cId="3803855031" sldId="272"/>
            <ac:grpSpMk id="24" creationId="{0092FF3B-F31D-1E0A-159C-914020961992}"/>
          </ac:grpSpMkLst>
        </pc:grpChg>
        <pc:grpChg chg="add mod">
          <ac:chgData name="髙田　陽斗" userId="349aba5d-2d55-469e-b606-bfbbf5033a9d" providerId="ADAL" clId="{F75CD730-4B93-4946-A438-1D617634E6A9}" dt="2024-07-24T05:53:42.984" v="293" actId="1076"/>
          <ac:grpSpMkLst>
            <pc:docMk/>
            <pc:sldMk cId="3803855031" sldId="272"/>
            <ac:grpSpMk id="25" creationId="{3050E819-49C2-8AC4-314A-0B5AF9A2E7E1}"/>
          </ac:grpSpMkLst>
        </pc:grpChg>
      </pc:sldChg>
      <pc:sldChg chg="addSp delSp modSp new mod modTransition modAnim">
        <pc:chgData name="髙田　陽斗" userId="349aba5d-2d55-469e-b606-bfbbf5033a9d" providerId="ADAL" clId="{F75CD730-4B93-4946-A438-1D617634E6A9}" dt="2024-07-26T01:28:20.717" v="5343"/>
        <pc:sldMkLst>
          <pc:docMk/>
          <pc:sldMk cId="3837999183" sldId="273"/>
        </pc:sldMkLst>
        <pc:spChg chg="add del mod">
          <ac:chgData name="髙田　陽斗" userId="349aba5d-2d55-469e-b606-bfbbf5033a9d" providerId="ADAL" clId="{F75CD730-4B93-4946-A438-1D617634E6A9}" dt="2024-07-24T05:58:45.203" v="331" actId="478"/>
          <ac:spMkLst>
            <pc:docMk/>
            <pc:sldMk cId="3837999183" sldId="273"/>
            <ac:spMk id="2" creationId="{BFF19DDF-34F5-5C00-6249-342E7AD33BFC}"/>
          </ac:spMkLst>
        </pc:spChg>
        <pc:spChg chg="mod">
          <ac:chgData name="髙田　陽斗" userId="349aba5d-2d55-469e-b606-bfbbf5033a9d" providerId="ADAL" clId="{F75CD730-4B93-4946-A438-1D617634E6A9}" dt="2024-07-24T05:52:21.367" v="280"/>
          <ac:spMkLst>
            <pc:docMk/>
            <pc:sldMk cId="3837999183" sldId="273"/>
            <ac:spMk id="5" creationId="{C86B54DA-CC91-C37B-A095-9B8E459F6CB6}"/>
          </ac:spMkLst>
        </pc:spChg>
        <pc:spChg chg="mod">
          <ac:chgData name="髙田　陽斗" userId="349aba5d-2d55-469e-b606-bfbbf5033a9d" providerId="ADAL" clId="{F75CD730-4B93-4946-A438-1D617634E6A9}" dt="2024-07-24T05:52:21.367" v="280"/>
          <ac:spMkLst>
            <pc:docMk/>
            <pc:sldMk cId="3837999183" sldId="273"/>
            <ac:spMk id="6" creationId="{46E6DD11-4BE5-954A-28E1-B04FAC927954}"/>
          </ac:spMkLst>
        </pc:spChg>
        <pc:spChg chg="mod">
          <ac:chgData name="髙田　陽斗" userId="349aba5d-2d55-469e-b606-bfbbf5033a9d" providerId="ADAL" clId="{F75CD730-4B93-4946-A438-1D617634E6A9}" dt="2024-07-24T05:52:21.367" v="280"/>
          <ac:spMkLst>
            <pc:docMk/>
            <pc:sldMk cId="3837999183" sldId="273"/>
            <ac:spMk id="7" creationId="{6FE46662-57EB-4888-0364-0C9EDB03E4DE}"/>
          </ac:spMkLst>
        </pc:spChg>
        <pc:spChg chg="mod">
          <ac:chgData name="髙田　陽斗" userId="349aba5d-2d55-469e-b606-bfbbf5033a9d" providerId="ADAL" clId="{F75CD730-4B93-4946-A438-1D617634E6A9}" dt="2024-07-24T05:52:21.367" v="280"/>
          <ac:spMkLst>
            <pc:docMk/>
            <pc:sldMk cId="3837999183" sldId="273"/>
            <ac:spMk id="8" creationId="{CF942102-FD40-58DE-39C8-13012AADF478}"/>
          </ac:spMkLst>
        </pc:spChg>
        <pc:spChg chg="add mod">
          <ac:chgData name="髙田　陽斗" userId="349aba5d-2d55-469e-b606-bfbbf5033a9d" providerId="ADAL" clId="{F75CD730-4B93-4946-A438-1D617634E6A9}" dt="2024-07-24T05:52:21.367" v="280"/>
          <ac:spMkLst>
            <pc:docMk/>
            <pc:sldMk cId="3837999183" sldId="273"/>
            <ac:spMk id="9" creationId="{D4063979-587F-F665-108E-D60F079278BE}"/>
          </ac:spMkLst>
        </pc:spChg>
        <pc:spChg chg="mod">
          <ac:chgData name="髙田　陽斗" userId="349aba5d-2d55-469e-b606-bfbbf5033a9d" providerId="ADAL" clId="{F75CD730-4B93-4946-A438-1D617634E6A9}" dt="2024-07-24T05:52:21.367" v="280"/>
          <ac:spMkLst>
            <pc:docMk/>
            <pc:sldMk cId="3837999183" sldId="273"/>
            <ac:spMk id="11" creationId="{DCCCFF08-1D29-40F1-F05F-F96426082284}"/>
          </ac:spMkLst>
        </pc:spChg>
        <pc:spChg chg="mod">
          <ac:chgData name="髙田　陽斗" userId="349aba5d-2d55-469e-b606-bfbbf5033a9d" providerId="ADAL" clId="{F75CD730-4B93-4946-A438-1D617634E6A9}" dt="2024-07-24T05:52:21.367" v="280"/>
          <ac:spMkLst>
            <pc:docMk/>
            <pc:sldMk cId="3837999183" sldId="273"/>
            <ac:spMk id="12" creationId="{40EAE92C-4ED2-A308-0ACA-C826DB3DBEC9}"/>
          </ac:spMkLst>
        </pc:spChg>
        <pc:spChg chg="add mod">
          <ac:chgData name="髙田　陽斗" userId="349aba5d-2d55-469e-b606-bfbbf5033a9d" providerId="ADAL" clId="{F75CD730-4B93-4946-A438-1D617634E6A9}" dt="2024-07-24T05:52:21.367" v="280"/>
          <ac:spMkLst>
            <pc:docMk/>
            <pc:sldMk cId="3837999183" sldId="273"/>
            <ac:spMk id="13" creationId="{DC045EF9-53D8-5B5B-9DE8-33B12DF9B470}"/>
          </ac:spMkLst>
        </pc:spChg>
        <pc:spChg chg="add mod">
          <ac:chgData name="髙田　陽斗" userId="349aba5d-2d55-469e-b606-bfbbf5033a9d" providerId="ADAL" clId="{F75CD730-4B93-4946-A438-1D617634E6A9}" dt="2024-07-24T05:52:21.367" v="280"/>
          <ac:spMkLst>
            <pc:docMk/>
            <pc:sldMk cId="3837999183" sldId="273"/>
            <ac:spMk id="14" creationId="{F2E60252-F0F3-C340-ED07-EAEC4087E796}"/>
          </ac:spMkLst>
        </pc:spChg>
        <pc:spChg chg="add mod">
          <ac:chgData name="髙田　陽斗" userId="349aba5d-2d55-469e-b606-bfbbf5033a9d" providerId="ADAL" clId="{F75CD730-4B93-4946-A438-1D617634E6A9}" dt="2024-07-24T05:52:21.367" v="280"/>
          <ac:spMkLst>
            <pc:docMk/>
            <pc:sldMk cId="3837999183" sldId="273"/>
            <ac:spMk id="17" creationId="{488B4FB8-0D24-1665-55E2-9C39FE543CC3}"/>
          </ac:spMkLst>
        </pc:spChg>
        <pc:spChg chg="add mod">
          <ac:chgData name="髙田　陽斗" userId="349aba5d-2d55-469e-b606-bfbbf5033a9d" providerId="ADAL" clId="{F75CD730-4B93-4946-A438-1D617634E6A9}" dt="2024-07-24T05:52:21.367" v="280"/>
          <ac:spMkLst>
            <pc:docMk/>
            <pc:sldMk cId="3837999183" sldId="273"/>
            <ac:spMk id="19" creationId="{D1842656-324C-69FB-1833-EC5BF86CE409}"/>
          </ac:spMkLst>
        </pc:spChg>
        <pc:spChg chg="add mod">
          <ac:chgData name="髙田　陽斗" userId="349aba5d-2d55-469e-b606-bfbbf5033a9d" providerId="ADAL" clId="{F75CD730-4B93-4946-A438-1D617634E6A9}" dt="2024-07-24T05:52:21.367" v="280"/>
          <ac:spMkLst>
            <pc:docMk/>
            <pc:sldMk cId="3837999183" sldId="273"/>
            <ac:spMk id="20" creationId="{B8B12C5B-695E-31BC-EC11-19BF4EF668B9}"/>
          </ac:spMkLst>
        </pc:spChg>
        <pc:spChg chg="add mod">
          <ac:chgData name="髙田　陽斗" userId="349aba5d-2d55-469e-b606-bfbbf5033a9d" providerId="ADAL" clId="{F75CD730-4B93-4946-A438-1D617634E6A9}" dt="2024-07-24T05:52:21.367" v="280"/>
          <ac:spMkLst>
            <pc:docMk/>
            <pc:sldMk cId="3837999183" sldId="273"/>
            <ac:spMk id="21" creationId="{F259AE81-EDEB-789D-E1A7-1DB0F6FCC490}"/>
          </ac:spMkLst>
        </pc:spChg>
        <pc:spChg chg="add mod">
          <ac:chgData name="髙田　陽斗" userId="349aba5d-2d55-469e-b606-bfbbf5033a9d" providerId="ADAL" clId="{F75CD730-4B93-4946-A438-1D617634E6A9}" dt="2024-07-24T05:52:21.367" v="280"/>
          <ac:spMkLst>
            <pc:docMk/>
            <pc:sldMk cId="3837999183" sldId="273"/>
            <ac:spMk id="22" creationId="{B7C13F5A-83F4-02AA-570E-5BDBCFAD0BC0}"/>
          </ac:spMkLst>
        </pc:spChg>
        <pc:spChg chg="add mod">
          <ac:chgData name="髙田　陽斗" userId="349aba5d-2d55-469e-b606-bfbbf5033a9d" providerId="ADAL" clId="{F75CD730-4B93-4946-A438-1D617634E6A9}" dt="2024-07-24T05:52:21.367" v="280"/>
          <ac:spMkLst>
            <pc:docMk/>
            <pc:sldMk cId="3837999183" sldId="273"/>
            <ac:spMk id="23" creationId="{6D777888-BC29-9965-72B2-32DFD4D84584}"/>
          </ac:spMkLst>
        </pc:spChg>
        <pc:spChg chg="add mod">
          <ac:chgData name="髙田　陽斗" userId="349aba5d-2d55-469e-b606-bfbbf5033a9d" providerId="ADAL" clId="{F75CD730-4B93-4946-A438-1D617634E6A9}" dt="2024-07-24T05:58:45.644" v="332"/>
          <ac:spMkLst>
            <pc:docMk/>
            <pc:sldMk cId="3837999183" sldId="273"/>
            <ac:spMk id="24" creationId="{8B66D533-1ACB-5CCE-2B1E-7009FB962732}"/>
          </ac:spMkLst>
        </pc:spChg>
        <pc:grpChg chg="add mod">
          <ac:chgData name="髙田　陽斗" userId="349aba5d-2d55-469e-b606-bfbbf5033a9d" providerId="ADAL" clId="{F75CD730-4B93-4946-A438-1D617634E6A9}" dt="2024-07-24T05:52:21.367" v="280"/>
          <ac:grpSpMkLst>
            <pc:docMk/>
            <pc:sldMk cId="3837999183" sldId="273"/>
            <ac:grpSpMk id="4" creationId="{3A86EC21-B534-57B7-87C4-0CB3B15F79FE}"/>
          </ac:grpSpMkLst>
        </pc:grpChg>
        <pc:grpChg chg="add mod">
          <ac:chgData name="髙田　陽斗" userId="349aba5d-2d55-469e-b606-bfbbf5033a9d" providerId="ADAL" clId="{F75CD730-4B93-4946-A438-1D617634E6A9}" dt="2024-07-24T05:52:21.367" v="280"/>
          <ac:grpSpMkLst>
            <pc:docMk/>
            <pc:sldMk cId="3837999183" sldId="273"/>
            <ac:grpSpMk id="10" creationId="{2A49E48C-35FE-4578-67D2-46EDBA7ECBB9}"/>
          </ac:grpSpMkLst>
        </pc:grpChg>
        <pc:cxnChg chg="add mod">
          <ac:chgData name="髙田　陽斗" userId="349aba5d-2d55-469e-b606-bfbbf5033a9d" providerId="ADAL" clId="{F75CD730-4B93-4946-A438-1D617634E6A9}" dt="2024-07-24T05:52:21.367" v="280"/>
          <ac:cxnSpMkLst>
            <pc:docMk/>
            <pc:sldMk cId="3837999183" sldId="273"/>
            <ac:cxnSpMk id="3" creationId="{9FA9CEBA-B1D8-E8E7-1A16-98D5F0A8DDDA}"/>
          </ac:cxnSpMkLst>
        </pc:cxnChg>
        <pc:cxnChg chg="add mod">
          <ac:chgData name="髙田　陽斗" userId="349aba5d-2d55-469e-b606-bfbbf5033a9d" providerId="ADAL" clId="{F75CD730-4B93-4946-A438-1D617634E6A9}" dt="2024-07-24T05:52:21.367" v="280"/>
          <ac:cxnSpMkLst>
            <pc:docMk/>
            <pc:sldMk cId="3837999183" sldId="273"/>
            <ac:cxnSpMk id="15" creationId="{E359E535-21EB-5058-1619-B7FEF11977A0}"/>
          </ac:cxnSpMkLst>
        </pc:cxnChg>
        <pc:cxnChg chg="add mod">
          <ac:chgData name="髙田　陽斗" userId="349aba5d-2d55-469e-b606-bfbbf5033a9d" providerId="ADAL" clId="{F75CD730-4B93-4946-A438-1D617634E6A9}" dt="2024-07-24T05:52:21.367" v="280"/>
          <ac:cxnSpMkLst>
            <pc:docMk/>
            <pc:sldMk cId="3837999183" sldId="273"/>
            <ac:cxnSpMk id="16" creationId="{032DF8C0-977F-B916-F887-FC44201B3823}"/>
          </ac:cxnSpMkLst>
        </pc:cxnChg>
        <pc:cxnChg chg="add mod">
          <ac:chgData name="髙田　陽斗" userId="349aba5d-2d55-469e-b606-bfbbf5033a9d" providerId="ADAL" clId="{F75CD730-4B93-4946-A438-1D617634E6A9}" dt="2024-07-24T05:52:21.367" v="280"/>
          <ac:cxnSpMkLst>
            <pc:docMk/>
            <pc:sldMk cId="3837999183" sldId="273"/>
            <ac:cxnSpMk id="18" creationId="{11298DCE-C146-C5E0-023F-F061F2A7F2C0}"/>
          </ac:cxnSpMkLst>
        </pc:cxnChg>
      </pc:sldChg>
      <pc:sldChg chg="addSp delSp modSp new mod modTransition modAnim">
        <pc:chgData name="髙田　陽斗" userId="349aba5d-2d55-469e-b606-bfbbf5033a9d" providerId="ADAL" clId="{F75CD730-4B93-4946-A438-1D617634E6A9}" dt="2024-07-26T01:28:20.717" v="5343"/>
        <pc:sldMkLst>
          <pc:docMk/>
          <pc:sldMk cId="728792826" sldId="274"/>
        </pc:sldMkLst>
        <pc:spChg chg="add del mod">
          <ac:chgData name="髙田　陽斗" userId="349aba5d-2d55-469e-b606-bfbbf5033a9d" providerId="ADAL" clId="{F75CD730-4B93-4946-A438-1D617634E6A9}" dt="2024-07-24T05:58:48.615" v="333" actId="478"/>
          <ac:spMkLst>
            <pc:docMk/>
            <pc:sldMk cId="728792826" sldId="274"/>
            <ac:spMk id="2" creationId="{2E425E41-3F6B-676F-BBBA-5D5EC78971B1}"/>
          </ac:spMkLst>
        </pc:spChg>
        <pc:spChg chg="mod">
          <ac:chgData name="髙田　陽斗" userId="349aba5d-2d55-469e-b606-bfbbf5033a9d" providerId="ADAL" clId="{F75CD730-4B93-4946-A438-1D617634E6A9}" dt="2024-07-24T05:52:36.130" v="282"/>
          <ac:spMkLst>
            <pc:docMk/>
            <pc:sldMk cId="728792826" sldId="274"/>
            <ac:spMk id="5" creationId="{D584A39F-5FC2-97B1-02C2-FBC77140009B}"/>
          </ac:spMkLst>
        </pc:spChg>
        <pc:spChg chg="mod">
          <ac:chgData name="髙田　陽斗" userId="349aba5d-2d55-469e-b606-bfbbf5033a9d" providerId="ADAL" clId="{F75CD730-4B93-4946-A438-1D617634E6A9}" dt="2024-07-24T05:52:36.130" v="282"/>
          <ac:spMkLst>
            <pc:docMk/>
            <pc:sldMk cId="728792826" sldId="274"/>
            <ac:spMk id="6" creationId="{6CBB2D9A-AD39-DC9A-1965-220C2E5002CE}"/>
          </ac:spMkLst>
        </pc:spChg>
        <pc:spChg chg="mod">
          <ac:chgData name="髙田　陽斗" userId="349aba5d-2d55-469e-b606-bfbbf5033a9d" providerId="ADAL" clId="{F75CD730-4B93-4946-A438-1D617634E6A9}" dt="2024-07-24T05:52:36.130" v="282"/>
          <ac:spMkLst>
            <pc:docMk/>
            <pc:sldMk cId="728792826" sldId="274"/>
            <ac:spMk id="8" creationId="{CD3A020F-BC95-A7CE-7F07-4370574F07F2}"/>
          </ac:spMkLst>
        </pc:spChg>
        <pc:spChg chg="mod">
          <ac:chgData name="髙田　陽斗" userId="349aba5d-2d55-469e-b606-bfbbf5033a9d" providerId="ADAL" clId="{F75CD730-4B93-4946-A438-1D617634E6A9}" dt="2024-07-24T05:52:36.130" v="282"/>
          <ac:spMkLst>
            <pc:docMk/>
            <pc:sldMk cId="728792826" sldId="274"/>
            <ac:spMk id="9" creationId="{05E01A2D-A297-650E-8C77-9F7B25A0BAFD}"/>
          </ac:spMkLst>
        </pc:spChg>
        <pc:spChg chg="mod">
          <ac:chgData name="髙田　陽斗" userId="349aba5d-2d55-469e-b606-bfbbf5033a9d" providerId="ADAL" clId="{F75CD730-4B93-4946-A438-1D617634E6A9}" dt="2024-07-24T05:52:36.130" v="282"/>
          <ac:spMkLst>
            <pc:docMk/>
            <pc:sldMk cId="728792826" sldId="274"/>
            <ac:spMk id="10" creationId="{2BC76BC3-E2DC-72E8-E36C-2654D54B3118}"/>
          </ac:spMkLst>
        </pc:spChg>
        <pc:spChg chg="mod">
          <ac:chgData name="髙田　陽斗" userId="349aba5d-2d55-469e-b606-bfbbf5033a9d" providerId="ADAL" clId="{F75CD730-4B93-4946-A438-1D617634E6A9}" dt="2024-07-24T05:52:36.130" v="282"/>
          <ac:spMkLst>
            <pc:docMk/>
            <pc:sldMk cId="728792826" sldId="274"/>
            <ac:spMk id="11" creationId="{805FDE4B-CB7A-49FF-D030-E1F7FD1F0FC4}"/>
          </ac:spMkLst>
        </pc:spChg>
        <pc:spChg chg="add mod">
          <ac:chgData name="髙田　陽斗" userId="349aba5d-2d55-469e-b606-bfbbf5033a9d" providerId="ADAL" clId="{F75CD730-4B93-4946-A438-1D617634E6A9}" dt="2024-07-24T05:52:36.130" v="282"/>
          <ac:spMkLst>
            <pc:docMk/>
            <pc:sldMk cId="728792826" sldId="274"/>
            <ac:spMk id="12" creationId="{987AFD4E-48D7-45A5-8D66-3D570FE3D5CB}"/>
          </ac:spMkLst>
        </pc:spChg>
        <pc:spChg chg="add mod">
          <ac:chgData name="髙田　陽斗" userId="349aba5d-2d55-469e-b606-bfbbf5033a9d" providerId="ADAL" clId="{F75CD730-4B93-4946-A438-1D617634E6A9}" dt="2024-07-24T05:52:36.130" v="282"/>
          <ac:spMkLst>
            <pc:docMk/>
            <pc:sldMk cId="728792826" sldId="274"/>
            <ac:spMk id="13" creationId="{24D38C94-252E-9CCE-4813-E7685C04C15A}"/>
          </ac:spMkLst>
        </pc:spChg>
        <pc:spChg chg="add mod">
          <ac:chgData name="髙田　陽斗" userId="349aba5d-2d55-469e-b606-bfbbf5033a9d" providerId="ADAL" clId="{F75CD730-4B93-4946-A438-1D617634E6A9}" dt="2024-07-24T05:52:36.130" v="282"/>
          <ac:spMkLst>
            <pc:docMk/>
            <pc:sldMk cId="728792826" sldId="274"/>
            <ac:spMk id="14" creationId="{0293B021-5488-02AC-602B-48FF9634E423}"/>
          </ac:spMkLst>
        </pc:spChg>
        <pc:spChg chg="add mod">
          <ac:chgData name="髙田　陽斗" userId="349aba5d-2d55-469e-b606-bfbbf5033a9d" providerId="ADAL" clId="{F75CD730-4B93-4946-A438-1D617634E6A9}" dt="2024-07-24T05:52:36.130" v="282"/>
          <ac:spMkLst>
            <pc:docMk/>
            <pc:sldMk cId="728792826" sldId="274"/>
            <ac:spMk id="15" creationId="{63A7E780-CC93-F3BC-BAB7-44E814CA31C8}"/>
          </ac:spMkLst>
        </pc:spChg>
        <pc:spChg chg="add mod">
          <ac:chgData name="髙田　陽斗" userId="349aba5d-2d55-469e-b606-bfbbf5033a9d" providerId="ADAL" clId="{F75CD730-4B93-4946-A438-1D617634E6A9}" dt="2024-07-24T05:52:36.130" v="282"/>
          <ac:spMkLst>
            <pc:docMk/>
            <pc:sldMk cId="728792826" sldId="274"/>
            <ac:spMk id="16" creationId="{0C8C7CC8-65E8-706D-4BEF-D1CD800F56E7}"/>
          </ac:spMkLst>
        </pc:spChg>
        <pc:spChg chg="add mod">
          <ac:chgData name="髙田　陽斗" userId="349aba5d-2d55-469e-b606-bfbbf5033a9d" providerId="ADAL" clId="{F75CD730-4B93-4946-A438-1D617634E6A9}" dt="2024-07-24T05:52:36.130" v="282"/>
          <ac:spMkLst>
            <pc:docMk/>
            <pc:sldMk cId="728792826" sldId="274"/>
            <ac:spMk id="17" creationId="{B7FF0E23-C923-67BB-618B-4AA21A4DAD75}"/>
          </ac:spMkLst>
        </pc:spChg>
        <pc:spChg chg="add mod">
          <ac:chgData name="髙田　陽斗" userId="349aba5d-2d55-469e-b606-bfbbf5033a9d" providerId="ADAL" clId="{F75CD730-4B93-4946-A438-1D617634E6A9}" dt="2024-07-24T05:52:36.130" v="282"/>
          <ac:spMkLst>
            <pc:docMk/>
            <pc:sldMk cId="728792826" sldId="274"/>
            <ac:spMk id="18" creationId="{AD3F9BE9-63DD-1982-C824-FE5CCA9A7C0B}"/>
          </ac:spMkLst>
        </pc:spChg>
        <pc:spChg chg="add mod">
          <ac:chgData name="髙田　陽斗" userId="349aba5d-2d55-469e-b606-bfbbf5033a9d" providerId="ADAL" clId="{F75CD730-4B93-4946-A438-1D617634E6A9}" dt="2024-07-24T05:52:36.130" v="282"/>
          <ac:spMkLst>
            <pc:docMk/>
            <pc:sldMk cId="728792826" sldId="274"/>
            <ac:spMk id="19" creationId="{315BECF9-8667-A2DB-9D8D-D43D3E2F18C5}"/>
          </ac:spMkLst>
        </pc:spChg>
        <pc:spChg chg="add mod">
          <ac:chgData name="髙田　陽斗" userId="349aba5d-2d55-469e-b606-bfbbf5033a9d" providerId="ADAL" clId="{F75CD730-4B93-4946-A438-1D617634E6A9}" dt="2024-07-25T00:12:35.288" v="559" actId="1076"/>
          <ac:spMkLst>
            <pc:docMk/>
            <pc:sldMk cId="728792826" sldId="274"/>
            <ac:spMk id="20" creationId="{9F785E0D-8718-FCEE-3311-7322583A571C}"/>
          </ac:spMkLst>
        </pc:spChg>
        <pc:spChg chg="add mod">
          <ac:chgData name="髙田　陽斗" userId="349aba5d-2d55-469e-b606-bfbbf5033a9d" providerId="ADAL" clId="{F75CD730-4B93-4946-A438-1D617634E6A9}" dt="2024-07-24T05:52:36.130" v="282"/>
          <ac:spMkLst>
            <pc:docMk/>
            <pc:sldMk cId="728792826" sldId="274"/>
            <ac:spMk id="21" creationId="{E827B0D3-6625-39E5-FF37-C97CFBBBF4C5}"/>
          </ac:spMkLst>
        </pc:spChg>
        <pc:spChg chg="add mod">
          <ac:chgData name="髙田　陽斗" userId="349aba5d-2d55-469e-b606-bfbbf5033a9d" providerId="ADAL" clId="{F75CD730-4B93-4946-A438-1D617634E6A9}" dt="2024-07-24T05:52:36.130" v="282"/>
          <ac:spMkLst>
            <pc:docMk/>
            <pc:sldMk cId="728792826" sldId="274"/>
            <ac:spMk id="22" creationId="{5CD7DEB2-BBBC-C791-7BAB-BECED85624EF}"/>
          </ac:spMkLst>
        </pc:spChg>
        <pc:spChg chg="add mod">
          <ac:chgData name="髙田　陽斗" userId="349aba5d-2d55-469e-b606-bfbbf5033a9d" providerId="ADAL" clId="{F75CD730-4B93-4946-A438-1D617634E6A9}" dt="2024-07-24T05:52:36.130" v="282"/>
          <ac:spMkLst>
            <pc:docMk/>
            <pc:sldMk cId="728792826" sldId="274"/>
            <ac:spMk id="23" creationId="{74970284-3665-B84C-7381-AFCA6A0016BA}"/>
          </ac:spMkLst>
        </pc:spChg>
        <pc:spChg chg="add mod">
          <ac:chgData name="髙田　陽斗" userId="349aba5d-2d55-469e-b606-bfbbf5033a9d" providerId="ADAL" clId="{F75CD730-4B93-4946-A438-1D617634E6A9}" dt="2024-07-24T05:52:36.130" v="282"/>
          <ac:spMkLst>
            <pc:docMk/>
            <pc:sldMk cId="728792826" sldId="274"/>
            <ac:spMk id="24" creationId="{192742B9-F597-235A-6284-CAFE1EB8480B}"/>
          </ac:spMkLst>
        </pc:spChg>
        <pc:spChg chg="add mod">
          <ac:chgData name="髙田　陽斗" userId="349aba5d-2d55-469e-b606-bfbbf5033a9d" providerId="ADAL" clId="{F75CD730-4B93-4946-A438-1D617634E6A9}" dt="2024-07-24T05:52:36.130" v="282"/>
          <ac:spMkLst>
            <pc:docMk/>
            <pc:sldMk cId="728792826" sldId="274"/>
            <ac:spMk id="25" creationId="{D603ED98-7101-F47E-B435-2072FC651E88}"/>
          </ac:spMkLst>
        </pc:spChg>
        <pc:spChg chg="add mod">
          <ac:chgData name="髙田　陽斗" userId="349aba5d-2d55-469e-b606-bfbbf5033a9d" providerId="ADAL" clId="{F75CD730-4B93-4946-A438-1D617634E6A9}" dt="2024-07-24T05:58:49.194" v="334"/>
          <ac:spMkLst>
            <pc:docMk/>
            <pc:sldMk cId="728792826" sldId="274"/>
            <ac:spMk id="26" creationId="{58EEB396-3F82-90A0-9E4A-4AE7C4089236}"/>
          </ac:spMkLst>
        </pc:spChg>
        <pc:grpChg chg="add mod">
          <ac:chgData name="髙田　陽斗" userId="349aba5d-2d55-469e-b606-bfbbf5033a9d" providerId="ADAL" clId="{F75CD730-4B93-4946-A438-1D617634E6A9}" dt="2024-07-24T05:52:36.130" v="282"/>
          <ac:grpSpMkLst>
            <pc:docMk/>
            <pc:sldMk cId="728792826" sldId="274"/>
            <ac:grpSpMk id="4" creationId="{F7BC8D2E-D775-D7BD-E99B-4B444E559B93}"/>
          </ac:grpSpMkLst>
        </pc:grpChg>
        <pc:grpChg chg="add mod">
          <ac:chgData name="髙田　陽斗" userId="349aba5d-2d55-469e-b606-bfbbf5033a9d" providerId="ADAL" clId="{F75CD730-4B93-4946-A438-1D617634E6A9}" dt="2024-07-24T05:52:36.130" v="282"/>
          <ac:grpSpMkLst>
            <pc:docMk/>
            <pc:sldMk cId="728792826" sldId="274"/>
            <ac:grpSpMk id="7" creationId="{AED01BDA-A051-53AD-3509-81B2C734138B}"/>
          </ac:grpSpMkLst>
        </pc:grpChg>
        <pc:cxnChg chg="add mod">
          <ac:chgData name="髙田　陽斗" userId="349aba5d-2d55-469e-b606-bfbbf5033a9d" providerId="ADAL" clId="{F75CD730-4B93-4946-A438-1D617634E6A9}" dt="2024-07-24T05:52:36.130" v="282"/>
          <ac:cxnSpMkLst>
            <pc:docMk/>
            <pc:sldMk cId="728792826" sldId="274"/>
            <ac:cxnSpMk id="3" creationId="{2C368251-55C8-1ED5-550C-6A196643D09F}"/>
          </ac:cxnSpMkLst>
        </pc:cxnChg>
      </pc:sldChg>
      <pc:sldChg chg="addSp delSp modSp new mod modTransition modAnim">
        <pc:chgData name="髙田　陽斗" userId="349aba5d-2d55-469e-b606-bfbbf5033a9d" providerId="ADAL" clId="{F75CD730-4B93-4946-A438-1D617634E6A9}" dt="2024-07-26T01:28:20.717" v="5343"/>
        <pc:sldMkLst>
          <pc:docMk/>
          <pc:sldMk cId="1201532605" sldId="275"/>
        </pc:sldMkLst>
        <pc:spChg chg="mod">
          <ac:chgData name="髙田　陽斗" userId="349aba5d-2d55-469e-b606-bfbbf5033a9d" providerId="ADAL" clId="{F75CD730-4B93-4946-A438-1D617634E6A9}" dt="2024-07-24T05:56:41.993" v="303"/>
          <ac:spMkLst>
            <pc:docMk/>
            <pc:sldMk cId="1201532605" sldId="275"/>
            <ac:spMk id="3" creationId="{C9414CF5-036D-39C6-E94E-40FDB31F01C8}"/>
          </ac:spMkLst>
        </pc:spChg>
        <pc:spChg chg="mod">
          <ac:chgData name="髙田　陽斗" userId="349aba5d-2d55-469e-b606-bfbbf5033a9d" providerId="ADAL" clId="{F75CD730-4B93-4946-A438-1D617634E6A9}" dt="2024-07-24T05:56:41.993" v="303"/>
          <ac:spMkLst>
            <pc:docMk/>
            <pc:sldMk cId="1201532605" sldId="275"/>
            <ac:spMk id="4" creationId="{888B77B3-1627-2848-E1D4-C670C9E716AC}"/>
          </ac:spMkLst>
        </pc:spChg>
        <pc:spChg chg="mod">
          <ac:chgData name="髙田　陽斗" userId="349aba5d-2d55-469e-b606-bfbbf5033a9d" providerId="ADAL" clId="{F75CD730-4B93-4946-A438-1D617634E6A9}" dt="2024-07-24T05:56:41.993" v="303"/>
          <ac:spMkLst>
            <pc:docMk/>
            <pc:sldMk cId="1201532605" sldId="275"/>
            <ac:spMk id="5" creationId="{053F8FC4-30AC-F253-B7F6-4726FEC4432A}"/>
          </ac:spMkLst>
        </pc:spChg>
        <pc:spChg chg="mod">
          <ac:chgData name="髙田　陽斗" userId="349aba5d-2d55-469e-b606-bfbbf5033a9d" providerId="ADAL" clId="{F75CD730-4B93-4946-A438-1D617634E6A9}" dt="2024-07-24T05:56:41.993" v="303"/>
          <ac:spMkLst>
            <pc:docMk/>
            <pc:sldMk cId="1201532605" sldId="275"/>
            <ac:spMk id="6" creationId="{8700C6F9-DB26-B3EA-A40F-D21A554E7C22}"/>
          </ac:spMkLst>
        </pc:spChg>
        <pc:spChg chg="add del mod">
          <ac:chgData name="髙田　陽斗" userId="349aba5d-2d55-469e-b606-bfbbf5033a9d" providerId="ADAL" clId="{F75CD730-4B93-4946-A438-1D617634E6A9}" dt="2024-07-24T05:58:52.202" v="335" actId="478"/>
          <ac:spMkLst>
            <pc:docMk/>
            <pc:sldMk cId="1201532605" sldId="275"/>
            <ac:spMk id="7" creationId="{C239ECF4-3AA1-39FD-335B-0246312A03E2}"/>
          </ac:spMkLst>
        </pc:spChg>
        <pc:spChg chg="mod">
          <ac:chgData name="髙田　陽斗" userId="349aba5d-2d55-469e-b606-bfbbf5033a9d" providerId="ADAL" clId="{F75CD730-4B93-4946-A438-1D617634E6A9}" dt="2024-07-24T05:56:41.993" v="303"/>
          <ac:spMkLst>
            <pc:docMk/>
            <pc:sldMk cId="1201532605" sldId="275"/>
            <ac:spMk id="10" creationId="{6D8766D7-A891-9EE4-B50E-B8B8BD320ABF}"/>
          </ac:spMkLst>
        </pc:spChg>
        <pc:spChg chg="mod">
          <ac:chgData name="髙田　陽斗" userId="349aba5d-2d55-469e-b606-bfbbf5033a9d" providerId="ADAL" clId="{F75CD730-4B93-4946-A438-1D617634E6A9}" dt="2024-07-24T05:56:41.993" v="303"/>
          <ac:spMkLst>
            <pc:docMk/>
            <pc:sldMk cId="1201532605" sldId="275"/>
            <ac:spMk id="11" creationId="{450AD98E-C7EE-4D13-2348-54C61C15E8AB}"/>
          </ac:spMkLst>
        </pc:spChg>
        <pc:spChg chg="add mod">
          <ac:chgData name="髙田　陽斗" userId="349aba5d-2d55-469e-b606-bfbbf5033a9d" providerId="ADAL" clId="{F75CD730-4B93-4946-A438-1D617634E6A9}" dt="2024-07-24T05:56:41.993" v="303"/>
          <ac:spMkLst>
            <pc:docMk/>
            <pc:sldMk cId="1201532605" sldId="275"/>
            <ac:spMk id="12" creationId="{447E09FF-3E58-BFCB-8301-557E6840E6C1}"/>
          </ac:spMkLst>
        </pc:spChg>
        <pc:spChg chg="add mod">
          <ac:chgData name="髙田　陽斗" userId="349aba5d-2d55-469e-b606-bfbbf5033a9d" providerId="ADAL" clId="{F75CD730-4B93-4946-A438-1D617634E6A9}" dt="2024-07-24T05:56:41.993" v="303"/>
          <ac:spMkLst>
            <pc:docMk/>
            <pc:sldMk cId="1201532605" sldId="275"/>
            <ac:spMk id="13" creationId="{3029F95D-4B09-134C-BC87-6BF649FA704C}"/>
          </ac:spMkLst>
        </pc:spChg>
        <pc:spChg chg="add mod">
          <ac:chgData name="髙田　陽斗" userId="349aba5d-2d55-469e-b606-bfbbf5033a9d" providerId="ADAL" clId="{F75CD730-4B93-4946-A438-1D617634E6A9}" dt="2024-07-24T05:56:41.993" v="303"/>
          <ac:spMkLst>
            <pc:docMk/>
            <pc:sldMk cId="1201532605" sldId="275"/>
            <ac:spMk id="14" creationId="{639AF539-8FD6-B0B7-5562-442CA6D7F7D4}"/>
          </ac:spMkLst>
        </pc:spChg>
        <pc:spChg chg="add mod">
          <ac:chgData name="髙田　陽斗" userId="349aba5d-2d55-469e-b606-bfbbf5033a9d" providerId="ADAL" clId="{F75CD730-4B93-4946-A438-1D617634E6A9}" dt="2024-07-24T05:59:00.546" v="337" actId="1076"/>
          <ac:spMkLst>
            <pc:docMk/>
            <pc:sldMk cId="1201532605" sldId="275"/>
            <ac:spMk id="15" creationId="{BE8E437A-A543-939A-C032-91D24BF7FD09}"/>
          </ac:spMkLst>
        </pc:spChg>
        <pc:spChg chg="add mod">
          <ac:chgData name="髙田　陽斗" userId="349aba5d-2d55-469e-b606-bfbbf5033a9d" providerId="ADAL" clId="{F75CD730-4B93-4946-A438-1D617634E6A9}" dt="2024-07-24T05:59:00.546" v="337" actId="1076"/>
          <ac:spMkLst>
            <pc:docMk/>
            <pc:sldMk cId="1201532605" sldId="275"/>
            <ac:spMk id="16" creationId="{00E4FEE3-D6A5-E82C-3FB0-E7193EFA9D58}"/>
          </ac:spMkLst>
        </pc:spChg>
        <pc:spChg chg="add mod">
          <ac:chgData name="髙田　陽斗" userId="349aba5d-2d55-469e-b606-bfbbf5033a9d" providerId="ADAL" clId="{F75CD730-4B93-4946-A438-1D617634E6A9}" dt="2024-07-24T05:56:41.993" v="303"/>
          <ac:spMkLst>
            <pc:docMk/>
            <pc:sldMk cId="1201532605" sldId="275"/>
            <ac:spMk id="17" creationId="{3EAED19C-372B-58E0-26DB-191D54B41019}"/>
          </ac:spMkLst>
        </pc:spChg>
        <pc:spChg chg="add mod">
          <ac:chgData name="髙田　陽斗" userId="349aba5d-2d55-469e-b606-bfbbf5033a9d" providerId="ADAL" clId="{F75CD730-4B93-4946-A438-1D617634E6A9}" dt="2024-07-24T05:58:52.681" v="336"/>
          <ac:spMkLst>
            <pc:docMk/>
            <pc:sldMk cId="1201532605" sldId="275"/>
            <ac:spMk id="18" creationId="{E57E4131-8E3A-14F0-EF51-731CFFFD6A43}"/>
          </ac:spMkLst>
        </pc:spChg>
        <pc:grpChg chg="add mod">
          <ac:chgData name="髙田　陽斗" userId="349aba5d-2d55-469e-b606-bfbbf5033a9d" providerId="ADAL" clId="{F75CD730-4B93-4946-A438-1D617634E6A9}" dt="2024-07-24T05:56:41.993" v="303"/>
          <ac:grpSpMkLst>
            <pc:docMk/>
            <pc:sldMk cId="1201532605" sldId="275"/>
            <ac:grpSpMk id="2" creationId="{523741E4-2081-B417-5A92-FB409ECF53BA}"/>
          </ac:grpSpMkLst>
        </pc:grpChg>
        <pc:grpChg chg="add mod">
          <ac:chgData name="髙田　陽斗" userId="349aba5d-2d55-469e-b606-bfbbf5033a9d" providerId="ADAL" clId="{F75CD730-4B93-4946-A438-1D617634E6A9}" dt="2024-07-24T05:59:09.304" v="339" actId="1076"/>
          <ac:grpSpMkLst>
            <pc:docMk/>
            <pc:sldMk cId="1201532605" sldId="275"/>
            <ac:grpSpMk id="9" creationId="{711D5149-89EF-7BDA-DEC7-7119892C7AF8}"/>
          </ac:grpSpMkLst>
        </pc:grpChg>
        <pc:cxnChg chg="add mod">
          <ac:chgData name="髙田　陽斗" userId="349aba5d-2d55-469e-b606-bfbbf5033a9d" providerId="ADAL" clId="{F75CD730-4B93-4946-A438-1D617634E6A9}" dt="2024-07-24T05:59:16.822" v="340" actId="14100"/>
          <ac:cxnSpMkLst>
            <pc:docMk/>
            <pc:sldMk cId="1201532605" sldId="275"/>
            <ac:cxnSpMk id="8" creationId="{FB7B09E6-F1BF-4599-4EFD-63AF1A9E0831}"/>
          </ac:cxnSpMkLst>
        </pc:cxnChg>
      </pc:sldChg>
      <pc:sldChg chg="addSp delSp modSp new mod modTransition modAnim">
        <pc:chgData name="髙田　陽斗" userId="349aba5d-2d55-469e-b606-bfbbf5033a9d" providerId="ADAL" clId="{F75CD730-4B93-4946-A438-1D617634E6A9}" dt="2024-07-26T01:28:20.717" v="5343"/>
        <pc:sldMkLst>
          <pc:docMk/>
          <pc:sldMk cId="273507923" sldId="276"/>
        </pc:sldMkLst>
        <pc:spChg chg="add mod">
          <ac:chgData name="髙田　陽斗" userId="349aba5d-2d55-469e-b606-bfbbf5033a9d" providerId="ADAL" clId="{F75CD730-4B93-4946-A438-1D617634E6A9}" dt="2024-07-25T00:19:49.614" v="669" actId="1076"/>
          <ac:spMkLst>
            <pc:docMk/>
            <pc:sldMk cId="273507923" sldId="276"/>
            <ac:spMk id="2" creationId="{BD836F20-EDBB-A838-36FE-4D697800898A}"/>
          </ac:spMkLst>
        </pc:spChg>
        <pc:spChg chg="add del mod">
          <ac:chgData name="髙田　陽斗" userId="349aba5d-2d55-469e-b606-bfbbf5033a9d" providerId="ADAL" clId="{F75CD730-4B93-4946-A438-1D617634E6A9}" dt="2024-07-24T05:59:23.707" v="341" actId="478"/>
          <ac:spMkLst>
            <pc:docMk/>
            <pc:sldMk cId="273507923" sldId="276"/>
            <ac:spMk id="2" creationId="{ED3D7E6D-3971-4584-5594-805AA60224E1}"/>
          </ac:spMkLst>
        </pc:spChg>
        <pc:spChg chg="mod">
          <ac:chgData name="髙田　陽斗" userId="349aba5d-2d55-469e-b606-bfbbf5033a9d" providerId="ADAL" clId="{F75CD730-4B93-4946-A438-1D617634E6A9}" dt="2024-07-24T05:56:58.133" v="305"/>
          <ac:spMkLst>
            <pc:docMk/>
            <pc:sldMk cId="273507923" sldId="276"/>
            <ac:spMk id="5" creationId="{55F98A9B-015F-3A32-4FB3-62CDF588D3BA}"/>
          </ac:spMkLst>
        </pc:spChg>
        <pc:spChg chg="mod">
          <ac:chgData name="髙田　陽斗" userId="349aba5d-2d55-469e-b606-bfbbf5033a9d" providerId="ADAL" clId="{F75CD730-4B93-4946-A438-1D617634E6A9}" dt="2024-07-24T05:56:58.133" v="305"/>
          <ac:spMkLst>
            <pc:docMk/>
            <pc:sldMk cId="273507923" sldId="276"/>
            <ac:spMk id="6" creationId="{5177A1A5-E5E6-6B73-47B9-F0E8B06F1FEC}"/>
          </ac:spMkLst>
        </pc:spChg>
        <pc:spChg chg="mod">
          <ac:chgData name="髙田　陽斗" userId="349aba5d-2d55-469e-b606-bfbbf5033a9d" providerId="ADAL" clId="{F75CD730-4B93-4946-A438-1D617634E6A9}" dt="2024-07-24T05:56:58.133" v="305"/>
          <ac:spMkLst>
            <pc:docMk/>
            <pc:sldMk cId="273507923" sldId="276"/>
            <ac:spMk id="7" creationId="{56950B70-816B-0C42-6FC4-C8077B4543DF}"/>
          </ac:spMkLst>
        </pc:spChg>
        <pc:spChg chg="mod">
          <ac:chgData name="髙田　陽斗" userId="349aba5d-2d55-469e-b606-bfbbf5033a9d" providerId="ADAL" clId="{F75CD730-4B93-4946-A438-1D617634E6A9}" dt="2024-07-24T05:56:58.133" v="305"/>
          <ac:spMkLst>
            <pc:docMk/>
            <pc:sldMk cId="273507923" sldId="276"/>
            <ac:spMk id="8" creationId="{AD17CEB8-DEFB-AC5A-F6CD-EB9A0989C821}"/>
          </ac:spMkLst>
        </pc:spChg>
        <pc:spChg chg="add mod">
          <ac:chgData name="髙田　陽斗" userId="349aba5d-2d55-469e-b606-bfbbf5033a9d" providerId="ADAL" clId="{F75CD730-4B93-4946-A438-1D617634E6A9}" dt="2024-07-24T05:56:58.133" v="305"/>
          <ac:spMkLst>
            <pc:docMk/>
            <pc:sldMk cId="273507923" sldId="276"/>
            <ac:spMk id="9" creationId="{AFFE7ED5-A50B-CA33-371C-F9689630DE3A}"/>
          </ac:spMkLst>
        </pc:spChg>
        <pc:spChg chg="mod">
          <ac:chgData name="髙田　陽斗" userId="349aba5d-2d55-469e-b606-bfbbf5033a9d" providerId="ADAL" clId="{F75CD730-4B93-4946-A438-1D617634E6A9}" dt="2024-07-24T05:56:58.133" v="305"/>
          <ac:spMkLst>
            <pc:docMk/>
            <pc:sldMk cId="273507923" sldId="276"/>
            <ac:spMk id="11" creationId="{909280E4-B08D-1139-2EA2-5D9D7567E4D6}"/>
          </ac:spMkLst>
        </pc:spChg>
        <pc:spChg chg="mod">
          <ac:chgData name="髙田　陽斗" userId="349aba5d-2d55-469e-b606-bfbbf5033a9d" providerId="ADAL" clId="{F75CD730-4B93-4946-A438-1D617634E6A9}" dt="2024-07-24T05:56:58.133" v="305"/>
          <ac:spMkLst>
            <pc:docMk/>
            <pc:sldMk cId="273507923" sldId="276"/>
            <ac:spMk id="12" creationId="{5BE0BAB5-9D7D-1F5D-50FC-8E25B0A70321}"/>
          </ac:spMkLst>
        </pc:spChg>
        <pc:spChg chg="add mod">
          <ac:chgData name="髙田　陽斗" userId="349aba5d-2d55-469e-b606-bfbbf5033a9d" providerId="ADAL" clId="{F75CD730-4B93-4946-A438-1D617634E6A9}" dt="2024-07-24T05:56:58.133" v="305"/>
          <ac:spMkLst>
            <pc:docMk/>
            <pc:sldMk cId="273507923" sldId="276"/>
            <ac:spMk id="13" creationId="{548FB627-DA8F-9619-D2BE-6846CD5A5AE8}"/>
          </ac:spMkLst>
        </pc:spChg>
        <pc:spChg chg="add mod">
          <ac:chgData name="髙田　陽斗" userId="349aba5d-2d55-469e-b606-bfbbf5033a9d" providerId="ADAL" clId="{F75CD730-4B93-4946-A438-1D617634E6A9}" dt="2024-07-24T05:56:58.133" v="305"/>
          <ac:spMkLst>
            <pc:docMk/>
            <pc:sldMk cId="273507923" sldId="276"/>
            <ac:spMk id="14" creationId="{76F42557-2A43-7696-1EFF-D2F4C31CDA25}"/>
          </ac:spMkLst>
        </pc:spChg>
        <pc:spChg chg="add mod">
          <ac:chgData name="髙田　陽斗" userId="349aba5d-2d55-469e-b606-bfbbf5033a9d" providerId="ADAL" clId="{F75CD730-4B93-4946-A438-1D617634E6A9}" dt="2024-07-24T05:56:58.133" v="305"/>
          <ac:spMkLst>
            <pc:docMk/>
            <pc:sldMk cId="273507923" sldId="276"/>
            <ac:spMk id="17" creationId="{7F9CE77F-CD8B-FF50-6F25-08EA0BD03FA9}"/>
          </ac:spMkLst>
        </pc:spChg>
        <pc:spChg chg="add mod">
          <ac:chgData name="髙田　陽斗" userId="349aba5d-2d55-469e-b606-bfbbf5033a9d" providerId="ADAL" clId="{F75CD730-4B93-4946-A438-1D617634E6A9}" dt="2024-07-24T05:56:58.133" v="305"/>
          <ac:spMkLst>
            <pc:docMk/>
            <pc:sldMk cId="273507923" sldId="276"/>
            <ac:spMk id="19" creationId="{229F9776-0245-D120-728A-05275AFFD86E}"/>
          </ac:spMkLst>
        </pc:spChg>
        <pc:spChg chg="add mod">
          <ac:chgData name="髙田　陽斗" userId="349aba5d-2d55-469e-b606-bfbbf5033a9d" providerId="ADAL" clId="{F75CD730-4B93-4946-A438-1D617634E6A9}" dt="2024-07-24T05:56:58.133" v="305"/>
          <ac:spMkLst>
            <pc:docMk/>
            <pc:sldMk cId="273507923" sldId="276"/>
            <ac:spMk id="20" creationId="{0D7209A6-7E6E-77A8-00B5-2F91B536CA93}"/>
          </ac:spMkLst>
        </pc:spChg>
        <pc:spChg chg="add mod">
          <ac:chgData name="髙田　陽斗" userId="349aba5d-2d55-469e-b606-bfbbf5033a9d" providerId="ADAL" clId="{F75CD730-4B93-4946-A438-1D617634E6A9}" dt="2024-07-24T05:56:58.133" v="305"/>
          <ac:spMkLst>
            <pc:docMk/>
            <pc:sldMk cId="273507923" sldId="276"/>
            <ac:spMk id="21" creationId="{37E2D201-0836-DFC1-8E4C-ABDEB295C4D4}"/>
          </ac:spMkLst>
        </pc:spChg>
        <pc:spChg chg="add mod">
          <ac:chgData name="髙田　陽斗" userId="349aba5d-2d55-469e-b606-bfbbf5033a9d" providerId="ADAL" clId="{F75CD730-4B93-4946-A438-1D617634E6A9}" dt="2024-07-24T05:56:58.133" v="305"/>
          <ac:spMkLst>
            <pc:docMk/>
            <pc:sldMk cId="273507923" sldId="276"/>
            <ac:spMk id="22" creationId="{5CE860E7-C6F6-0ED1-9143-1FAC35A9EC79}"/>
          </ac:spMkLst>
        </pc:spChg>
        <pc:spChg chg="add mod">
          <ac:chgData name="髙田　陽斗" userId="349aba5d-2d55-469e-b606-bfbbf5033a9d" providerId="ADAL" clId="{F75CD730-4B93-4946-A438-1D617634E6A9}" dt="2024-07-24T05:56:58.133" v="305"/>
          <ac:spMkLst>
            <pc:docMk/>
            <pc:sldMk cId="273507923" sldId="276"/>
            <ac:spMk id="23" creationId="{CCB3B3D3-7A8C-40BC-06A9-C490560F38B9}"/>
          </ac:spMkLst>
        </pc:spChg>
        <pc:spChg chg="add mod">
          <ac:chgData name="髙田　陽斗" userId="349aba5d-2d55-469e-b606-bfbbf5033a9d" providerId="ADAL" clId="{F75CD730-4B93-4946-A438-1D617634E6A9}" dt="2024-07-24T05:56:58.133" v="305"/>
          <ac:spMkLst>
            <pc:docMk/>
            <pc:sldMk cId="273507923" sldId="276"/>
            <ac:spMk id="25" creationId="{EE47AA15-B37C-095A-03FC-F11958AB6E87}"/>
          </ac:spMkLst>
        </pc:spChg>
        <pc:spChg chg="add mod">
          <ac:chgData name="髙田　陽斗" userId="349aba5d-2d55-469e-b606-bfbbf5033a9d" providerId="ADAL" clId="{F75CD730-4B93-4946-A438-1D617634E6A9}" dt="2024-07-24T05:59:24.133" v="342"/>
          <ac:spMkLst>
            <pc:docMk/>
            <pc:sldMk cId="273507923" sldId="276"/>
            <ac:spMk id="26" creationId="{DDA4CDFD-A571-6F10-EC7D-E95F4456624F}"/>
          </ac:spMkLst>
        </pc:spChg>
        <pc:grpChg chg="add mod">
          <ac:chgData name="髙田　陽斗" userId="349aba5d-2d55-469e-b606-bfbbf5033a9d" providerId="ADAL" clId="{F75CD730-4B93-4946-A438-1D617634E6A9}" dt="2024-07-24T05:56:58.133" v="305"/>
          <ac:grpSpMkLst>
            <pc:docMk/>
            <pc:sldMk cId="273507923" sldId="276"/>
            <ac:grpSpMk id="4" creationId="{161C7EF2-B3A6-410A-8B53-654427A3870E}"/>
          </ac:grpSpMkLst>
        </pc:grpChg>
        <pc:grpChg chg="add mod">
          <ac:chgData name="髙田　陽斗" userId="349aba5d-2d55-469e-b606-bfbbf5033a9d" providerId="ADAL" clId="{F75CD730-4B93-4946-A438-1D617634E6A9}" dt="2024-07-24T05:56:58.133" v="305"/>
          <ac:grpSpMkLst>
            <pc:docMk/>
            <pc:sldMk cId="273507923" sldId="276"/>
            <ac:grpSpMk id="10" creationId="{A6595F48-B9B9-5B03-541A-7B4561B672BE}"/>
          </ac:grpSpMkLst>
        </pc:grpChg>
        <pc:cxnChg chg="add mod">
          <ac:chgData name="髙田　陽斗" userId="349aba5d-2d55-469e-b606-bfbbf5033a9d" providerId="ADAL" clId="{F75CD730-4B93-4946-A438-1D617634E6A9}" dt="2024-07-24T05:56:58.133" v="305"/>
          <ac:cxnSpMkLst>
            <pc:docMk/>
            <pc:sldMk cId="273507923" sldId="276"/>
            <ac:cxnSpMk id="3" creationId="{9DA1F715-270D-3154-36CE-624ED1625A91}"/>
          </ac:cxnSpMkLst>
        </pc:cxnChg>
        <pc:cxnChg chg="add mod">
          <ac:chgData name="髙田　陽斗" userId="349aba5d-2d55-469e-b606-bfbbf5033a9d" providerId="ADAL" clId="{F75CD730-4B93-4946-A438-1D617634E6A9}" dt="2024-07-24T05:56:58.133" v="305"/>
          <ac:cxnSpMkLst>
            <pc:docMk/>
            <pc:sldMk cId="273507923" sldId="276"/>
            <ac:cxnSpMk id="15" creationId="{29D2765F-565C-5CCF-CB8C-813762311D2D}"/>
          </ac:cxnSpMkLst>
        </pc:cxnChg>
        <pc:cxnChg chg="add mod">
          <ac:chgData name="髙田　陽斗" userId="349aba5d-2d55-469e-b606-bfbbf5033a9d" providerId="ADAL" clId="{F75CD730-4B93-4946-A438-1D617634E6A9}" dt="2024-07-24T05:56:58.133" v="305"/>
          <ac:cxnSpMkLst>
            <pc:docMk/>
            <pc:sldMk cId="273507923" sldId="276"/>
            <ac:cxnSpMk id="16" creationId="{8CDBDFDE-1070-5311-3094-5D5A756D4919}"/>
          </ac:cxnSpMkLst>
        </pc:cxnChg>
        <pc:cxnChg chg="add mod">
          <ac:chgData name="髙田　陽斗" userId="349aba5d-2d55-469e-b606-bfbbf5033a9d" providerId="ADAL" clId="{F75CD730-4B93-4946-A438-1D617634E6A9}" dt="2024-07-24T05:56:58.133" v="305"/>
          <ac:cxnSpMkLst>
            <pc:docMk/>
            <pc:sldMk cId="273507923" sldId="276"/>
            <ac:cxnSpMk id="18" creationId="{9D57C6F6-6266-2F11-B878-F6A751D00C2B}"/>
          </ac:cxnSpMkLst>
        </pc:cxnChg>
        <pc:cxnChg chg="add mod">
          <ac:chgData name="髙田　陽斗" userId="349aba5d-2d55-469e-b606-bfbbf5033a9d" providerId="ADAL" clId="{F75CD730-4B93-4946-A438-1D617634E6A9}" dt="2024-07-24T05:56:58.133" v="305"/>
          <ac:cxnSpMkLst>
            <pc:docMk/>
            <pc:sldMk cId="273507923" sldId="276"/>
            <ac:cxnSpMk id="24" creationId="{919A5997-2AF9-5175-DC50-48BA200CDADC}"/>
          </ac:cxnSpMkLst>
        </pc:cxnChg>
      </pc:sldChg>
      <pc:sldChg chg="addSp delSp modSp new mod modTransition modAnim">
        <pc:chgData name="髙田　陽斗" userId="349aba5d-2d55-469e-b606-bfbbf5033a9d" providerId="ADAL" clId="{F75CD730-4B93-4946-A438-1D617634E6A9}" dt="2024-07-26T01:28:20.717" v="5343"/>
        <pc:sldMkLst>
          <pc:docMk/>
          <pc:sldMk cId="956877601" sldId="277"/>
        </pc:sldMkLst>
        <pc:spChg chg="mod">
          <ac:chgData name="髙田　陽斗" userId="349aba5d-2d55-469e-b606-bfbbf5033a9d" providerId="ADAL" clId="{F75CD730-4B93-4946-A438-1D617634E6A9}" dt="2024-07-25T00:06:22.869" v="442"/>
          <ac:spMkLst>
            <pc:docMk/>
            <pc:sldMk cId="956877601" sldId="277"/>
            <ac:spMk id="4" creationId="{FBEBD62A-BD56-BC18-8E29-8DD0CA9F10E2}"/>
          </ac:spMkLst>
        </pc:spChg>
        <pc:spChg chg="mod">
          <ac:chgData name="髙田　陽斗" userId="349aba5d-2d55-469e-b606-bfbbf5033a9d" providerId="ADAL" clId="{F75CD730-4B93-4946-A438-1D617634E6A9}" dt="2024-07-25T00:06:22.869" v="442"/>
          <ac:spMkLst>
            <pc:docMk/>
            <pc:sldMk cId="956877601" sldId="277"/>
            <ac:spMk id="5" creationId="{2A1BD0E5-E624-D8A0-AC7B-5A6A528DB03B}"/>
          </ac:spMkLst>
        </pc:spChg>
        <pc:spChg chg="mod">
          <ac:chgData name="髙田　陽斗" userId="349aba5d-2d55-469e-b606-bfbbf5033a9d" providerId="ADAL" clId="{F75CD730-4B93-4946-A438-1D617634E6A9}" dt="2024-07-25T00:06:22.869" v="442"/>
          <ac:spMkLst>
            <pc:docMk/>
            <pc:sldMk cId="956877601" sldId="277"/>
            <ac:spMk id="6" creationId="{22FDBEEB-9FB6-31BF-74B4-B57E63FA7D86}"/>
          </ac:spMkLst>
        </pc:spChg>
        <pc:spChg chg="mod">
          <ac:chgData name="髙田　陽斗" userId="349aba5d-2d55-469e-b606-bfbbf5033a9d" providerId="ADAL" clId="{F75CD730-4B93-4946-A438-1D617634E6A9}" dt="2024-07-25T00:06:22.869" v="442"/>
          <ac:spMkLst>
            <pc:docMk/>
            <pc:sldMk cId="956877601" sldId="277"/>
            <ac:spMk id="7" creationId="{B1FBFB4B-D06B-5E6E-0206-CB19C5EF2EE7}"/>
          </ac:spMkLst>
        </pc:spChg>
        <pc:spChg chg="add del mod">
          <ac:chgData name="髙田　陽斗" userId="349aba5d-2d55-469e-b606-bfbbf5033a9d" providerId="ADAL" clId="{F75CD730-4B93-4946-A438-1D617634E6A9}" dt="2024-07-25T00:07:41.786" v="445" actId="478"/>
          <ac:spMkLst>
            <pc:docMk/>
            <pc:sldMk cId="956877601" sldId="277"/>
            <ac:spMk id="8" creationId="{58D9A112-0835-5A94-003A-FCD5C6A869CA}"/>
          </ac:spMkLst>
        </pc:spChg>
        <pc:spChg chg="mod">
          <ac:chgData name="髙田　陽斗" userId="349aba5d-2d55-469e-b606-bfbbf5033a9d" providerId="ADAL" clId="{F75CD730-4B93-4946-A438-1D617634E6A9}" dt="2024-07-25T00:06:22.869" v="442"/>
          <ac:spMkLst>
            <pc:docMk/>
            <pc:sldMk cId="956877601" sldId="277"/>
            <ac:spMk id="10" creationId="{7C355C94-ECF5-2A2C-A2FB-D65F0A880586}"/>
          </ac:spMkLst>
        </pc:spChg>
        <pc:spChg chg="mod">
          <ac:chgData name="髙田　陽斗" userId="349aba5d-2d55-469e-b606-bfbbf5033a9d" providerId="ADAL" clId="{F75CD730-4B93-4946-A438-1D617634E6A9}" dt="2024-07-25T00:10:01.799" v="465" actId="20577"/>
          <ac:spMkLst>
            <pc:docMk/>
            <pc:sldMk cId="956877601" sldId="277"/>
            <ac:spMk id="11" creationId="{A807C1AB-2422-6017-F66E-D49AF1FC3FF4}"/>
          </ac:spMkLst>
        </pc:spChg>
        <pc:spChg chg="add del mod">
          <ac:chgData name="髙田　陽斗" userId="349aba5d-2d55-469e-b606-bfbbf5033a9d" providerId="ADAL" clId="{F75CD730-4B93-4946-A438-1D617634E6A9}" dt="2024-07-25T00:07:30.382" v="443" actId="478"/>
          <ac:spMkLst>
            <pc:docMk/>
            <pc:sldMk cId="956877601" sldId="277"/>
            <ac:spMk id="12" creationId="{B4FB7E23-C098-DCD7-0219-AD30D38B195A}"/>
          </ac:spMkLst>
        </pc:spChg>
        <pc:spChg chg="add del mod">
          <ac:chgData name="髙田　陽斗" userId="349aba5d-2d55-469e-b606-bfbbf5033a9d" providerId="ADAL" clId="{F75CD730-4B93-4946-A438-1D617634E6A9}" dt="2024-07-25T00:07:30.382" v="443" actId="478"/>
          <ac:spMkLst>
            <pc:docMk/>
            <pc:sldMk cId="956877601" sldId="277"/>
            <ac:spMk id="13" creationId="{206A3665-2279-3C7F-AAA5-FFE954FB3AED}"/>
          </ac:spMkLst>
        </pc:spChg>
        <pc:spChg chg="add del mod">
          <ac:chgData name="髙田　陽斗" userId="349aba5d-2d55-469e-b606-bfbbf5033a9d" providerId="ADAL" clId="{F75CD730-4B93-4946-A438-1D617634E6A9}" dt="2024-07-25T00:07:30.382" v="443" actId="478"/>
          <ac:spMkLst>
            <pc:docMk/>
            <pc:sldMk cId="956877601" sldId="277"/>
            <ac:spMk id="16" creationId="{C8993D0D-E821-8EAF-6FF9-54CA58C4994F}"/>
          </ac:spMkLst>
        </pc:spChg>
        <pc:spChg chg="add del mod">
          <ac:chgData name="髙田　陽斗" userId="349aba5d-2d55-469e-b606-bfbbf5033a9d" providerId="ADAL" clId="{F75CD730-4B93-4946-A438-1D617634E6A9}" dt="2024-07-25T00:07:36.062" v="444" actId="478"/>
          <ac:spMkLst>
            <pc:docMk/>
            <pc:sldMk cId="956877601" sldId="277"/>
            <ac:spMk id="18" creationId="{AE40EBEA-5896-64BB-B142-D129C51B2F88}"/>
          </ac:spMkLst>
        </pc:spChg>
        <pc:spChg chg="add del mod">
          <ac:chgData name="髙田　陽斗" userId="349aba5d-2d55-469e-b606-bfbbf5033a9d" providerId="ADAL" clId="{F75CD730-4B93-4946-A438-1D617634E6A9}" dt="2024-07-25T00:07:36.062" v="444" actId="478"/>
          <ac:spMkLst>
            <pc:docMk/>
            <pc:sldMk cId="956877601" sldId="277"/>
            <ac:spMk id="19" creationId="{08422D3D-C412-80BD-36E5-8AF63E92CEEE}"/>
          </ac:spMkLst>
        </pc:spChg>
        <pc:spChg chg="add mod">
          <ac:chgData name="髙田　陽斗" userId="349aba5d-2d55-469e-b606-bfbbf5033a9d" providerId="ADAL" clId="{F75CD730-4B93-4946-A438-1D617634E6A9}" dt="2024-07-25T00:06:22.869" v="442"/>
          <ac:spMkLst>
            <pc:docMk/>
            <pc:sldMk cId="956877601" sldId="277"/>
            <ac:spMk id="20" creationId="{A9CF4350-7C59-55EC-4A12-79179F63EBE1}"/>
          </ac:spMkLst>
        </pc:spChg>
        <pc:spChg chg="add mod">
          <ac:chgData name="髙田　陽斗" userId="349aba5d-2d55-469e-b606-bfbbf5033a9d" providerId="ADAL" clId="{F75CD730-4B93-4946-A438-1D617634E6A9}" dt="2024-07-25T00:06:22.869" v="442"/>
          <ac:spMkLst>
            <pc:docMk/>
            <pc:sldMk cId="956877601" sldId="277"/>
            <ac:spMk id="21" creationId="{8F68F124-9DC2-3F66-4A53-EEF7DBC77119}"/>
          </ac:spMkLst>
        </pc:spChg>
        <pc:spChg chg="add del mod">
          <ac:chgData name="髙田　陽斗" userId="349aba5d-2d55-469e-b606-bfbbf5033a9d" providerId="ADAL" clId="{F75CD730-4B93-4946-A438-1D617634E6A9}" dt="2024-07-25T00:07:30.382" v="443" actId="478"/>
          <ac:spMkLst>
            <pc:docMk/>
            <pc:sldMk cId="956877601" sldId="277"/>
            <ac:spMk id="22" creationId="{643E567A-3105-9AAF-B3BC-6046C4A8703A}"/>
          </ac:spMkLst>
        </pc:spChg>
        <pc:spChg chg="add del mod">
          <ac:chgData name="髙田　陽斗" userId="349aba5d-2d55-469e-b606-bfbbf5033a9d" providerId="ADAL" clId="{F75CD730-4B93-4946-A438-1D617634E6A9}" dt="2024-07-25T00:07:36.062" v="444" actId="478"/>
          <ac:spMkLst>
            <pc:docMk/>
            <pc:sldMk cId="956877601" sldId="277"/>
            <ac:spMk id="24" creationId="{E2896266-7EFC-B74E-7C71-2BF6D051A423}"/>
          </ac:spMkLst>
        </pc:spChg>
        <pc:spChg chg="add mod">
          <ac:chgData name="髙田　陽斗" userId="349aba5d-2d55-469e-b606-bfbbf5033a9d" providerId="ADAL" clId="{F75CD730-4B93-4946-A438-1D617634E6A9}" dt="2024-07-25T00:06:22.869" v="442"/>
          <ac:spMkLst>
            <pc:docMk/>
            <pc:sldMk cId="956877601" sldId="277"/>
            <ac:spMk id="25" creationId="{6E87540A-2DC2-124D-FB30-F31D40A924D0}"/>
          </ac:spMkLst>
        </pc:spChg>
        <pc:spChg chg="add mod">
          <ac:chgData name="髙田　陽斗" userId="349aba5d-2d55-469e-b606-bfbbf5033a9d" providerId="ADAL" clId="{F75CD730-4B93-4946-A438-1D617634E6A9}" dt="2024-07-25T00:10:17.515" v="470" actId="1076"/>
          <ac:spMkLst>
            <pc:docMk/>
            <pc:sldMk cId="956877601" sldId="277"/>
            <ac:spMk id="26" creationId="{73C481A2-77D1-C203-18B6-571A98E04AED}"/>
          </ac:spMkLst>
        </pc:spChg>
        <pc:spChg chg="add mod">
          <ac:chgData name="髙田　陽斗" userId="349aba5d-2d55-469e-b606-bfbbf5033a9d" providerId="ADAL" clId="{F75CD730-4B93-4946-A438-1D617634E6A9}" dt="2024-07-25T00:10:46.582" v="476" actId="1076"/>
          <ac:spMkLst>
            <pc:docMk/>
            <pc:sldMk cId="956877601" sldId="277"/>
            <ac:spMk id="27" creationId="{42A9DF3D-B7D7-8695-44E2-FE26BEA5DAE3}"/>
          </ac:spMkLst>
        </pc:spChg>
        <pc:spChg chg="add mod">
          <ac:chgData name="髙田　陽斗" userId="349aba5d-2d55-469e-b606-bfbbf5033a9d" providerId="ADAL" clId="{F75CD730-4B93-4946-A438-1D617634E6A9}" dt="2024-07-25T00:13:30.171" v="564" actId="1076"/>
          <ac:spMkLst>
            <pc:docMk/>
            <pc:sldMk cId="956877601" sldId="277"/>
            <ac:spMk id="28" creationId="{114306F8-79D9-B9F3-8312-06CED201C1C7}"/>
          </ac:spMkLst>
        </pc:spChg>
        <pc:spChg chg="add mod">
          <ac:chgData name="髙田　陽斗" userId="349aba5d-2d55-469e-b606-bfbbf5033a9d" providerId="ADAL" clId="{F75CD730-4B93-4946-A438-1D617634E6A9}" dt="2024-07-25T00:13:38.808" v="565" actId="1076"/>
          <ac:spMkLst>
            <pc:docMk/>
            <pc:sldMk cId="956877601" sldId="277"/>
            <ac:spMk id="29" creationId="{4CF3DE02-343C-C689-CB7D-46F8B25DEFA5}"/>
          </ac:spMkLst>
        </pc:spChg>
        <pc:spChg chg="add mod">
          <ac:chgData name="髙田　陽斗" userId="349aba5d-2d55-469e-b606-bfbbf5033a9d" providerId="ADAL" clId="{F75CD730-4B93-4946-A438-1D617634E6A9}" dt="2024-07-25T00:13:38.808" v="565" actId="1076"/>
          <ac:spMkLst>
            <pc:docMk/>
            <pc:sldMk cId="956877601" sldId="277"/>
            <ac:spMk id="30" creationId="{E00C5799-1D0A-799C-76EA-0B0F15703623}"/>
          </ac:spMkLst>
        </pc:spChg>
        <pc:spChg chg="add mod">
          <ac:chgData name="髙田　陽斗" userId="349aba5d-2d55-469e-b606-bfbbf5033a9d" providerId="ADAL" clId="{F75CD730-4B93-4946-A438-1D617634E6A9}" dt="2024-07-25T00:13:44.572" v="566" actId="1076"/>
          <ac:spMkLst>
            <pc:docMk/>
            <pc:sldMk cId="956877601" sldId="277"/>
            <ac:spMk id="31" creationId="{E2AD8EEA-847F-02ED-89CC-68B0E8332E44}"/>
          </ac:spMkLst>
        </pc:spChg>
        <pc:spChg chg="add mod">
          <ac:chgData name="髙田　陽斗" userId="349aba5d-2d55-469e-b606-bfbbf5033a9d" providerId="ADAL" clId="{F75CD730-4B93-4946-A438-1D617634E6A9}" dt="2024-07-25T00:26:17.498" v="823" actId="20577"/>
          <ac:spMkLst>
            <pc:docMk/>
            <pc:sldMk cId="956877601" sldId="277"/>
            <ac:spMk id="32" creationId="{251451EA-5B51-CE04-519F-D61F9970D1D0}"/>
          </ac:spMkLst>
        </pc:spChg>
        <pc:spChg chg="add mod">
          <ac:chgData name="髙田　陽斗" userId="349aba5d-2d55-469e-b606-bfbbf5033a9d" providerId="ADAL" clId="{F75CD730-4B93-4946-A438-1D617634E6A9}" dt="2024-07-25T00:13:44.572" v="566" actId="1076"/>
          <ac:spMkLst>
            <pc:docMk/>
            <pc:sldMk cId="956877601" sldId="277"/>
            <ac:spMk id="33" creationId="{2CD227FB-FA9F-D34F-D5AF-9E82E15E0AC8}"/>
          </ac:spMkLst>
        </pc:spChg>
        <pc:spChg chg="add mod">
          <ac:chgData name="髙田　陽斗" userId="349aba5d-2d55-469e-b606-bfbbf5033a9d" providerId="ADAL" clId="{F75CD730-4B93-4946-A438-1D617634E6A9}" dt="2024-07-25T00:13:51.725" v="567"/>
          <ac:spMkLst>
            <pc:docMk/>
            <pc:sldMk cId="956877601" sldId="277"/>
            <ac:spMk id="34" creationId="{492C9597-2FC6-8D6D-DB3E-57C7AB5D2B13}"/>
          </ac:spMkLst>
        </pc:spChg>
        <pc:spChg chg="add mod">
          <ac:chgData name="髙田　陽斗" userId="349aba5d-2d55-469e-b606-bfbbf5033a9d" providerId="ADAL" clId="{F75CD730-4B93-4946-A438-1D617634E6A9}" dt="2024-07-25T00:21:35.665" v="698" actId="20577"/>
          <ac:spMkLst>
            <pc:docMk/>
            <pc:sldMk cId="956877601" sldId="277"/>
            <ac:spMk id="35" creationId="{84C3B78E-6036-F40C-2FE2-307C7B71CA1A}"/>
          </ac:spMkLst>
        </pc:spChg>
        <pc:grpChg chg="add mod">
          <ac:chgData name="髙田　陽斗" userId="349aba5d-2d55-469e-b606-bfbbf5033a9d" providerId="ADAL" clId="{F75CD730-4B93-4946-A438-1D617634E6A9}" dt="2024-07-25T00:06:22.869" v="442"/>
          <ac:grpSpMkLst>
            <pc:docMk/>
            <pc:sldMk cId="956877601" sldId="277"/>
            <ac:grpSpMk id="3" creationId="{4C9E071D-3AE5-DB3B-E463-29297298213A}"/>
          </ac:grpSpMkLst>
        </pc:grpChg>
        <pc:grpChg chg="add mod">
          <ac:chgData name="髙田　陽斗" userId="349aba5d-2d55-469e-b606-bfbbf5033a9d" providerId="ADAL" clId="{F75CD730-4B93-4946-A438-1D617634E6A9}" dt="2024-07-25T00:06:22.869" v="442"/>
          <ac:grpSpMkLst>
            <pc:docMk/>
            <pc:sldMk cId="956877601" sldId="277"/>
            <ac:grpSpMk id="9" creationId="{6E2D8EA8-B543-8A92-0616-B73F7290D3F9}"/>
          </ac:grpSpMkLst>
        </pc:grpChg>
        <pc:cxnChg chg="add mod">
          <ac:chgData name="髙田　陽斗" userId="349aba5d-2d55-469e-b606-bfbbf5033a9d" providerId="ADAL" clId="{F75CD730-4B93-4946-A438-1D617634E6A9}" dt="2024-07-25T00:06:22.869" v="442"/>
          <ac:cxnSpMkLst>
            <pc:docMk/>
            <pc:sldMk cId="956877601" sldId="277"/>
            <ac:cxnSpMk id="2" creationId="{A637DDC2-C4F5-78A6-917D-EF78685254FA}"/>
          </ac:cxnSpMkLst>
        </pc:cxnChg>
        <pc:cxnChg chg="add del mod">
          <ac:chgData name="髙田　陽斗" userId="349aba5d-2d55-469e-b606-bfbbf5033a9d" providerId="ADAL" clId="{F75CD730-4B93-4946-A438-1D617634E6A9}" dt="2024-07-25T00:07:30.382" v="443" actId="478"/>
          <ac:cxnSpMkLst>
            <pc:docMk/>
            <pc:sldMk cId="956877601" sldId="277"/>
            <ac:cxnSpMk id="14" creationId="{E479CDA8-E7B3-32F2-CE73-C9C9AB9D9025}"/>
          </ac:cxnSpMkLst>
        </pc:cxnChg>
        <pc:cxnChg chg="add del mod">
          <ac:chgData name="髙田　陽斗" userId="349aba5d-2d55-469e-b606-bfbbf5033a9d" providerId="ADAL" clId="{F75CD730-4B93-4946-A438-1D617634E6A9}" dt="2024-07-25T00:07:30.382" v="443" actId="478"/>
          <ac:cxnSpMkLst>
            <pc:docMk/>
            <pc:sldMk cId="956877601" sldId="277"/>
            <ac:cxnSpMk id="15" creationId="{CBF875E3-ABBA-2D3A-C3CC-9739F1214F00}"/>
          </ac:cxnSpMkLst>
        </pc:cxnChg>
        <pc:cxnChg chg="add del mod">
          <ac:chgData name="髙田　陽斗" userId="349aba5d-2d55-469e-b606-bfbbf5033a9d" providerId="ADAL" clId="{F75CD730-4B93-4946-A438-1D617634E6A9}" dt="2024-07-25T00:07:30.382" v="443" actId="478"/>
          <ac:cxnSpMkLst>
            <pc:docMk/>
            <pc:sldMk cId="956877601" sldId="277"/>
            <ac:cxnSpMk id="17" creationId="{11ECFFCF-4466-0EF4-9B6C-0DA85E3DDCBD}"/>
          </ac:cxnSpMkLst>
        </pc:cxnChg>
        <pc:cxnChg chg="add del mod">
          <ac:chgData name="髙田　陽斗" userId="349aba5d-2d55-469e-b606-bfbbf5033a9d" providerId="ADAL" clId="{F75CD730-4B93-4946-A438-1D617634E6A9}" dt="2024-07-25T00:07:30.382" v="443" actId="478"/>
          <ac:cxnSpMkLst>
            <pc:docMk/>
            <pc:sldMk cId="956877601" sldId="277"/>
            <ac:cxnSpMk id="23" creationId="{92DB1E05-A2D1-B9FD-9D42-5A4D0507FDF9}"/>
          </ac:cxnSpMkLst>
        </pc:cxnChg>
      </pc:sldChg>
      <pc:sldChg chg="addSp modSp new mod modTransition modAnim">
        <pc:chgData name="髙田　陽斗" userId="349aba5d-2d55-469e-b606-bfbbf5033a9d" providerId="ADAL" clId="{F75CD730-4B93-4946-A438-1D617634E6A9}" dt="2024-07-26T01:28:20.717" v="5343"/>
        <pc:sldMkLst>
          <pc:docMk/>
          <pc:sldMk cId="464699446" sldId="278"/>
        </pc:sldMkLst>
        <pc:spChg chg="mod">
          <ac:chgData name="髙田　陽斗" userId="349aba5d-2d55-469e-b606-bfbbf5033a9d" providerId="ADAL" clId="{F75CD730-4B93-4946-A438-1D617634E6A9}" dt="2024-07-25T00:18:39.008" v="637"/>
          <ac:spMkLst>
            <pc:docMk/>
            <pc:sldMk cId="464699446" sldId="278"/>
            <ac:spMk id="3" creationId="{40276EAE-E283-CFAD-E9F3-25DB8BF5819D}"/>
          </ac:spMkLst>
        </pc:spChg>
        <pc:spChg chg="mod">
          <ac:chgData name="髙田　陽斗" userId="349aba5d-2d55-469e-b606-bfbbf5033a9d" providerId="ADAL" clId="{F75CD730-4B93-4946-A438-1D617634E6A9}" dt="2024-07-25T00:18:39.008" v="637"/>
          <ac:spMkLst>
            <pc:docMk/>
            <pc:sldMk cId="464699446" sldId="278"/>
            <ac:spMk id="4" creationId="{5DE5A9F8-0F59-0941-6952-C33BB13DA08A}"/>
          </ac:spMkLst>
        </pc:spChg>
        <pc:spChg chg="mod">
          <ac:chgData name="髙田　陽斗" userId="349aba5d-2d55-469e-b606-bfbbf5033a9d" providerId="ADAL" clId="{F75CD730-4B93-4946-A438-1D617634E6A9}" dt="2024-07-25T00:18:39.008" v="637"/>
          <ac:spMkLst>
            <pc:docMk/>
            <pc:sldMk cId="464699446" sldId="278"/>
            <ac:spMk id="5" creationId="{00D453D8-4BCE-82B5-85BD-8E7653A57F0E}"/>
          </ac:spMkLst>
        </pc:spChg>
        <pc:spChg chg="mod">
          <ac:chgData name="髙田　陽斗" userId="349aba5d-2d55-469e-b606-bfbbf5033a9d" providerId="ADAL" clId="{F75CD730-4B93-4946-A438-1D617634E6A9}" dt="2024-07-25T00:18:39.008" v="637"/>
          <ac:spMkLst>
            <pc:docMk/>
            <pc:sldMk cId="464699446" sldId="278"/>
            <ac:spMk id="6" creationId="{A7E61492-ADAE-C364-B77F-E1FCF6741617}"/>
          </ac:spMkLst>
        </pc:spChg>
        <pc:spChg chg="mod">
          <ac:chgData name="髙田　陽斗" userId="349aba5d-2d55-469e-b606-bfbbf5033a9d" providerId="ADAL" clId="{F75CD730-4B93-4946-A438-1D617634E6A9}" dt="2024-07-25T00:18:39.008" v="637"/>
          <ac:spMkLst>
            <pc:docMk/>
            <pc:sldMk cId="464699446" sldId="278"/>
            <ac:spMk id="9" creationId="{D6CDFE9D-2D52-F2C5-ECED-C773B5125D13}"/>
          </ac:spMkLst>
        </pc:spChg>
        <pc:spChg chg="mod">
          <ac:chgData name="髙田　陽斗" userId="349aba5d-2d55-469e-b606-bfbbf5033a9d" providerId="ADAL" clId="{F75CD730-4B93-4946-A438-1D617634E6A9}" dt="2024-07-25T00:19:11.277" v="665" actId="20577"/>
          <ac:spMkLst>
            <pc:docMk/>
            <pc:sldMk cId="464699446" sldId="278"/>
            <ac:spMk id="10" creationId="{A86E906F-3296-7AF4-0785-9599E33B49F6}"/>
          </ac:spMkLst>
        </pc:spChg>
        <pc:spChg chg="add mod">
          <ac:chgData name="髙田　陽斗" userId="349aba5d-2d55-469e-b606-bfbbf5033a9d" providerId="ADAL" clId="{F75CD730-4B93-4946-A438-1D617634E6A9}" dt="2024-07-25T00:18:39.008" v="637"/>
          <ac:spMkLst>
            <pc:docMk/>
            <pc:sldMk cId="464699446" sldId="278"/>
            <ac:spMk id="11" creationId="{8E2C4E0C-8EF9-1050-2E04-B4C9A56178FA}"/>
          </ac:spMkLst>
        </pc:spChg>
        <pc:spChg chg="add mod">
          <ac:chgData name="髙田　陽斗" userId="349aba5d-2d55-469e-b606-bfbbf5033a9d" providerId="ADAL" clId="{F75CD730-4B93-4946-A438-1D617634E6A9}" dt="2024-07-25T00:19:03.891" v="654" actId="20577"/>
          <ac:spMkLst>
            <pc:docMk/>
            <pc:sldMk cId="464699446" sldId="278"/>
            <ac:spMk id="12" creationId="{D7AC91B7-38CB-1EC4-A423-95283750BCE0}"/>
          </ac:spMkLst>
        </pc:spChg>
        <pc:spChg chg="add mod">
          <ac:chgData name="髙田　陽斗" userId="349aba5d-2d55-469e-b606-bfbbf5033a9d" providerId="ADAL" clId="{F75CD730-4B93-4946-A438-1D617634E6A9}" dt="2024-07-25T00:18:51.297" v="642" actId="1076"/>
          <ac:spMkLst>
            <pc:docMk/>
            <pc:sldMk cId="464699446" sldId="278"/>
            <ac:spMk id="13" creationId="{ABCE690D-7E89-8C0A-28A0-CA0D48F14B12}"/>
          </ac:spMkLst>
        </pc:spChg>
        <pc:spChg chg="add mod">
          <ac:chgData name="髙田　陽斗" userId="349aba5d-2d55-469e-b606-bfbbf5033a9d" providerId="ADAL" clId="{F75CD730-4B93-4946-A438-1D617634E6A9}" dt="2024-07-25T00:18:39.008" v="637"/>
          <ac:spMkLst>
            <pc:docMk/>
            <pc:sldMk cId="464699446" sldId="278"/>
            <ac:spMk id="14" creationId="{94B687C7-980C-6959-8738-F73648D91E48}"/>
          </ac:spMkLst>
        </pc:spChg>
        <pc:spChg chg="add mod">
          <ac:chgData name="髙田　陽斗" userId="349aba5d-2d55-469e-b606-bfbbf5033a9d" providerId="ADAL" clId="{F75CD730-4B93-4946-A438-1D617634E6A9}" dt="2024-07-25T00:18:39.008" v="637"/>
          <ac:spMkLst>
            <pc:docMk/>
            <pc:sldMk cId="464699446" sldId="278"/>
            <ac:spMk id="15" creationId="{36651750-0283-B782-1022-A5FEA6FD7504}"/>
          </ac:spMkLst>
        </pc:spChg>
        <pc:spChg chg="add mod">
          <ac:chgData name="髙田　陽斗" userId="349aba5d-2d55-469e-b606-bfbbf5033a9d" providerId="ADAL" clId="{F75CD730-4B93-4946-A438-1D617634E6A9}" dt="2024-07-25T00:18:55.062" v="643" actId="1076"/>
          <ac:spMkLst>
            <pc:docMk/>
            <pc:sldMk cId="464699446" sldId="278"/>
            <ac:spMk id="16" creationId="{F5EA317C-17E6-95FE-6B68-50703BFF5E43}"/>
          </ac:spMkLst>
        </pc:spChg>
        <pc:spChg chg="add mod">
          <ac:chgData name="髙田　陽斗" userId="349aba5d-2d55-469e-b606-bfbbf5033a9d" providerId="ADAL" clId="{F75CD730-4B93-4946-A438-1D617634E6A9}" dt="2024-07-25T00:18:39.008" v="637"/>
          <ac:spMkLst>
            <pc:docMk/>
            <pc:sldMk cId="464699446" sldId="278"/>
            <ac:spMk id="17" creationId="{7C4CD19C-D9BA-757C-B73A-5D641979B2DB}"/>
          </ac:spMkLst>
        </pc:spChg>
        <pc:grpChg chg="add mod">
          <ac:chgData name="髙田　陽斗" userId="349aba5d-2d55-469e-b606-bfbbf5033a9d" providerId="ADAL" clId="{F75CD730-4B93-4946-A438-1D617634E6A9}" dt="2024-07-25T00:18:39.008" v="637"/>
          <ac:grpSpMkLst>
            <pc:docMk/>
            <pc:sldMk cId="464699446" sldId="278"/>
            <ac:grpSpMk id="2" creationId="{6000310F-A1C9-8FD5-665F-9FB86F27CA7C}"/>
          </ac:grpSpMkLst>
        </pc:grpChg>
        <pc:grpChg chg="add mod">
          <ac:chgData name="髙田　陽斗" userId="349aba5d-2d55-469e-b606-bfbbf5033a9d" providerId="ADAL" clId="{F75CD730-4B93-4946-A438-1D617634E6A9}" dt="2024-07-25T00:18:39.008" v="637"/>
          <ac:grpSpMkLst>
            <pc:docMk/>
            <pc:sldMk cId="464699446" sldId="278"/>
            <ac:grpSpMk id="8" creationId="{5514EB41-4DE3-AA65-8587-02B24F020AB0}"/>
          </ac:grpSpMkLst>
        </pc:grpChg>
        <pc:cxnChg chg="add mod">
          <ac:chgData name="髙田　陽斗" userId="349aba5d-2d55-469e-b606-bfbbf5033a9d" providerId="ADAL" clId="{F75CD730-4B93-4946-A438-1D617634E6A9}" dt="2024-07-25T00:18:39.008" v="637"/>
          <ac:cxnSpMkLst>
            <pc:docMk/>
            <pc:sldMk cId="464699446" sldId="278"/>
            <ac:cxnSpMk id="7" creationId="{5BB31F80-04F6-3EBF-70F6-CF85E83DD629}"/>
          </ac:cxnSpMkLst>
        </pc:cxnChg>
      </pc:sldChg>
      <pc:sldChg chg="addSp delSp modSp new mod modTransition delAnim modAnim">
        <pc:chgData name="髙田　陽斗" userId="349aba5d-2d55-469e-b606-bfbbf5033a9d" providerId="ADAL" clId="{F75CD730-4B93-4946-A438-1D617634E6A9}" dt="2024-07-26T01:31:16.208" v="5358"/>
        <pc:sldMkLst>
          <pc:docMk/>
          <pc:sldMk cId="1989146436" sldId="279"/>
        </pc:sldMkLst>
        <pc:spChg chg="mod">
          <ac:chgData name="髙田　陽斗" userId="349aba5d-2d55-469e-b606-bfbbf5033a9d" providerId="ADAL" clId="{F75CD730-4B93-4946-A438-1D617634E6A9}" dt="2024-07-25T00:20:42.764" v="670"/>
          <ac:spMkLst>
            <pc:docMk/>
            <pc:sldMk cId="1989146436" sldId="279"/>
            <ac:spMk id="4" creationId="{9712D65D-6826-0422-7BB6-121EB3D1A80B}"/>
          </ac:spMkLst>
        </pc:spChg>
        <pc:spChg chg="mod">
          <ac:chgData name="髙田　陽斗" userId="349aba5d-2d55-469e-b606-bfbbf5033a9d" providerId="ADAL" clId="{F75CD730-4B93-4946-A438-1D617634E6A9}" dt="2024-07-25T00:20:42.764" v="670"/>
          <ac:spMkLst>
            <pc:docMk/>
            <pc:sldMk cId="1989146436" sldId="279"/>
            <ac:spMk id="5" creationId="{D92D902C-0E6E-4718-A2E9-349443394699}"/>
          </ac:spMkLst>
        </pc:spChg>
        <pc:spChg chg="mod">
          <ac:chgData name="髙田　陽斗" userId="349aba5d-2d55-469e-b606-bfbbf5033a9d" providerId="ADAL" clId="{F75CD730-4B93-4946-A438-1D617634E6A9}" dt="2024-07-25T00:20:42.764" v="670"/>
          <ac:spMkLst>
            <pc:docMk/>
            <pc:sldMk cId="1989146436" sldId="279"/>
            <ac:spMk id="6" creationId="{B00B1C51-C178-061F-D388-551A4D91BD33}"/>
          </ac:spMkLst>
        </pc:spChg>
        <pc:spChg chg="mod">
          <ac:chgData name="髙田　陽斗" userId="349aba5d-2d55-469e-b606-bfbbf5033a9d" providerId="ADAL" clId="{F75CD730-4B93-4946-A438-1D617634E6A9}" dt="2024-07-25T00:20:42.764" v="670"/>
          <ac:spMkLst>
            <pc:docMk/>
            <pc:sldMk cId="1989146436" sldId="279"/>
            <ac:spMk id="7" creationId="{E41C81AB-1C5E-9C49-B7DA-BF2E62590543}"/>
          </ac:spMkLst>
        </pc:spChg>
        <pc:spChg chg="add mod">
          <ac:chgData name="髙田　陽斗" userId="349aba5d-2d55-469e-b606-bfbbf5033a9d" providerId="ADAL" clId="{F75CD730-4B93-4946-A438-1D617634E6A9}" dt="2024-07-25T00:20:42.764" v="670"/>
          <ac:spMkLst>
            <pc:docMk/>
            <pc:sldMk cId="1989146436" sldId="279"/>
            <ac:spMk id="8" creationId="{6396282A-DDD6-55F1-FCE3-09BB079A093B}"/>
          </ac:spMkLst>
        </pc:spChg>
        <pc:spChg chg="mod">
          <ac:chgData name="髙田　陽斗" userId="349aba5d-2d55-469e-b606-bfbbf5033a9d" providerId="ADAL" clId="{F75CD730-4B93-4946-A438-1D617634E6A9}" dt="2024-07-25T00:20:42.764" v="670"/>
          <ac:spMkLst>
            <pc:docMk/>
            <pc:sldMk cId="1989146436" sldId="279"/>
            <ac:spMk id="10" creationId="{A757BFEB-7151-249A-4F26-16BB11589112}"/>
          </ac:spMkLst>
        </pc:spChg>
        <pc:spChg chg="mod">
          <ac:chgData name="髙田　陽斗" userId="349aba5d-2d55-469e-b606-bfbbf5033a9d" providerId="ADAL" clId="{F75CD730-4B93-4946-A438-1D617634E6A9}" dt="2024-07-25T00:20:42.764" v="670"/>
          <ac:spMkLst>
            <pc:docMk/>
            <pc:sldMk cId="1989146436" sldId="279"/>
            <ac:spMk id="11" creationId="{EE819FA7-618A-BA4C-699A-D8832407BCFB}"/>
          </ac:spMkLst>
        </pc:spChg>
        <pc:spChg chg="add mod">
          <ac:chgData name="髙田　陽斗" userId="349aba5d-2d55-469e-b606-bfbbf5033a9d" providerId="ADAL" clId="{F75CD730-4B93-4946-A438-1D617634E6A9}" dt="2024-07-25T00:20:42.764" v="670"/>
          <ac:spMkLst>
            <pc:docMk/>
            <pc:sldMk cId="1989146436" sldId="279"/>
            <ac:spMk id="12" creationId="{30EAE14D-CFEE-D7ED-E2EA-5D33440D4A5A}"/>
          </ac:spMkLst>
        </pc:spChg>
        <pc:spChg chg="add mod">
          <ac:chgData name="髙田　陽斗" userId="349aba5d-2d55-469e-b606-bfbbf5033a9d" providerId="ADAL" clId="{F75CD730-4B93-4946-A438-1D617634E6A9}" dt="2024-07-25T00:20:42.764" v="670"/>
          <ac:spMkLst>
            <pc:docMk/>
            <pc:sldMk cId="1989146436" sldId="279"/>
            <ac:spMk id="13" creationId="{8E71D69D-30DA-ECA6-A713-DED9D388475C}"/>
          </ac:spMkLst>
        </pc:spChg>
        <pc:spChg chg="add mod">
          <ac:chgData name="髙田　陽斗" userId="349aba5d-2d55-469e-b606-bfbbf5033a9d" providerId="ADAL" clId="{F75CD730-4B93-4946-A438-1D617634E6A9}" dt="2024-07-25T00:28:04.721" v="864" actId="20577"/>
          <ac:spMkLst>
            <pc:docMk/>
            <pc:sldMk cId="1989146436" sldId="279"/>
            <ac:spMk id="16" creationId="{EF1F1385-E0A0-E791-0219-121431DB1723}"/>
          </ac:spMkLst>
        </pc:spChg>
        <pc:spChg chg="add mod">
          <ac:chgData name="髙田　陽斗" userId="349aba5d-2d55-469e-b606-bfbbf5033a9d" providerId="ADAL" clId="{F75CD730-4B93-4946-A438-1D617634E6A9}" dt="2024-07-25T00:20:42.764" v="670"/>
          <ac:spMkLst>
            <pc:docMk/>
            <pc:sldMk cId="1989146436" sldId="279"/>
            <ac:spMk id="18" creationId="{E8B6D50C-CA91-8F74-BACC-9F4E9B7563B9}"/>
          </ac:spMkLst>
        </pc:spChg>
        <pc:spChg chg="add mod">
          <ac:chgData name="髙田　陽斗" userId="349aba5d-2d55-469e-b606-bfbbf5033a9d" providerId="ADAL" clId="{F75CD730-4B93-4946-A438-1D617634E6A9}" dt="2024-07-25T00:20:42.764" v="670"/>
          <ac:spMkLst>
            <pc:docMk/>
            <pc:sldMk cId="1989146436" sldId="279"/>
            <ac:spMk id="19" creationId="{DDDC5C08-7798-9820-3260-6D2914EFE536}"/>
          </ac:spMkLst>
        </pc:spChg>
        <pc:spChg chg="add mod">
          <ac:chgData name="髙田　陽斗" userId="349aba5d-2d55-469e-b606-bfbbf5033a9d" providerId="ADAL" clId="{F75CD730-4B93-4946-A438-1D617634E6A9}" dt="2024-07-25T00:20:42.764" v="670"/>
          <ac:spMkLst>
            <pc:docMk/>
            <pc:sldMk cId="1989146436" sldId="279"/>
            <ac:spMk id="20" creationId="{6A2C9772-5931-0313-DB82-8E13BB3985A5}"/>
          </ac:spMkLst>
        </pc:spChg>
        <pc:spChg chg="add mod">
          <ac:chgData name="髙田　陽斗" userId="349aba5d-2d55-469e-b606-bfbbf5033a9d" providerId="ADAL" clId="{F75CD730-4B93-4946-A438-1D617634E6A9}" dt="2024-07-25T00:20:42.764" v="670"/>
          <ac:spMkLst>
            <pc:docMk/>
            <pc:sldMk cId="1989146436" sldId="279"/>
            <ac:spMk id="21" creationId="{43849FFE-892E-866A-963F-3796D4414D98}"/>
          </ac:spMkLst>
        </pc:spChg>
        <pc:spChg chg="add mod">
          <ac:chgData name="髙田　陽斗" userId="349aba5d-2d55-469e-b606-bfbbf5033a9d" providerId="ADAL" clId="{F75CD730-4B93-4946-A438-1D617634E6A9}" dt="2024-07-25T00:20:42.764" v="670"/>
          <ac:spMkLst>
            <pc:docMk/>
            <pc:sldMk cId="1989146436" sldId="279"/>
            <ac:spMk id="22" creationId="{8325A2CA-13C5-835D-9EA3-5C5DE756C461}"/>
          </ac:spMkLst>
        </pc:spChg>
        <pc:spChg chg="add mod">
          <ac:chgData name="髙田　陽斗" userId="349aba5d-2d55-469e-b606-bfbbf5033a9d" providerId="ADAL" clId="{F75CD730-4B93-4946-A438-1D617634E6A9}" dt="2024-07-25T00:20:42.764" v="670"/>
          <ac:spMkLst>
            <pc:docMk/>
            <pc:sldMk cId="1989146436" sldId="279"/>
            <ac:spMk id="24" creationId="{2D1C3794-5D02-FF42-6AED-385C0C121BD1}"/>
          </ac:spMkLst>
        </pc:spChg>
        <pc:spChg chg="add mod">
          <ac:chgData name="髙田　陽斗" userId="349aba5d-2d55-469e-b606-bfbbf5033a9d" providerId="ADAL" clId="{F75CD730-4B93-4946-A438-1D617634E6A9}" dt="2024-07-25T00:20:42.764" v="670"/>
          <ac:spMkLst>
            <pc:docMk/>
            <pc:sldMk cId="1989146436" sldId="279"/>
            <ac:spMk id="25" creationId="{776063CC-790D-EFEE-CA93-44887185A88A}"/>
          </ac:spMkLst>
        </pc:spChg>
        <pc:spChg chg="add del mod">
          <ac:chgData name="髙田　陽斗" userId="349aba5d-2d55-469e-b606-bfbbf5033a9d" providerId="ADAL" clId="{F75CD730-4B93-4946-A438-1D617634E6A9}" dt="2024-07-25T00:20:48.812" v="671" actId="478"/>
          <ac:spMkLst>
            <pc:docMk/>
            <pc:sldMk cId="1989146436" sldId="279"/>
            <ac:spMk id="26" creationId="{DF138D52-16AC-D805-BB12-5318E7E76840}"/>
          </ac:spMkLst>
        </pc:spChg>
        <pc:spChg chg="add mod">
          <ac:chgData name="髙田　陽斗" userId="349aba5d-2d55-469e-b606-bfbbf5033a9d" providerId="ADAL" clId="{F75CD730-4B93-4946-A438-1D617634E6A9}" dt="2024-07-25T00:22:14.460" v="715" actId="1076"/>
          <ac:spMkLst>
            <pc:docMk/>
            <pc:sldMk cId="1989146436" sldId="279"/>
            <ac:spMk id="27" creationId="{9718FE53-B588-E991-ECE0-7E4FCD7D770C}"/>
          </ac:spMkLst>
        </pc:spChg>
        <pc:spChg chg="add mod">
          <ac:chgData name="髙田　陽斗" userId="349aba5d-2d55-469e-b606-bfbbf5033a9d" providerId="ADAL" clId="{F75CD730-4B93-4946-A438-1D617634E6A9}" dt="2024-07-25T00:22:38.026" v="717" actId="1076"/>
          <ac:spMkLst>
            <pc:docMk/>
            <pc:sldMk cId="1989146436" sldId="279"/>
            <ac:spMk id="28" creationId="{E1CF7A93-C4EE-C969-FFA9-E98EE361BEBB}"/>
          </ac:spMkLst>
        </pc:spChg>
        <pc:grpChg chg="add mod">
          <ac:chgData name="髙田　陽斗" userId="349aba5d-2d55-469e-b606-bfbbf5033a9d" providerId="ADAL" clId="{F75CD730-4B93-4946-A438-1D617634E6A9}" dt="2024-07-25T00:20:42.764" v="670"/>
          <ac:grpSpMkLst>
            <pc:docMk/>
            <pc:sldMk cId="1989146436" sldId="279"/>
            <ac:grpSpMk id="3" creationId="{D46391A2-81BB-2F44-A046-1A72DFE3BC03}"/>
          </ac:grpSpMkLst>
        </pc:grpChg>
        <pc:grpChg chg="add mod">
          <ac:chgData name="髙田　陽斗" userId="349aba5d-2d55-469e-b606-bfbbf5033a9d" providerId="ADAL" clId="{F75CD730-4B93-4946-A438-1D617634E6A9}" dt="2024-07-25T00:20:42.764" v="670"/>
          <ac:grpSpMkLst>
            <pc:docMk/>
            <pc:sldMk cId="1989146436" sldId="279"/>
            <ac:grpSpMk id="9" creationId="{4BAAC725-125B-F4D9-04DB-08BF2B7EE5E0}"/>
          </ac:grpSpMkLst>
        </pc:grpChg>
        <pc:cxnChg chg="add mod">
          <ac:chgData name="髙田　陽斗" userId="349aba5d-2d55-469e-b606-bfbbf5033a9d" providerId="ADAL" clId="{F75CD730-4B93-4946-A438-1D617634E6A9}" dt="2024-07-25T00:20:42.764" v="670"/>
          <ac:cxnSpMkLst>
            <pc:docMk/>
            <pc:sldMk cId="1989146436" sldId="279"/>
            <ac:cxnSpMk id="2" creationId="{5BC81EBC-EB08-4375-DC79-27262E33D50D}"/>
          </ac:cxnSpMkLst>
        </pc:cxnChg>
        <pc:cxnChg chg="add mod">
          <ac:chgData name="髙田　陽斗" userId="349aba5d-2d55-469e-b606-bfbbf5033a9d" providerId="ADAL" clId="{F75CD730-4B93-4946-A438-1D617634E6A9}" dt="2024-07-25T00:20:42.764" v="670"/>
          <ac:cxnSpMkLst>
            <pc:docMk/>
            <pc:sldMk cId="1989146436" sldId="279"/>
            <ac:cxnSpMk id="14" creationId="{DB18E5F8-4035-E7DC-E60D-620C221DFCEC}"/>
          </ac:cxnSpMkLst>
        </pc:cxnChg>
        <pc:cxnChg chg="add mod">
          <ac:chgData name="髙田　陽斗" userId="349aba5d-2d55-469e-b606-bfbbf5033a9d" providerId="ADAL" clId="{F75CD730-4B93-4946-A438-1D617634E6A9}" dt="2024-07-25T00:20:42.764" v="670"/>
          <ac:cxnSpMkLst>
            <pc:docMk/>
            <pc:sldMk cId="1989146436" sldId="279"/>
            <ac:cxnSpMk id="15" creationId="{18F291E1-3625-74CA-1AD3-6255C01347F6}"/>
          </ac:cxnSpMkLst>
        </pc:cxnChg>
        <pc:cxnChg chg="add mod">
          <ac:chgData name="髙田　陽斗" userId="349aba5d-2d55-469e-b606-bfbbf5033a9d" providerId="ADAL" clId="{F75CD730-4B93-4946-A438-1D617634E6A9}" dt="2024-07-25T00:20:42.764" v="670"/>
          <ac:cxnSpMkLst>
            <pc:docMk/>
            <pc:sldMk cId="1989146436" sldId="279"/>
            <ac:cxnSpMk id="17" creationId="{EFC404E9-7203-9C98-E2A9-C819658BF407}"/>
          </ac:cxnSpMkLst>
        </pc:cxnChg>
        <pc:cxnChg chg="add mod">
          <ac:chgData name="髙田　陽斗" userId="349aba5d-2d55-469e-b606-bfbbf5033a9d" providerId="ADAL" clId="{F75CD730-4B93-4946-A438-1D617634E6A9}" dt="2024-07-25T00:20:42.764" v="670"/>
          <ac:cxnSpMkLst>
            <pc:docMk/>
            <pc:sldMk cId="1989146436" sldId="279"/>
            <ac:cxnSpMk id="23" creationId="{33D83E8E-A9C9-090F-1CF3-E2CFF664DC42}"/>
          </ac:cxnSpMkLst>
        </pc:cxnChg>
      </pc:sldChg>
      <pc:sldChg chg="addSp delSp modSp new mod modTransition delAnim modAnim">
        <pc:chgData name="髙田　陽斗" userId="349aba5d-2d55-469e-b606-bfbbf5033a9d" providerId="ADAL" clId="{F75CD730-4B93-4946-A438-1D617634E6A9}" dt="2024-07-26T01:31:27.655" v="5360"/>
        <pc:sldMkLst>
          <pc:docMk/>
          <pc:sldMk cId="1865411485" sldId="280"/>
        </pc:sldMkLst>
        <pc:spChg chg="mod">
          <ac:chgData name="髙田　陽斗" userId="349aba5d-2d55-469e-b606-bfbbf5033a9d" providerId="ADAL" clId="{F75CD730-4B93-4946-A438-1D617634E6A9}" dt="2024-07-25T00:23:05.999" v="719"/>
          <ac:spMkLst>
            <pc:docMk/>
            <pc:sldMk cId="1865411485" sldId="280"/>
            <ac:spMk id="4" creationId="{D674F9CB-B16D-555F-95DC-80C702A9E5DC}"/>
          </ac:spMkLst>
        </pc:spChg>
        <pc:spChg chg="mod">
          <ac:chgData name="髙田　陽斗" userId="349aba5d-2d55-469e-b606-bfbbf5033a9d" providerId="ADAL" clId="{F75CD730-4B93-4946-A438-1D617634E6A9}" dt="2024-07-25T00:23:05.999" v="719"/>
          <ac:spMkLst>
            <pc:docMk/>
            <pc:sldMk cId="1865411485" sldId="280"/>
            <ac:spMk id="5" creationId="{74BE5831-7D15-9B12-5772-1B80B431535F}"/>
          </ac:spMkLst>
        </pc:spChg>
        <pc:spChg chg="mod">
          <ac:chgData name="髙田　陽斗" userId="349aba5d-2d55-469e-b606-bfbbf5033a9d" providerId="ADAL" clId="{F75CD730-4B93-4946-A438-1D617634E6A9}" dt="2024-07-25T00:23:05.999" v="719"/>
          <ac:spMkLst>
            <pc:docMk/>
            <pc:sldMk cId="1865411485" sldId="280"/>
            <ac:spMk id="6" creationId="{F76AC5E5-0D48-A7C9-D379-3F68DB45A4FD}"/>
          </ac:spMkLst>
        </pc:spChg>
        <pc:spChg chg="mod">
          <ac:chgData name="髙田　陽斗" userId="349aba5d-2d55-469e-b606-bfbbf5033a9d" providerId="ADAL" clId="{F75CD730-4B93-4946-A438-1D617634E6A9}" dt="2024-07-25T00:23:05.999" v="719"/>
          <ac:spMkLst>
            <pc:docMk/>
            <pc:sldMk cId="1865411485" sldId="280"/>
            <ac:spMk id="7" creationId="{7B30C265-DA41-7896-660B-24BE490F89B0}"/>
          </ac:spMkLst>
        </pc:spChg>
        <pc:spChg chg="mod">
          <ac:chgData name="髙田　陽斗" userId="349aba5d-2d55-469e-b606-bfbbf5033a9d" providerId="ADAL" clId="{F75CD730-4B93-4946-A438-1D617634E6A9}" dt="2024-07-25T00:23:05.999" v="719"/>
          <ac:spMkLst>
            <pc:docMk/>
            <pc:sldMk cId="1865411485" sldId="280"/>
            <ac:spMk id="9" creationId="{70B96481-6507-B5A5-B91D-CA281C2DE7DA}"/>
          </ac:spMkLst>
        </pc:spChg>
        <pc:spChg chg="mod">
          <ac:chgData name="髙田　陽斗" userId="349aba5d-2d55-469e-b606-bfbbf5033a9d" providerId="ADAL" clId="{F75CD730-4B93-4946-A438-1D617634E6A9}" dt="2024-07-25T00:23:45.626" v="733" actId="20577"/>
          <ac:spMkLst>
            <pc:docMk/>
            <pc:sldMk cId="1865411485" sldId="280"/>
            <ac:spMk id="10" creationId="{F8D1DDD2-D19E-473D-C9F8-5882B3C85A30}"/>
          </ac:spMkLst>
        </pc:spChg>
        <pc:spChg chg="add mod">
          <ac:chgData name="髙田　陽斗" userId="349aba5d-2d55-469e-b606-bfbbf5033a9d" providerId="ADAL" clId="{F75CD730-4B93-4946-A438-1D617634E6A9}" dt="2024-07-25T00:23:05.999" v="719"/>
          <ac:spMkLst>
            <pc:docMk/>
            <pc:sldMk cId="1865411485" sldId="280"/>
            <ac:spMk id="11" creationId="{A757134C-FD0A-945E-99DE-E541DA343A5C}"/>
          </ac:spMkLst>
        </pc:spChg>
        <pc:spChg chg="add mod">
          <ac:chgData name="髙田　陽斗" userId="349aba5d-2d55-469e-b606-bfbbf5033a9d" providerId="ADAL" clId="{F75CD730-4B93-4946-A438-1D617634E6A9}" dt="2024-07-25T00:23:05.999" v="719"/>
          <ac:spMkLst>
            <pc:docMk/>
            <pc:sldMk cId="1865411485" sldId="280"/>
            <ac:spMk id="12" creationId="{96FF66A5-C553-4C12-E7D1-3375A25AC7DA}"/>
          </ac:spMkLst>
        </pc:spChg>
        <pc:spChg chg="add mod">
          <ac:chgData name="髙田　陽斗" userId="349aba5d-2d55-469e-b606-bfbbf5033a9d" providerId="ADAL" clId="{F75CD730-4B93-4946-A438-1D617634E6A9}" dt="2024-07-25T00:23:05.999" v="719"/>
          <ac:spMkLst>
            <pc:docMk/>
            <pc:sldMk cId="1865411485" sldId="280"/>
            <ac:spMk id="13" creationId="{5A1E308B-0252-F35C-85F7-B5AE28EB53E3}"/>
          </ac:spMkLst>
        </pc:spChg>
        <pc:spChg chg="add del mod">
          <ac:chgData name="髙田　陽斗" userId="349aba5d-2d55-469e-b606-bfbbf5033a9d" providerId="ADAL" clId="{F75CD730-4B93-4946-A438-1D617634E6A9}" dt="2024-07-25T00:23:15.562" v="720" actId="478"/>
          <ac:spMkLst>
            <pc:docMk/>
            <pc:sldMk cId="1865411485" sldId="280"/>
            <ac:spMk id="14" creationId="{3BD83690-FF29-C20A-C5F6-AFB8A6AB41EC}"/>
          </ac:spMkLst>
        </pc:spChg>
        <pc:spChg chg="add del mod">
          <ac:chgData name="髙田　陽斗" userId="349aba5d-2d55-469e-b606-bfbbf5033a9d" providerId="ADAL" clId="{F75CD730-4B93-4946-A438-1D617634E6A9}" dt="2024-07-25T00:23:15.562" v="720" actId="478"/>
          <ac:spMkLst>
            <pc:docMk/>
            <pc:sldMk cId="1865411485" sldId="280"/>
            <ac:spMk id="15" creationId="{468873C8-3BCC-1135-13D3-5A1ABA2979C0}"/>
          </ac:spMkLst>
        </pc:spChg>
        <pc:spChg chg="add del mod">
          <ac:chgData name="髙田　陽斗" userId="349aba5d-2d55-469e-b606-bfbbf5033a9d" providerId="ADAL" clId="{F75CD730-4B93-4946-A438-1D617634E6A9}" dt="2024-07-25T00:23:15.562" v="720" actId="478"/>
          <ac:spMkLst>
            <pc:docMk/>
            <pc:sldMk cId="1865411485" sldId="280"/>
            <ac:spMk id="16" creationId="{9B390406-6ED5-60A9-1D32-D8864659B58A}"/>
          </ac:spMkLst>
        </pc:spChg>
        <pc:spChg chg="add del mod">
          <ac:chgData name="髙田　陽斗" userId="349aba5d-2d55-469e-b606-bfbbf5033a9d" providerId="ADAL" clId="{F75CD730-4B93-4946-A438-1D617634E6A9}" dt="2024-07-25T00:23:15.562" v="720" actId="478"/>
          <ac:spMkLst>
            <pc:docMk/>
            <pc:sldMk cId="1865411485" sldId="280"/>
            <ac:spMk id="17" creationId="{4AACE377-C2D4-8862-33F3-49B3FB0A41BB}"/>
          </ac:spMkLst>
        </pc:spChg>
        <pc:spChg chg="add del mod">
          <ac:chgData name="髙田　陽斗" userId="349aba5d-2d55-469e-b606-bfbbf5033a9d" providerId="ADAL" clId="{F75CD730-4B93-4946-A438-1D617634E6A9}" dt="2024-07-25T00:23:15.562" v="720" actId="478"/>
          <ac:spMkLst>
            <pc:docMk/>
            <pc:sldMk cId="1865411485" sldId="280"/>
            <ac:spMk id="18" creationId="{E679B120-517D-757F-22AC-95EA2BAA7D42}"/>
          </ac:spMkLst>
        </pc:spChg>
        <pc:spChg chg="add mod">
          <ac:chgData name="髙田　陽斗" userId="349aba5d-2d55-469e-b606-bfbbf5033a9d" providerId="ADAL" clId="{F75CD730-4B93-4946-A438-1D617634E6A9}" dt="2024-07-25T00:25:52.414" v="812" actId="2085"/>
          <ac:spMkLst>
            <pc:docMk/>
            <pc:sldMk cId="1865411485" sldId="280"/>
            <ac:spMk id="19" creationId="{FC3AC7EB-22ED-4511-47FD-E091C7FB1C1A}"/>
          </ac:spMkLst>
        </pc:spChg>
        <pc:spChg chg="add mod">
          <ac:chgData name="髙田　陽斗" userId="349aba5d-2d55-469e-b606-bfbbf5033a9d" providerId="ADAL" clId="{F75CD730-4B93-4946-A438-1D617634E6A9}" dt="2024-07-25T00:25:28.060" v="807" actId="1076"/>
          <ac:spMkLst>
            <pc:docMk/>
            <pc:sldMk cId="1865411485" sldId="280"/>
            <ac:spMk id="20" creationId="{9F7180C1-0926-035E-4CCA-D566491F9B75}"/>
          </ac:spMkLst>
        </pc:spChg>
        <pc:spChg chg="add del mod">
          <ac:chgData name="髙田　陽斗" userId="349aba5d-2d55-469e-b606-bfbbf5033a9d" providerId="ADAL" clId="{F75CD730-4B93-4946-A438-1D617634E6A9}" dt="2024-07-25T00:23:18.523" v="721" actId="478"/>
          <ac:spMkLst>
            <pc:docMk/>
            <pc:sldMk cId="1865411485" sldId="280"/>
            <ac:spMk id="21" creationId="{982B9A3C-1475-8234-7286-11F79AA0796B}"/>
          </ac:spMkLst>
        </pc:spChg>
        <pc:spChg chg="add mod">
          <ac:chgData name="髙田　陽斗" userId="349aba5d-2d55-469e-b606-bfbbf5033a9d" providerId="ADAL" clId="{F75CD730-4B93-4946-A438-1D617634E6A9}" dt="2024-07-25T00:26:48.494" v="827" actId="1076"/>
          <ac:spMkLst>
            <pc:docMk/>
            <pc:sldMk cId="1865411485" sldId="280"/>
            <ac:spMk id="22" creationId="{341C1E32-A38C-EB33-6C88-DA3AC0DF013D}"/>
          </ac:spMkLst>
        </pc:spChg>
        <pc:spChg chg="add del mod">
          <ac:chgData name="髙田　陽斗" userId="349aba5d-2d55-469e-b606-bfbbf5033a9d" providerId="ADAL" clId="{F75CD730-4B93-4946-A438-1D617634E6A9}" dt="2024-07-25T00:23:15.562" v="720" actId="478"/>
          <ac:spMkLst>
            <pc:docMk/>
            <pc:sldMk cId="1865411485" sldId="280"/>
            <ac:spMk id="23" creationId="{46173795-B02F-9ACF-072A-34B6D39DFDB4}"/>
          </ac:spMkLst>
        </pc:spChg>
        <pc:spChg chg="add mod">
          <ac:chgData name="髙田　陽斗" userId="349aba5d-2d55-469e-b606-bfbbf5033a9d" providerId="ADAL" clId="{F75CD730-4B93-4946-A438-1D617634E6A9}" dt="2024-07-25T00:25:42.044" v="811" actId="20577"/>
          <ac:spMkLst>
            <pc:docMk/>
            <pc:sldMk cId="1865411485" sldId="280"/>
            <ac:spMk id="24" creationId="{7F4770A8-34F6-44C7-785A-94490707C80D}"/>
          </ac:spMkLst>
        </pc:spChg>
        <pc:spChg chg="add mod">
          <ac:chgData name="髙田　陽斗" userId="349aba5d-2d55-469e-b606-bfbbf5033a9d" providerId="ADAL" clId="{F75CD730-4B93-4946-A438-1D617634E6A9}" dt="2024-07-25T00:26:32.466" v="825" actId="1076"/>
          <ac:spMkLst>
            <pc:docMk/>
            <pc:sldMk cId="1865411485" sldId="280"/>
            <ac:spMk id="25" creationId="{2A5B1DAE-AA23-2799-685B-C2BBAF16FAD8}"/>
          </ac:spMkLst>
        </pc:spChg>
        <pc:grpChg chg="add mod">
          <ac:chgData name="髙田　陽斗" userId="349aba5d-2d55-469e-b606-bfbbf5033a9d" providerId="ADAL" clId="{F75CD730-4B93-4946-A438-1D617634E6A9}" dt="2024-07-25T00:23:05.999" v="719"/>
          <ac:grpSpMkLst>
            <pc:docMk/>
            <pc:sldMk cId="1865411485" sldId="280"/>
            <ac:grpSpMk id="3" creationId="{41DD37F3-E812-E52B-3FEE-26B50447666E}"/>
          </ac:grpSpMkLst>
        </pc:grpChg>
        <pc:grpChg chg="add mod">
          <ac:chgData name="髙田　陽斗" userId="349aba5d-2d55-469e-b606-bfbbf5033a9d" providerId="ADAL" clId="{F75CD730-4B93-4946-A438-1D617634E6A9}" dt="2024-07-25T00:23:05.999" v="719"/>
          <ac:grpSpMkLst>
            <pc:docMk/>
            <pc:sldMk cId="1865411485" sldId="280"/>
            <ac:grpSpMk id="8" creationId="{3BBE2AF2-53FB-2CD9-6610-2D663D2BD2CE}"/>
          </ac:grpSpMkLst>
        </pc:grpChg>
        <pc:cxnChg chg="add mod">
          <ac:chgData name="髙田　陽斗" userId="349aba5d-2d55-469e-b606-bfbbf5033a9d" providerId="ADAL" clId="{F75CD730-4B93-4946-A438-1D617634E6A9}" dt="2024-07-25T00:23:05.999" v="719"/>
          <ac:cxnSpMkLst>
            <pc:docMk/>
            <pc:sldMk cId="1865411485" sldId="280"/>
            <ac:cxnSpMk id="2" creationId="{00FAE697-86FD-0819-D602-23D77DAC470E}"/>
          </ac:cxnSpMkLst>
        </pc:cxnChg>
      </pc:sldChg>
      <pc:sldChg chg="addSp modSp new mod modTransition modAnim">
        <pc:chgData name="髙田　陽斗" userId="349aba5d-2d55-469e-b606-bfbbf5033a9d" providerId="ADAL" clId="{F75CD730-4B93-4946-A438-1D617634E6A9}" dt="2024-07-26T01:28:20.717" v="5343"/>
        <pc:sldMkLst>
          <pc:docMk/>
          <pc:sldMk cId="834045722" sldId="281"/>
        </pc:sldMkLst>
        <pc:spChg chg="mod">
          <ac:chgData name="髙田　陽斗" userId="349aba5d-2d55-469e-b606-bfbbf5033a9d" providerId="ADAL" clId="{F75CD730-4B93-4946-A438-1D617634E6A9}" dt="2024-07-25T00:27:09.140" v="829"/>
          <ac:spMkLst>
            <pc:docMk/>
            <pc:sldMk cId="834045722" sldId="281"/>
            <ac:spMk id="3" creationId="{4AF29567-FA80-2446-04B1-D26662059DAB}"/>
          </ac:spMkLst>
        </pc:spChg>
        <pc:spChg chg="mod">
          <ac:chgData name="髙田　陽斗" userId="349aba5d-2d55-469e-b606-bfbbf5033a9d" providerId="ADAL" clId="{F75CD730-4B93-4946-A438-1D617634E6A9}" dt="2024-07-25T00:27:09.140" v="829"/>
          <ac:spMkLst>
            <pc:docMk/>
            <pc:sldMk cId="834045722" sldId="281"/>
            <ac:spMk id="4" creationId="{8A2CD5AB-89ED-4642-45CA-062476709F5F}"/>
          </ac:spMkLst>
        </pc:spChg>
        <pc:spChg chg="mod">
          <ac:chgData name="髙田　陽斗" userId="349aba5d-2d55-469e-b606-bfbbf5033a9d" providerId="ADAL" clId="{F75CD730-4B93-4946-A438-1D617634E6A9}" dt="2024-07-25T00:27:09.140" v="829"/>
          <ac:spMkLst>
            <pc:docMk/>
            <pc:sldMk cId="834045722" sldId="281"/>
            <ac:spMk id="5" creationId="{12FA44D7-F3DF-11A4-75ED-88DB75CC2EF5}"/>
          </ac:spMkLst>
        </pc:spChg>
        <pc:spChg chg="mod">
          <ac:chgData name="髙田　陽斗" userId="349aba5d-2d55-469e-b606-bfbbf5033a9d" providerId="ADAL" clId="{F75CD730-4B93-4946-A438-1D617634E6A9}" dt="2024-07-25T00:27:09.140" v="829"/>
          <ac:spMkLst>
            <pc:docMk/>
            <pc:sldMk cId="834045722" sldId="281"/>
            <ac:spMk id="6" creationId="{98B8B126-35A1-5C86-822B-757DCB2F9031}"/>
          </ac:spMkLst>
        </pc:spChg>
        <pc:spChg chg="mod">
          <ac:chgData name="髙田　陽斗" userId="349aba5d-2d55-469e-b606-bfbbf5033a9d" providerId="ADAL" clId="{F75CD730-4B93-4946-A438-1D617634E6A9}" dt="2024-07-25T00:27:09.140" v="829"/>
          <ac:spMkLst>
            <pc:docMk/>
            <pc:sldMk cId="834045722" sldId="281"/>
            <ac:spMk id="9" creationId="{8A0C75FD-0335-63D3-C27F-0451CB20A05D}"/>
          </ac:spMkLst>
        </pc:spChg>
        <pc:spChg chg="mod">
          <ac:chgData name="髙田　陽斗" userId="349aba5d-2d55-469e-b606-bfbbf5033a9d" providerId="ADAL" clId="{F75CD730-4B93-4946-A438-1D617634E6A9}" dt="2024-07-25T00:27:20.150" v="849" actId="20577"/>
          <ac:spMkLst>
            <pc:docMk/>
            <pc:sldMk cId="834045722" sldId="281"/>
            <ac:spMk id="10" creationId="{F42D75FB-D56C-6467-35CA-BA894C7D00F1}"/>
          </ac:spMkLst>
        </pc:spChg>
        <pc:spChg chg="add mod">
          <ac:chgData name="髙田　陽斗" userId="349aba5d-2d55-469e-b606-bfbbf5033a9d" providerId="ADAL" clId="{F75CD730-4B93-4946-A438-1D617634E6A9}" dt="2024-07-25T00:27:09.140" v="829"/>
          <ac:spMkLst>
            <pc:docMk/>
            <pc:sldMk cId="834045722" sldId="281"/>
            <ac:spMk id="11" creationId="{83315ED2-1857-4BF8-BABE-495B401DA22D}"/>
          </ac:spMkLst>
        </pc:spChg>
        <pc:spChg chg="add mod">
          <ac:chgData name="髙田　陽斗" userId="349aba5d-2d55-469e-b606-bfbbf5033a9d" providerId="ADAL" clId="{F75CD730-4B93-4946-A438-1D617634E6A9}" dt="2024-07-25T00:27:14.876" v="839" actId="20577"/>
          <ac:spMkLst>
            <pc:docMk/>
            <pc:sldMk cId="834045722" sldId="281"/>
            <ac:spMk id="12" creationId="{A8D69C29-373A-36AE-F242-0155B3C08621}"/>
          </ac:spMkLst>
        </pc:spChg>
        <pc:spChg chg="add mod">
          <ac:chgData name="髙田　陽斗" userId="349aba5d-2d55-469e-b606-bfbbf5033a9d" providerId="ADAL" clId="{F75CD730-4B93-4946-A438-1D617634E6A9}" dt="2024-07-25T00:27:09.140" v="829"/>
          <ac:spMkLst>
            <pc:docMk/>
            <pc:sldMk cId="834045722" sldId="281"/>
            <ac:spMk id="13" creationId="{D75E625E-A1B5-674B-CBB3-D2969D0C32CD}"/>
          </ac:spMkLst>
        </pc:spChg>
        <pc:spChg chg="add mod">
          <ac:chgData name="髙田　陽斗" userId="349aba5d-2d55-469e-b606-bfbbf5033a9d" providerId="ADAL" clId="{F75CD730-4B93-4946-A438-1D617634E6A9}" dt="2024-07-25T00:27:09.140" v="829"/>
          <ac:spMkLst>
            <pc:docMk/>
            <pc:sldMk cId="834045722" sldId="281"/>
            <ac:spMk id="14" creationId="{52A74783-18EE-6B8F-1F72-F582E5F61361}"/>
          </ac:spMkLst>
        </pc:spChg>
        <pc:spChg chg="add mod">
          <ac:chgData name="髙田　陽斗" userId="349aba5d-2d55-469e-b606-bfbbf5033a9d" providerId="ADAL" clId="{F75CD730-4B93-4946-A438-1D617634E6A9}" dt="2024-07-25T00:27:09.140" v="829"/>
          <ac:spMkLst>
            <pc:docMk/>
            <pc:sldMk cId="834045722" sldId="281"/>
            <ac:spMk id="15" creationId="{88DCDB0A-712F-1637-F336-AFD9948EC313}"/>
          </ac:spMkLst>
        </pc:spChg>
        <pc:spChg chg="add mod">
          <ac:chgData name="髙田　陽斗" userId="349aba5d-2d55-469e-b606-bfbbf5033a9d" providerId="ADAL" clId="{F75CD730-4B93-4946-A438-1D617634E6A9}" dt="2024-07-25T00:27:09.140" v="829"/>
          <ac:spMkLst>
            <pc:docMk/>
            <pc:sldMk cId="834045722" sldId="281"/>
            <ac:spMk id="16" creationId="{4D6DE090-1427-86BB-3444-8C9375052216}"/>
          </ac:spMkLst>
        </pc:spChg>
        <pc:spChg chg="add mod">
          <ac:chgData name="髙田　陽斗" userId="349aba5d-2d55-469e-b606-bfbbf5033a9d" providerId="ADAL" clId="{F75CD730-4B93-4946-A438-1D617634E6A9}" dt="2024-07-25T00:27:09.140" v="829"/>
          <ac:spMkLst>
            <pc:docMk/>
            <pc:sldMk cId="834045722" sldId="281"/>
            <ac:spMk id="17" creationId="{50401BAA-3CD1-5E52-6FB0-5159CEE7138D}"/>
          </ac:spMkLst>
        </pc:spChg>
        <pc:grpChg chg="add mod">
          <ac:chgData name="髙田　陽斗" userId="349aba5d-2d55-469e-b606-bfbbf5033a9d" providerId="ADAL" clId="{F75CD730-4B93-4946-A438-1D617634E6A9}" dt="2024-07-25T00:27:09.140" v="829"/>
          <ac:grpSpMkLst>
            <pc:docMk/>
            <pc:sldMk cId="834045722" sldId="281"/>
            <ac:grpSpMk id="2" creationId="{FDEE062C-C5C9-9E95-0A62-D19FB1884225}"/>
          </ac:grpSpMkLst>
        </pc:grpChg>
        <pc:grpChg chg="add mod">
          <ac:chgData name="髙田　陽斗" userId="349aba5d-2d55-469e-b606-bfbbf5033a9d" providerId="ADAL" clId="{F75CD730-4B93-4946-A438-1D617634E6A9}" dt="2024-07-25T00:27:09.140" v="829"/>
          <ac:grpSpMkLst>
            <pc:docMk/>
            <pc:sldMk cId="834045722" sldId="281"/>
            <ac:grpSpMk id="8" creationId="{A7B101B5-C5E8-B8B3-17D9-9794673BB2D5}"/>
          </ac:grpSpMkLst>
        </pc:grpChg>
        <pc:cxnChg chg="add mod">
          <ac:chgData name="髙田　陽斗" userId="349aba5d-2d55-469e-b606-bfbbf5033a9d" providerId="ADAL" clId="{F75CD730-4B93-4946-A438-1D617634E6A9}" dt="2024-07-25T00:27:09.140" v="829"/>
          <ac:cxnSpMkLst>
            <pc:docMk/>
            <pc:sldMk cId="834045722" sldId="281"/>
            <ac:cxnSpMk id="7" creationId="{0E06CBBB-8E50-0661-49F6-30165DB865AE}"/>
          </ac:cxnSpMkLst>
        </pc:cxnChg>
      </pc:sldChg>
      <pc:sldChg chg="addSp delSp modSp new mod ord modTransition delAnim modAnim">
        <pc:chgData name="髙田　陽斗" userId="349aba5d-2d55-469e-b606-bfbbf5033a9d" providerId="ADAL" clId="{F75CD730-4B93-4946-A438-1D617634E6A9}" dt="2024-07-26T01:31:38.574" v="5361"/>
        <pc:sldMkLst>
          <pc:docMk/>
          <pc:sldMk cId="544830120" sldId="282"/>
        </pc:sldMkLst>
        <pc:spChg chg="mod">
          <ac:chgData name="髙田　陽斗" userId="349aba5d-2d55-469e-b606-bfbbf5033a9d" providerId="ADAL" clId="{F75CD730-4B93-4946-A438-1D617634E6A9}" dt="2024-07-25T00:27:44.182" v="851"/>
          <ac:spMkLst>
            <pc:docMk/>
            <pc:sldMk cId="544830120" sldId="282"/>
            <ac:spMk id="4" creationId="{944C5CEB-5B7C-0B93-D8DC-312D3FE38E36}"/>
          </ac:spMkLst>
        </pc:spChg>
        <pc:spChg chg="mod">
          <ac:chgData name="髙田　陽斗" userId="349aba5d-2d55-469e-b606-bfbbf5033a9d" providerId="ADAL" clId="{F75CD730-4B93-4946-A438-1D617634E6A9}" dt="2024-07-25T00:27:44.182" v="851"/>
          <ac:spMkLst>
            <pc:docMk/>
            <pc:sldMk cId="544830120" sldId="282"/>
            <ac:spMk id="5" creationId="{A9C6CD66-D947-0713-B229-5A424FD8BE2C}"/>
          </ac:spMkLst>
        </pc:spChg>
        <pc:spChg chg="mod">
          <ac:chgData name="髙田　陽斗" userId="349aba5d-2d55-469e-b606-bfbbf5033a9d" providerId="ADAL" clId="{F75CD730-4B93-4946-A438-1D617634E6A9}" dt="2024-07-25T00:27:44.182" v="851"/>
          <ac:spMkLst>
            <pc:docMk/>
            <pc:sldMk cId="544830120" sldId="282"/>
            <ac:spMk id="6" creationId="{DC9016EE-1868-30E8-D1C4-CC7B0BA85316}"/>
          </ac:spMkLst>
        </pc:spChg>
        <pc:spChg chg="mod">
          <ac:chgData name="髙田　陽斗" userId="349aba5d-2d55-469e-b606-bfbbf5033a9d" providerId="ADAL" clId="{F75CD730-4B93-4946-A438-1D617634E6A9}" dt="2024-07-25T00:27:44.182" v="851"/>
          <ac:spMkLst>
            <pc:docMk/>
            <pc:sldMk cId="544830120" sldId="282"/>
            <ac:spMk id="7" creationId="{E4158EBC-19BB-CD52-2CCC-814AA51FCB0A}"/>
          </ac:spMkLst>
        </pc:spChg>
        <pc:spChg chg="add del mod">
          <ac:chgData name="髙田　陽斗" userId="349aba5d-2d55-469e-b606-bfbbf5033a9d" providerId="ADAL" clId="{F75CD730-4B93-4946-A438-1D617634E6A9}" dt="2024-07-25T00:28:35.221" v="878" actId="478"/>
          <ac:spMkLst>
            <pc:docMk/>
            <pc:sldMk cId="544830120" sldId="282"/>
            <ac:spMk id="8" creationId="{4084D384-41F3-6173-5388-8EF32E2DCBCB}"/>
          </ac:spMkLst>
        </pc:spChg>
        <pc:spChg chg="mod">
          <ac:chgData name="髙田　陽斗" userId="349aba5d-2d55-469e-b606-bfbbf5033a9d" providerId="ADAL" clId="{F75CD730-4B93-4946-A438-1D617634E6A9}" dt="2024-07-25T00:27:44.182" v="851"/>
          <ac:spMkLst>
            <pc:docMk/>
            <pc:sldMk cId="544830120" sldId="282"/>
            <ac:spMk id="10" creationId="{17097B71-FD8A-8BAE-76CA-4B15B7287AED}"/>
          </ac:spMkLst>
        </pc:spChg>
        <pc:spChg chg="mod">
          <ac:chgData name="髙田　陽斗" userId="349aba5d-2d55-469e-b606-bfbbf5033a9d" providerId="ADAL" clId="{F75CD730-4B93-4946-A438-1D617634E6A9}" dt="2024-07-25T00:27:44.182" v="851"/>
          <ac:spMkLst>
            <pc:docMk/>
            <pc:sldMk cId="544830120" sldId="282"/>
            <ac:spMk id="11" creationId="{FA1204A6-1497-BA78-1929-C20502007A83}"/>
          </ac:spMkLst>
        </pc:spChg>
        <pc:spChg chg="add del mod">
          <ac:chgData name="髙田　陽斗" userId="349aba5d-2d55-469e-b606-bfbbf5033a9d" providerId="ADAL" clId="{F75CD730-4B93-4946-A438-1D617634E6A9}" dt="2024-07-25T00:28:35.221" v="878" actId="478"/>
          <ac:spMkLst>
            <pc:docMk/>
            <pc:sldMk cId="544830120" sldId="282"/>
            <ac:spMk id="12" creationId="{36A41E1C-DD22-10DE-CC77-DF34D31C973B}"/>
          </ac:spMkLst>
        </pc:spChg>
        <pc:spChg chg="add del mod">
          <ac:chgData name="髙田　陽斗" userId="349aba5d-2d55-469e-b606-bfbbf5033a9d" providerId="ADAL" clId="{F75CD730-4B93-4946-A438-1D617634E6A9}" dt="2024-07-25T00:28:35.221" v="878" actId="478"/>
          <ac:spMkLst>
            <pc:docMk/>
            <pc:sldMk cId="544830120" sldId="282"/>
            <ac:spMk id="13" creationId="{F9C32DDE-9CCA-A21D-E342-1E60BAEC7AE2}"/>
          </ac:spMkLst>
        </pc:spChg>
        <pc:spChg chg="add del mod">
          <ac:chgData name="髙田　陽斗" userId="349aba5d-2d55-469e-b606-bfbbf5033a9d" providerId="ADAL" clId="{F75CD730-4B93-4946-A438-1D617634E6A9}" dt="2024-07-25T00:28:35.221" v="878" actId="478"/>
          <ac:spMkLst>
            <pc:docMk/>
            <pc:sldMk cId="544830120" sldId="282"/>
            <ac:spMk id="16" creationId="{B7F6BC10-0DB2-7E65-4731-E7406912AB4D}"/>
          </ac:spMkLst>
        </pc:spChg>
        <pc:spChg chg="add del mod">
          <ac:chgData name="髙田　陽斗" userId="349aba5d-2d55-469e-b606-bfbbf5033a9d" providerId="ADAL" clId="{F75CD730-4B93-4946-A438-1D617634E6A9}" dt="2024-07-25T00:28:35.221" v="878" actId="478"/>
          <ac:spMkLst>
            <pc:docMk/>
            <pc:sldMk cId="544830120" sldId="282"/>
            <ac:spMk id="18" creationId="{1AEC7EB9-B47C-A6D4-1C30-8328F3988C69}"/>
          </ac:spMkLst>
        </pc:spChg>
        <pc:spChg chg="add del mod">
          <ac:chgData name="髙田　陽斗" userId="349aba5d-2d55-469e-b606-bfbbf5033a9d" providerId="ADAL" clId="{F75CD730-4B93-4946-A438-1D617634E6A9}" dt="2024-07-25T00:28:35.221" v="878" actId="478"/>
          <ac:spMkLst>
            <pc:docMk/>
            <pc:sldMk cId="544830120" sldId="282"/>
            <ac:spMk id="19" creationId="{54C707B8-E33E-25A4-CDCA-3AD3B7CAA466}"/>
          </ac:spMkLst>
        </pc:spChg>
        <pc:spChg chg="add del mod">
          <ac:chgData name="髙田　陽斗" userId="349aba5d-2d55-469e-b606-bfbbf5033a9d" providerId="ADAL" clId="{F75CD730-4B93-4946-A438-1D617634E6A9}" dt="2024-07-25T00:28:35.221" v="878" actId="478"/>
          <ac:spMkLst>
            <pc:docMk/>
            <pc:sldMk cId="544830120" sldId="282"/>
            <ac:spMk id="20" creationId="{147A20FF-EE35-2D14-C7FD-A469702C44C1}"/>
          </ac:spMkLst>
        </pc:spChg>
        <pc:spChg chg="add del mod">
          <ac:chgData name="髙田　陽斗" userId="349aba5d-2d55-469e-b606-bfbbf5033a9d" providerId="ADAL" clId="{F75CD730-4B93-4946-A438-1D617634E6A9}" dt="2024-07-25T00:28:35.221" v="878" actId="478"/>
          <ac:spMkLst>
            <pc:docMk/>
            <pc:sldMk cId="544830120" sldId="282"/>
            <ac:spMk id="22" creationId="{5269D520-EF80-139A-EC4D-D2FCCD00F177}"/>
          </ac:spMkLst>
        </pc:spChg>
        <pc:spChg chg="add del mod">
          <ac:chgData name="髙田　陽斗" userId="349aba5d-2d55-469e-b606-bfbbf5033a9d" providerId="ADAL" clId="{F75CD730-4B93-4946-A438-1D617634E6A9}" dt="2024-07-25T00:28:35.221" v="878" actId="478"/>
          <ac:spMkLst>
            <pc:docMk/>
            <pc:sldMk cId="544830120" sldId="282"/>
            <ac:spMk id="23" creationId="{0F51C6A9-B406-74C8-5470-054E9EF4B199}"/>
          </ac:spMkLst>
        </pc:spChg>
        <pc:spChg chg="add del mod">
          <ac:chgData name="髙田　陽斗" userId="349aba5d-2d55-469e-b606-bfbbf5033a9d" providerId="ADAL" clId="{F75CD730-4B93-4946-A438-1D617634E6A9}" dt="2024-07-25T00:28:35.221" v="878" actId="478"/>
          <ac:spMkLst>
            <pc:docMk/>
            <pc:sldMk cId="544830120" sldId="282"/>
            <ac:spMk id="24" creationId="{AFADEE6E-8E53-4D94-2720-4111466AFFAF}"/>
          </ac:spMkLst>
        </pc:spChg>
        <pc:spChg chg="mod">
          <ac:chgData name="髙田　陽斗" userId="349aba5d-2d55-469e-b606-bfbbf5033a9d" providerId="ADAL" clId="{F75CD730-4B93-4946-A438-1D617634E6A9}" dt="2024-07-25T00:28:35.677" v="879"/>
          <ac:spMkLst>
            <pc:docMk/>
            <pc:sldMk cId="544830120" sldId="282"/>
            <ac:spMk id="27" creationId="{8F5EB11C-340B-AFCF-7010-4DAC8FCA9C09}"/>
          </ac:spMkLst>
        </pc:spChg>
        <pc:spChg chg="mod">
          <ac:chgData name="髙田　陽斗" userId="349aba5d-2d55-469e-b606-bfbbf5033a9d" providerId="ADAL" clId="{F75CD730-4B93-4946-A438-1D617634E6A9}" dt="2024-07-25T00:28:35.677" v="879"/>
          <ac:spMkLst>
            <pc:docMk/>
            <pc:sldMk cId="544830120" sldId="282"/>
            <ac:spMk id="28" creationId="{1FAC2305-9873-3DF6-B4CE-C46F64B59010}"/>
          </ac:spMkLst>
        </pc:spChg>
        <pc:spChg chg="mod">
          <ac:chgData name="髙田　陽斗" userId="349aba5d-2d55-469e-b606-bfbbf5033a9d" providerId="ADAL" clId="{F75CD730-4B93-4946-A438-1D617634E6A9}" dt="2024-07-25T00:28:35.677" v="879"/>
          <ac:spMkLst>
            <pc:docMk/>
            <pc:sldMk cId="544830120" sldId="282"/>
            <ac:spMk id="29" creationId="{8478760F-5D4C-BB7B-7024-0EA08F208AB2}"/>
          </ac:spMkLst>
        </pc:spChg>
        <pc:spChg chg="mod">
          <ac:chgData name="髙田　陽斗" userId="349aba5d-2d55-469e-b606-bfbbf5033a9d" providerId="ADAL" clId="{F75CD730-4B93-4946-A438-1D617634E6A9}" dt="2024-07-25T00:28:35.677" v="879"/>
          <ac:spMkLst>
            <pc:docMk/>
            <pc:sldMk cId="544830120" sldId="282"/>
            <ac:spMk id="30" creationId="{E76CB642-3B79-BEE6-97D7-5C283BF9D3F1}"/>
          </ac:spMkLst>
        </pc:spChg>
        <pc:spChg chg="add mod">
          <ac:chgData name="髙田　陽斗" userId="349aba5d-2d55-469e-b606-bfbbf5033a9d" providerId="ADAL" clId="{F75CD730-4B93-4946-A438-1D617634E6A9}" dt="2024-07-25T00:28:35.677" v="879"/>
          <ac:spMkLst>
            <pc:docMk/>
            <pc:sldMk cId="544830120" sldId="282"/>
            <ac:spMk id="31" creationId="{FAE0523C-92A8-676A-B46E-D7946EFE731E}"/>
          </ac:spMkLst>
        </pc:spChg>
        <pc:spChg chg="mod">
          <ac:chgData name="髙田　陽斗" userId="349aba5d-2d55-469e-b606-bfbbf5033a9d" providerId="ADAL" clId="{F75CD730-4B93-4946-A438-1D617634E6A9}" dt="2024-07-25T00:28:35.677" v="879"/>
          <ac:spMkLst>
            <pc:docMk/>
            <pc:sldMk cId="544830120" sldId="282"/>
            <ac:spMk id="33" creationId="{D7652593-5FBD-08E0-2A60-222170658C5C}"/>
          </ac:spMkLst>
        </pc:spChg>
        <pc:spChg chg="mod">
          <ac:chgData name="髙田　陽斗" userId="349aba5d-2d55-469e-b606-bfbbf5033a9d" providerId="ADAL" clId="{F75CD730-4B93-4946-A438-1D617634E6A9}" dt="2024-07-25T00:28:35.677" v="879"/>
          <ac:spMkLst>
            <pc:docMk/>
            <pc:sldMk cId="544830120" sldId="282"/>
            <ac:spMk id="34" creationId="{9D1E5DF8-67C0-E987-9D42-3D2F05BEDC12}"/>
          </ac:spMkLst>
        </pc:spChg>
        <pc:spChg chg="add mod">
          <ac:chgData name="髙田　陽斗" userId="349aba5d-2d55-469e-b606-bfbbf5033a9d" providerId="ADAL" clId="{F75CD730-4B93-4946-A438-1D617634E6A9}" dt="2024-07-25T00:28:35.677" v="879"/>
          <ac:spMkLst>
            <pc:docMk/>
            <pc:sldMk cId="544830120" sldId="282"/>
            <ac:spMk id="35" creationId="{99054B16-644C-06F4-C0D4-3E73BD7CC733}"/>
          </ac:spMkLst>
        </pc:spChg>
        <pc:spChg chg="add mod">
          <ac:chgData name="髙田　陽斗" userId="349aba5d-2d55-469e-b606-bfbbf5033a9d" providerId="ADAL" clId="{F75CD730-4B93-4946-A438-1D617634E6A9}" dt="2024-07-25T00:28:35.677" v="879"/>
          <ac:spMkLst>
            <pc:docMk/>
            <pc:sldMk cId="544830120" sldId="282"/>
            <ac:spMk id="36" creationId="{CF922D33-CD89-55D8-1AF7-42ED8BFE6600}"/>
          </ac:spMkLst>
        </pc:spChg>
        <pc:spChg chg="add del mod">
          <ac:chgData name="髙田　陽斗" userId="349aba5d-2d55-469e-b606-bfbbf5033a9d" providerId="ADAL" clId="{F75CD730-4B93-4946-A438-1D617634E6A9}" dt="2024-07-25T00:29:00.111" v="882" actId="478"/>
          <ac:spMkLst>
            <pc:docMk/>
            <pc:sldMk cId="544830120" sldId="282"/>
            <ac:spMk id="39" creationId="{98EBC527-BDDB-A214-8EE3-B3A7C80AE54E}"/>
          </ac:spMkLst>
        </pc:spChg>
        <pc:spChg chg="add mod">
          <ac:chgData name="髙田　陽斗" userId="349aba5d-2d55-469e-b606-bfbbf5033a9d" providerId="ADAL" clId="{F75CD730-4B93-4946-A438-1D617634E6A9}" dt="2024-07-25T00:28:35.677" v="879"/>
          <ac:spMkLst>
            <pc:docMk/>
            <pc:sldMk cId="544830120" sldId="282"/>
            <ac:spMk id="41" creationId="{5A84A7C4-EAFB-362B-A7DF-D325D0795CBA}"/>
          </ac:spMkLst>
        </pc:spChg>
        <pc:spChg chg="add del mod">
          <ac:chgData name="髙田　陽斗" userId="349aba5d-2d55-469e-b606-bfbbf5033a9d" providerId="ADAL" clId="{F75CD730-4B93-4946-A438-1D617634E6A9}" dt="2024-07-25T00:28:56.658" v="881" actId="478"/>
          <ac:spMkLst>
            <pc:docMk/>
            <pc:sldMk cId="544830120" sldId="282"/>
            <ac:spMk id="42" creationId="{E18E1680-FD96-987A-C4BE-611B0C50392B}"/>
          </ac:spMkLst>
        </pc:spChg>
        <pc:spChg chg="add mod">
          <ac:chgData name="髙田　陽斗" userId="349aba5d-2d55-469e-b606-bfbbf5033a9d" providerId="ADAL" clId="{F75CD730-4B93-4946-A438-1D617634E6A9}" dt="2024-07-25T00:28:35.677" v="879"/>
          <ac:spMkLst>
            <pc:docMk/>
            <pc:sldMk cId="544830120" sldId="282"/>
            <ac:spMk id="43" creationId="{A3ADEB8E-6B65-5AF6-C785-EFBC4D2F6CC2}"/>
          </ac:spMkLst>
        </pc:spChg>
        <pc:spChg chg="add mod">
          <ac:chgData name="髙田　陽斗" userId="349aba5d-2d55-469e-b606-bfbbf5033a9d" providerId="ADAL" clId="{F75CD730-4B93-4946-A438-1D617634E6A9}" dt="2024-07-25T00:28:35.677" v="879"/>
          <ac:spMkLst>
            <pc:docMk/>
            <pc:sldMk cId="544830120" sldId="282"/>
            <ac:spMk id="44" creationId="{55D59A4F-A1EA-9BCB-088F-16EE77F3A94F}"/>
          </ac:spMkLst>
        </pc:spChg>
        <pc:spChg chg="add mod">
          <ac:chgData name="髙田　陽斗" userId="349aba5d-2d55-469e-b606-bfbbf5033a9d" providerId="ADAL" clId="{F75CD730-4B93-4946-A438-1D617634E6A9}" dt="2024-07-25T00:29:25.628" v="884" actId="1076"/>
          <ac:spMkLst>
            <pc:docMk/>
            <pc:sldMk cId="544830120" sldId="282"/>
            <ac:spMk id="45" creationId="{43C4AA36-4870-D137-39AF-DA5567C2563C}"/>
          </ac:spMkLst>
        </pc:spChg>
        <pc:spChg chg="add mod">
          <ac:chgData name="髙田　陽斗" userId="349aba5d-2d55-469e-b606-bfbbf5033a9d" providerId="ADAL" clId="{F75CD730-4B93-4946-A438-1D617634E6A9}" dt="2024-07-25T00:29:25.628" v="884" actId="1076"/>
          <ac:spMkLst>
            <pc:docMk/>
            <pc:sldMk cId="544830120" sldId="282"/>
            <ac:spMk id="47" creationId="{FEFB4738-DE0C-A162-A163-E90826FC9140}"/>
          </ac:spMkLst>
        </pc:spChg>
        <pc:spChg chg="add mod">
          <ac:chgData name="髙田　陽斗" userId="349aba5d-2d55-469e-b606-bfbbf5033a9d" providerId="ADAL" clId="{F75CD730-4B93-4946-A438-1D617634E6A9}" dt="2024-07-25T00:28:35.677" v="879"/>
          <ac:spMkLst>
            <pc:docMk/>
            <pc:sldMk cId="544830120" sldId="282"/>
            <ac:spMk id="48" creationId="{50DB4EC1-0F8D-370A-292A-0FBBC491C328}"/>
          </ac:spMkLst>
        </pc:spChg>
        <pc:spChg chg="add del mod">
          <ac:chgData name="髙田　陽斗" userId="349aba5d-2d55-469e-b606-bfbbf5033a9d" providerId="ADAL" clId="{F75CD730-4B93-4946-A438-1D617634E6A9}" dt="2024-07-25T00:29:28.734" v="885" actId="478"/>
          <ac:spMkLst>
            <pc:docMk/>
            <pc:sldMk cId="544830120" sldId="282"/>
            <ac:spMk id="49" creationId="{DE077378-A709-3D7B-A3BA-A15634BB94CD}"/>
          </ac:spMkLst>
        </pc:spChg>
        <pc:spChg chg="add del mod">
          <ac:chgData name="髙田　陽斗" userId="349aba5d-2d55-469e-b606-bfbbf5033a9d" providerId="ADAL" clId="{F75CD730-4B93-4946-A438-1D617634E6A9}" dt="2024-07-25T00:28:42" v="880" actId="478"/>
          <ac:spMkLst>
            <pc:docMk/>
            <pc:sldMk cId="544830120" sldId="282"/>
            <ac:spMk id="50" creationId="{A7D6703B-6585-6A50-3EF7-77C68B00B9B2}"/>
          </ac:spMkLst>
        </pc:spChg>
        <pc:grpChg chg="add del mod">
          <ac:chgData name="髙田　陽斗" userId="349aba5d-2d55-469e-b606-bfbbf5033a9d" providerId="ADAL" clId="{F75CD730-4B93-4946-A438-1D617634E6A9}" dt="2024-07-25T00:28:35.221" v="878" actId="478"/>
          <ac:grpSpMkLst>
            <pc:docMk/>
            <pc:sldMk cId="544830120" sldId="282"/>
            <ac:grpSpMk id="3" creationId="{D370ED57-1973-6B40-640A-4533C3EF72F1}"/>
          </ac:grpSpMkLst>
        </pc:grpChg>
        <pc:grpChg chg="add del mod">
          <ac:chgData name="髙田　陽斗" userId="349aba5d-2d55-469e-b606-bfbbf5033a9d" providerId="ADAL" clId="{F75CD730-4B93-4946-A438-1D617634E6A9}" dt="2024-07-25T00:28:35.221" v="878" actId="478"/>
          <ac:grpSpMkLst>
            <pc:docMk/>
            <pc:sldMk cId="544830120" sldId="282"/>
            <ac:grpSpMk id="9" creationId="{ECA0D612-46A6-3923-A107-EA9BBE2B16A3}"/>
          </ac:grpSpMkLst>
        </pc:grpChg>
        <pc:grpChg chg="add mod">
          <ac:chgData name="髙田　陽斗" userId="349aba5d-2d55-469e-b606-bfbbf5033a9d" providerId="ADAL" clId="{F75CD730-4B93-4946-A438-1D617634E6A9}" dt="2024-07-25T00:28:35.677" v="879"/>
          <ac:grpSpMkLst>
            <pc:docMk/>
            <pc:sldMk cId="544830120" sldId="282"/>
            <ac:grpSpMk id="26" creationId="{556188D3-0C49-6D03-F3E6-936DA5759598}"/>
          </ac:grpSpMkLst>
        </pc:grpChg>
        <pc:grpChg chg="add mod">
          <ac:chgData name="髙田　陽斗" userId="349aba5d-2d55-469e-b606-bfbbf5033a9d" providerId="ADAL" clId="{F75CD730-4B93-4946-A438-1D617634E6A9}" dt="2024-07-25T00:28:35.677" v="879"/>
          <ac:grpSpMkLst>
            <pc:docMk/>
            <pc:sldMk cId="544830120" sldId="282"/>
            <ac:grpSpMk id="32" creationId="{D6C660DA-657F-EDD0-8D31-68877F86EE2C}"/>
          </ac:grpSpMkLst>
        </pc:grpChg>
        <pc:cxnChg chg="add del mod">
          <ac:chgData name="髙田　陽斗" userId="349aba5d-2d55-469e-b606-bfbbf5033a9d" providerId="ADAL" clId="{F75CD730-4B93-4946-A438-1D617634E6A9}" dt="2024-07-25T00:28:35.221" v="878" actId="478"/>
          <ac:cxnSpMkLst>
            <pc:docMk/>
            <pc:sldMk cId="544830120" sldId="282"/>
            <ac:cxnSpMk id="2" creationId="{213F5A28-8552-1997-78FC-B210BC166173}"/>
          </ac:cxnSpMkLst>
        </pc:cxnChg>
        <pc:cxnChg chg="add del mod">
          <ac:chgData name="髙田　陽斗" userId="349aba5d-2d55-469e-b606-bfbbf5033a9d" providerId="ADAL" clId="{F75CD730-4B93-4946-A438-1D617634E6A9}" dt="2024-07-25T00:28:35.221" v="878" actId="478"/>
          <ac:cxnSpMkLst>
            <pc:docMk/>
            <pc:sldMk cId="544830120" sldId="282"/>
            <ac:cxnSpMk id="14" creationId="{EC6654B6-C512-0254-1156-520966C23257}"/>
          </ac:cxnSpMkLst>
        </pc:cxnChg>
        <pc:cxnChg chg="add del mod">
          <ac:chgData name="髙田　陽斗" userId="349aba5d-2d55-469e-b606-bfbbf5033a9d" providerId="ADAL" clId="{F75CD730-4B93-4946-A438-1D617634E6A9}" dt="2024-07-25T00:28:35.221" v="878" actId="478"/>
          <ac:cxnSpMkLst>
            <pc:docMk/>
            <pc:sldMk cId="544830120" sldId="282"/>
            <ac:cxnSpMk id="15" creationId="{DF837EA1-4AC0-7C80-B50A-83C3D0060024}"/>
          </ac:cxnSpMkLst>
        </pc:cxnChg>
        <pc:cxnChg chg="add del mod">
          <ac:chgData name="髙田　陽斗" userId="349aba5d-2d55-469e-b606-bfbbf5033a9d" providerId="ADAL" clId="{F75CD730-4B93-4946-A438-1D617634E6A9}" dt="2024-07-25T00:28:35.221" v="878" actId="478"/>
          <ac:cxnSpMkLst>
            <pc:docMk/>
            <pc:sldMk cId="544830120" sldId="282"/>
            <ac:cxnSpMk id="17" creationId="{0DE977A9-2D97-D0F3-2C35-AEB2F6F11355}"/>
          </ac:cxnSpMkLst>
        </pc:cxnChg>
        <pc:cxnChg chg="add del mod">
          <ac:chgData name="髙田　陽斗" userId="349aba5d-2d55-469e-b606-bfbbf5033a9d" providerId="ADAL" clId="{F75CD730-4B93-4946-A438-1D617634E6A9}" dt="2024-07-25T00:28:35.221" v="878" actId="478"/>
          <ac:cxnSpMkLst>
            <pc:docMk/>
            <pc:sldMk cId="544830120" sldId="282"/>
            <ac:cxnSpMk id="21" creationId="{16AC848C-0477-7FC2-2F87-E7EFF2EDC359}"/>
          </ac:cxnSpMkLst>
        </pc:cxnChg>
        <pc:cxnChg chg="add mod">
          <ac:chgData name="髙田　陽斗" userId="349aba5d-2d55-469e-b606-bfbbf5033a9d" providerId="ADAL" clId="{F75CD730-4B93-4946-A438-1D617634E6A9}" dt="2024-07-25T00:28:35.677" v="879"/>
          <ac:cxnSpMkLst>
            <pc:docMk/>
            <pc:sldMk cId="544830120" sldId="282"/>
            <ac:cxnSpMk id="25" creationId="{58ECB6B2-7616-0522-80FF-E4C37F31AC08}"/>
          </ac:cxnSpMkLst>
        </pc:cxnChg>
        <pc:cxnChg chg="add mod">
          <ac:chgData name="髙田　陽斗" userId="349aba5d-2d55-469e-b606-bfbbf5033a9d" providerId="ADAL" clId="{F75CD730-4B93-4946-A438-1D617634E6A9}" dt="2024-07-25T00:28:35.677" v="879"/>
          <ac:cxnSpMkLst>
            <pc:docMk/>
            <pc:sldMk cId="544830120" sldId="282"/>
            <ac:cxnSpMk id="37" creationId="{D4EEED17-FBDE-86BF-72B4-4F9605E3638A}"/>
          </ac:cxnSpMkLst>
        </pc:cxnChg>
        <pc:cxnChg chg="add mod">
          <ac:chgData name="髙田　陽斗" userId="349aba5d-2d55-469e-b606-bfbbf5033a9d" providerId="ADAL" clId="{F75CD730-4B93-4946-A438-1D617634E6A9}" dt="2024-07-25T00:28:35.677" v="879"/>
          <ac:cxnSpMkLst>
            <pc:docMk/>
            <pc:sldMk cId="544830120" sldId="282"/>
            <ac:cxnSpMk id="38" creationId="{B3EE92CE-F510-1103-992D-D6461EA068AC}"/>
          </ac:cxnSpMkLst>
        </pc:cxnChg>
        <pc:cxnChg chg="add del mod">
          <ac:chgData name="髙田　陽斗" userId="349aba5d-2d55-469e-b606-bfbbf5033a9d" providerId="ADAL" clId="{F75CD730-4B93-4946-A438-1D617634E6A9}" dt="2024-07-25T00:29:32.013" v="886" actId="478"/>
          <ac:cxnSpMkLst>
            <pc:docMk/>
            <pc:sldMk cId="544830120" sldId="282"/>
            <ac:cxnSpMk id="40" creationId="{F53A07A0-D37E-E373-E235-22075759D70C}"/>
          </ac:cxnSpMkLst>
        </pc:cxnChg>
        <pc:cxnChg chg="add mod">
          <ac:chgData name="髙田　陽斗" userId="349aba5d-2d55-469e-b606-bfbbf5033a9d" providerId="ADAL" clId="{F75CD730-4B93-4946-A438-1D617634E6A9}" dt="2024-07-25T00:29:25.628" v="884" actId="1076"/>
          <ac:cxnSpMkLst>
            <pc:docMk/>
            <pc:sldMk cId="544830120" sldId="282"/>
            <ac:cxnSpMk id="46" creationId="{7AD69CE4-C249-7E62-91D4-1515D34E050B}"/>
          </ac:cxnSpMkLst>
        </pc:cxnChg>
      </pc:sldChg>
      <pc:sldChg chg="addSp delSp modSp new mod modTransition addAnim delAnim modAnim">
        <pc:chgData name="髙田　陽斗" userId="349aba5d-2d55-469e-b606-bfbbf5033a9d" providerId="ADAL" clId="{F75CD730-4B93-4946-A438-1D617634E6A9}" dt="2024-07-26T01:28:20.717" v="5343"/>
        <pc:sldMkLst>
          <pc:docMk/>
          <pc:sldMk cId="3026854555" sldId="283"/>
        </pc:sldMkLst>
        <pc:spChg chg="add del mod">
          <ac:chgData name="髙田　陽斗" userId="349aba5d-2d55-469e-b606-bfbbf5033a9d" providerId="ADAL" clId="{F75CD730-4B93-4946-A438-1D617634E6A9}" dt="2024-07-26T00:34:31.340" v="4831" actId="478"/>
          <ac:spMkLst>
            <pc:docMk/>
            <pc:sldMk cId="3026854555" sldId="283"/>
            <ac:spMk id="2" creationId="{B12BDF5B-1412-B860-2C4A-3D4AD17F4074}"/>
          </ac:spMkLst>
        </pc:spChg>
        <pc:spChg chg="add del mod">
          <ac:chgData name="髙田　陽斗" userId="349aba5d-2d55-469e-b606-bfbbf5033a9d" providerId="ADAL" clId="{F75CD730-4B93-4946-A438-1D617634E6A9}" dt="2024-07-26T00:34:31.340" v="4831" actId="478"/>
          <ac:spMkLst>
            <pc:docMk/>
            <pc:sldMk cId="3026854555" sldId="283"/>
            <ac:spMk id="3" creationId="{A32D4C19-6FAA-327C-9FD7-99F88D346947}"/>
          </ac:spMkLst>
        </pc:spChg>
        <pc:spChg chg="add del mod">
          <ac:chgData name="髙田　陽斗" userId="349aba5d-2d55-469e-b606-bfbbf5033a9d" providerId="ADAL" clId="{F75CD730-4B93-4946-A438-1D617634E6A9}" dt="2024-07-26T00:34:31.340" v="4831" actId="478"/>
          <ac:spMkLst>
            <pc:docMk/>
            <pc:sldMk cId="3026854555" sldId="283"/>
            <ac:spMk id="4" creationId="{524D6C9C-74BE-9D6D-7D45-1322BF3857F0}"/>
          </ac:spMkLst>
        </pc:spChg>
        <pc:spChg chg="add del mod">
          <ac:chgData name="髙田　陽斗" userId="349aba5d-2d55-469e-b606-bfbbf5033a9d" providerId="ADAL" clId="{F75CD730-4B93-4946-A438-1D617634E6A9}" dt="2024-07-26T00:34:31.340" v="4831" actId="478"/>
          <ac:spMkLst>
            <pc:docMk/>
            <pc:sldMk cId="3026854555" sldId="283"/>
            <ac:spMk id="5" creationId="{B36935BD-6A0D-3D12-A9CC-A80EFC940394}"/>
          </ac:spMkLst>
        </pc:spChg>
        <pc:spChg chg="add del mod">
          <ac:chgData name="髙田　陽斗" userId="349aba5d-2d55-469e-b606-bfbbf5033a9d" providerId="ADAL" clId="{F75CD730-4B93-4946-A438-1D617634E6A9}" dt="2024-07-26T00:34:31.340" v="4831" actId="478"/>
          <ac:spMkLst>
            <pc:docMk/>
            <pc:sldMk cId="3026854555" sldId="283"/>
            <ac:spMk id="6" creationId="{F6EE3456-321D-AFCC-F1B9-3678695BE94B}"/>
          </ac:spMkLst>
        </pc:spChg>
        <pc:spChg chg="add del mod">
          <ac:chgData name="髙田　陽斗" userId="349aba5d-2d55-469e-b606-bfbbf5033a9d" providerId="ADAL" clId="{F75CD730-4B93-4946-A438-1D617634E6A9}" dt="2024-07-26T00:34:31.340" v="4831" actId="478"/>
          <ac:spMkLst>
            <pc:docMk/>
            <pc:sldMk cId="3026854555" sldId="283"/>
            <ac:spMk id="7" creationId="{84447A0B-E1AB-84D6-93E7-D3F137C6E88B}"/>
          </ac:spMkLst>
        </pc:spChg>
        <pc:spChg chg="add del mod">
          <ac:chgData name="髙田　陽斗" userId="349aba5d-2d55-469e-b606-bfbbf5033a9d" providerId="ADAL" clId="{F75CD730-4B93-4946-A438-1D617634E6A9}" dt="2024-07-26T00:34:31.340" v="4831" actId="478"/>
          <ac:spMkLst>
            <pc:docMk/>
            <pc:sldMk cId="3026854555" sldId="283"/>
            <ac:spMk id="8" creationId="{15C134A1-64F1-E7CA-726D-E06E27524842}"/>
          </ac:spMkLst>
        </pc:spChg>
        <pc:spChg chg="add del mod">
          <ac:chgData name="髙田　陽斗" userId="349aba5d-2d55-469e-b606-bfbbf5033a9d" providerId="ADAL" clId="{F75CD730-4B93-4946-A438-1D617634E6A9}" dt="2024-07-26T00:34:31.340" v="4831" actId="478"/>
          <ac:spMkLst>
            <pc:docMk/>
            <pc:sldMk cId="3026854555" sldId="283"/>
            <ac:spMk id="9" creationId="{E3F4F828-8E42-C210-E770-344AF1B27460}"/>
          </ac:spMkLst>
        </pc:spChg>
        <pc:spChg chg="add del mod">
          <ac:chgData name="髙田　陽斗" userId="349aba5d-2d55-469e-b606-bfbbf5033a9d" providerId="ADAL" clId="{F75CD730-4B93-4946-A438-1D617634E6A9}" dt="2024-07-26T00:34:31.340" v="4831" actId="478"/>
          <ac:spMkLst>
            <pc:docMk/>
            <pc:sldMk cId="3026854555" sldId="283"/>
            <ac:spMk id="10" creationId="{E3572922-D070-22CE-F71F-F0A33C8B140F}"/>
          </ac:spMkLst>
        </pc:spChg>
        <pc:spChg chg="add del mod">
          <ac:chgData name="髙田　陽斗" userId="349aba5d-2d55-469e-b606-bfbbf5033a9d" providerId="ADAL" clId="{F75CD730-4B93-4946-A438-1D617634E6A9}" dt="2024-07-26T00:34:31.340" v="4831" actId="478"/>
          <ac:spMkLst>
            <pc:docMk/>
            <pc:sldMk cId="3026854555" sldId="283"/>
            <ac:spMk id="11" creationId="{F56D21D8-A291-9CBB-6426-1ECA2C73ED7C}"/>
          </ac:spMkLst>
        </pc:spChg>
        <pc:spChg chg="add del mod">
          <ac:chgData name="髙田　陽斗" userId="349aba5d-2d55-469e-b606-bfbbf5033a9d" providerId="ADAL" clId="{F75CD730-4B93-4946-A438-1D617634E6A9}" dt="2024-07-26T00:34:31.340" v="4831" actId="478"/>
          <ac:spMkLst>
            <pc:docMk/>
            <pc:sldMk cId="3026854555" sldId="283"/>
            <ac:spMk id="12" creationId="{1705D6AB-6ADC-AE57-FDDA-F44EE4631DB2}"/>
          </ac:spMkLst>
        </pc:spChg>
        <pc:spChg chg="mod">
          <ac:chgData name="髙田　陽斗" userId="349aba5d-2d55-469e-b606-bfbbf5033a9d" providerId="ADAL" clId="{F75CD730-4B93-4946-A438-1D617634E6A9}" dt="2024-07-25T00:30:19.378" v="888"/>
          <ac:spMkLst>
            <pc:docMk/>
            <pc:sldMk cId="3026854555" sldId="283"/>
            <ac:spMk id="14" creationId="{D406CF11-F64D-2481-81B5-2AF7A84CF213}"/>
          </ac:spMkLst>
        </pc:spChg>
        <pc:spChg chg="mod">
          <ac:chgData name="髙田　陽斗" userId="349aba5d-2d55-469e-b606-bfbbf5033a9d" providerId="ADAL" clId="{F75CD730-4B93-4946-A438-1D617634E6A9}" dt="2024-07-25T00:30:19.378" v="888"/>
          <ac:spMkLst>
            <pc:docMk/>
            <pc:sldMk cId="3026854555" sldId="283"/>
            <ac:spMk id="15" creationId="{2C722CBC-AF90-3C57-344B-C9B8AB51EDE2}"/>
          </ac:spMkLst>
        </pc:spChg>
        <pc:spChg chg="mod">
          <ac:chgData name="髙田　陽斗" userId="349aba5d-2d55-469e-b606-bfbbf5033a9d" providerId="ADAL" clId="{F75CD730-4B93-4946-A438-1D617634E6A9}" dt="2024-07-25T00:30:19.378" v="888"/>
          <ac:spMkLst>
            <pc:docMk/>
            <pc:sldMk cId="3026854555" sldId="283"/>
            <ac:spMk id="16" creationId="{528C338C-6C2D-0E28-B6CF-90D115DB3DE3}"/>
          </ac:spMkLst>
        </pc:spChg>
        <pc:spChg chg="mod">
          <ac:chgData name="髙田　陽斗" userId="349aba5d-2d55-469e-b606-bfbbf5033a9d" providerId="ADAL" clId="{F75CD730-4B93-4946-A438-1D617634E6A9}" dt="2024-07-25T00:30:19.378" v="888"/>
          <ac:spMkLst>
            <pc:docMk/>
            <pc:sldMk cId="3026854555" sldId="283"/>
            <ac:spMk id="17" creationId="{51EBD9A0-A8AA-37D9-754A-9D581209AD98}"/>
          </ac:spMkLst>
        </pc:spChg>
        <pc:spChg chg="add del mod">
          <ac:chgData name="髙田　陽斗" userId="349aba5d-2d55-469e-b606-bfbbf5033a9d" providerId="ADAL" clId="{F75CD730-4B93-4946-A438-1D617634E6A9}" dt="2024-07-26T00:34:31.340" v="4831" actId="478"/>
          <ac:spMkLst>
            <pc:docMk/>
            <pc:sldMk cId="3026854555" sldId="283"/>
            <ac:spMk id="18" creationId="{E71794F9-3393-AFA8-1005-1C9B0AD02675}"/>
          </ac:spMkLst>
        </pc:spChg>
        <pc:spChg chg="add del mod">
          <ac:chgData name="髙田　陽斗" userId="349aba5d-2d55-469e-b606-bfbbf5033a9d" providerId="ADAL" clId="{F75CD730-4B93-4946-A438-1D617634E6A9}" dt="2024-07-26T00:34:31.340" v="4831" actId="478"/>
          <ac:spMkLst>
            <pc:docMk/>
            <pc:sldMk cId="3026854555" sldId="283"/>
            <ac:spMk id="19" creationId="{4467FEBC-C30C-97AD-31EC-BAAD5DA425B5}"/>
          </ac:spMkLst>
        </pc:spChg>
        <pc:spChg chg="mod">
          <ac:chgData name="髙田　陽斗" userId="349aba5d-2d55-469e-b606-bfbbf5033a9d" providerId="ADAL" clId="{F75CD730-4B93-4946-A438-1D617634E6A9}" dt="2024-07-25T00:30:19.378" v="888"/>
          <ac:spMkLst>
            <pc:docMk/>
            <pc:sldMk cId="3026854555" sldId="283"/>
            <ac:spMk id="21" creationId="{68AA642D-E108-8C10-23FB-DEE9C23F0DCB}"/>
          </ac:spMkLst>
        </pc:spChg>
        <pc:spChg chg="mod">
          <ac:chgData name="髙田　陽斗" userId="349aba5d-2d55-469e-b606-bfbbf5033a9d" providerId="ADAL" clId="{F75CD730-4B93-4946-A438-1D617634E6A9}" dt="2024-07-25T00:30:19.378" v="888"/>
          <ac:spMkLst>
            <pc:docMk/>
            <pc:sldMk cId="3026854555" sldId="283"/>
            <ac:spMk id="22" creationId="{B9EF8DC7-A5C8-4BED-9414-3AC6371083CC}"/>
          </ac:spMkLst>
        </pc:spChg>
        <pc:spChg chg="mod">
          <ac:chgData name="髙田　陽斗" userId="349aba5d-2d55-469e-b606-bfbbf5033a9d" providerId="ADAL" clId="{F75CD730-4B93-4946-A438-1D617634E6A9}" dt="2024-07-25T00:30:19.378" v="888"/>
          <ac:spMkLst>
            <pc:docMk/>
            <pc:sldMk cId="3026854555" sldId="283"/>
            <ac:spMk id="24" creationId="{0F9129DC-E794-7B53-56EE-EFD2AD7719F4}"/>
          </ac:spMkLst>
        </pc:spChg>
        <pc:spChg chg="mod">
          <ac:chgData name="髙田　陽斗" userId="349aba5d-2d55-469e-b606-bfbbf5033a9d" providerId="ADAL" clId="{F75CD730-4B93-4946-A438-1D617634E6A9}" dt="2024-07-25T00:30:19.378" v="888"/>
          <ac:spMkLst>
            <pc:docMk/>
            <pc:sldMk cId="3026854555" sldId="283"/>
            <ac:spMk id="25" creationId="{13DD8193-F845-042D-BF16-7F41B1C6F31B}"/>
          </ac:spMkLst>
        </pc:spChg>
        <pc:spChg chg="add mod ord">
          <ac:chgData name="髙田　陽斗" userId="349aba5d-2d55-469e-b606-bfbbf5033a9d" providerId="ADAL" clId="{F75CD730-4B93-4946-A438-1D617634E6A9}" dt="2024-07-26T00:35:30.964" v="4841" actId="1076"/>
          <ac:spMkLst>
            <pc:docMk/>
            <pc:sldMk cId="3026854555" sldId="283"/>
            <ac:spMk id="26" creationId="{EFAD2250-4DD8-0EF8-F8E7-425A27384470}"/>
          </ac:spMkLst>
        </pc:spChg>
        <pc:grpChg chg="add del mod">
          <ac:chgData name="髙田　陽斗" userId="349aba5d-2d55-469e-b606-bfbbf5033a9d" providerId="ADAL" clId="{F75CD730-4B93-4946-A438-1D617634E6A9}" dt="2024-07-26T00:34:31.340" v="4831" actId="478"/>
          <ac:grpSpMkLst>
            <pc:docMk/>
            <pc:sldMk cId="3026854555" sldId="283"/>
            <ac:grpSpMk id="13" creationId="{2CFD13AA-8921-8B11-03F6-D4A8A0B4E41E}"/>
          </ac:grpSpMkLst>
        </pc:grpChg>
        <pc:grpChg chg="add del mod">
          <ac:chgData name="髙田　陽斗" userId="349aba5d-2d55-469e-b606-bfbbf5033a9d" providerId="ADAL" clId="{F75CD730-4B93-4946-A438-1D617634E6A9}" dt="2024-07-26T00:34:31.340" v="4831" actId="478"/>
          <ac:grpSpMkLst>
            <pc:docMk/>
            <pc:sldMk cId="3026854555" sldId="283"/>
            <ac:grpSpMk id="20" creationId="{B6ECA7F7-2996-2E8B-2D88-69528A369E32}"/>
          </ac:grpSpMkLst>
        </pc:grpChg>
        <pc:grpChg chg="add del mod">
          <ac:chgData name="髙田　陽斗" userId="349aba5d-2d55-469e-b606-bfbbf5033a9d" providerId="ADAL" clId="{F75CD730-4B93-4946-A438-1D617634E6A9}" dt="2024-07-26T00:34:31.340" v="4831" actId="478"/>
          <ac:grpSpMkLst>
            <pc:docMk/>
            <pc:sldMk cId="3026854555" sldId="283"/>
            <ac:grpSpMk id="23" creationId="{7D0B78C9-29F4-433A-4086-D3954A34A958}"/>
          </ac:grpSpMkLst>
        </pc:grpChg>
        <pc:picChg chg="add mod">
          <ac:chgData name="髙田　陽斗" userId="349aba5d-2d55-469e-b606-bfbbf5033a9d" providerId="ADAL" clId="{F75CD730-4B93-4946-A438-1D617634E6A9}" dt="2024-07-26T00:32:10.760" v="4821" actId="931"/>
          <ac:picMkLst>
            <pc:docMk/>
            <pc:sldMk cId="3026854555" sldId="283"/>
            <ac:picMk id="28" creationId="{AA982D70-11AC-6541-89AC-E20998CBA2A4}"/>
          </ac:picMkLst>
        </pc:picChg>
        <pc:picChg chg="add mod">
          <ac:chgData name="髙田　陽斗" userId="349aba5d-2d55-469e-b606-bfbbf5033a9d" providerId="ADAL" clId="{F75CD730-4B93-4946-A438-1D617634E6A9}" dt="2024-07-26T00:35:05.006" v="4838" actId="14100"/>
          <ac:picMkLst>
            <pc:docMk/>
            <pc:sldMk cId="3026854555" sldId="283"/>
            <ac:picMk id="30" creationId="{C870D4C3-72A6-B3F3-0877-8770F70D0579}"/>
          </ac:picMkLst>
        </pc:picChg>
      </pc:sldChg>
      <pc:sldChg chg="addSp delSp modSp new mod modTransition modAnim">
        <pc:chgData name="髙田　陽斗" userId="349aba5d-2d55-469e-b606-bfbbf5033a9d" providerId="ADAL" clId="{F75CD730-4B93-4946-A438-1D617634E6A9}" dt="2024-07-26T02:04:09.442" v="5465" actId="20577"/>
        <pc:sldMkLst>
          <pc:docMk/>
          <pc:sldMk cId="2657104128" sldId="284"/>
        </pc:sldMkLst>
        <pc:spChg chg="mod">
          <ac:chgData name="髙田　陽斗" userId="349aba5d-2d55-469e-b606-bfbbf5033a9d" providerId="ADAL" clId="{F75CD730-4B93-4946-A438-1D617634E6A9}" dt="2024-07-25T00:31:58.016" v="891"/>
          <ac:spMkLst>
            <pc:docMk/>
            <pc:sldMk cId="2657104128" sldId="284"/>
            <ac:spMk id="4" creationId="{B301C0C1-1471-E8E8-D155-83952E78F876}"/>
          </ac:spMkLst>
        </pc:spChg>
        <pc:spChg chg="mod">
          <ac:chgData name="髙田　陽斗" userId="349aba5d-2d55-469e-b606-bfbbf5033a9d" providerId="ADAL" clId="{F75CD730-4B93-4946-A438-1D617634E6A9}" dt="2024-07-25T00:31:58.016" v="891"/>
          <ac:spMkLst>
            <pc:docMk/>
            <pc:sldMk cId="2657104128" sldId="284"/>
            <ac:spMk id="5" creationId="{E2FC1A81-86D7-30A5-BB6F-4A7522519BD7}"/>
          </ac:spMkLst>
        </pc:spChg>
        <pc:spChg chg="mod">
          <ac:chgData name="髙田　陽斗" userId="349aba5d-2d55-469e-b606-bfbbf5033a9d" providerId="ADAL" clId="{F75CD730-4B93-4946-A438-1D617634E6A9}" dt="2024-07-25T00:31:58.016" v="891"/>
          <ac:spMkLst>
            <pc:docMk/>
            <pc:sldMk cId="2657104128" sldId="284"/>
            <ac:spMk id="6" creationId="{C71E5FE9-D406-3E57-4729-854623165951}"/>
          </ac:spMkLst>
        </pc:spChg>
        <pc:spChg chg="mod">
          <ac:chgData name="髙田　陽斗" userId="349aba5d-2d55-469e-b606-bfbbf5033a9d" providerId="ADAL" clId="{F75CD730-4B93-4946-A438-1D617634E6A9}" dt="2024-07-25T00:31:58.016" v="891"/>
          <ac:spMkLst>
            <pc:docMk/>
            <pc:sldMk cId="2657104128" sldId="284"/>
            <ac:spMk id="7" creationId="{5D8AAB94-69FF-4A1C-9D74-D02791E960F6}"/>
          </ac:spMkLst>
        </pc:spChg>
        <pc:spChg chg="add mod">
          <ac:chgData name="髙田　陽斗" userId="349aba5d-2d55-469e-b606-bfbbf5033a9d" providerId="ADAL" clId="{F75CD730-4B93-4946-A438-1D617634E6A9}" dt="2024-07-25T00:33:01.095" v="942" actId="115"/>
          <ac:spMkLst>
            <pc:docMk/>
            <pc:sldMk cId="2657104128" sldId="284"/>
            <ac:spMk id="8" creationId="{32661058-A022-33FE-4879-149881C2CA34}"/>
          </ac:spMkLst>
        </pc:spChg>
        <pc:spChg chg="mod topLvl">
          <ac:chgData name="髙田　陽斗" userId="349aba5d-2d55-469e-b606-bfbbf5033a9d" providerId="ADAL" clId="{F75CD730-4B93-4946-A438-1D617634E6A9}" dt="2024-07-25T00:54:44.151" v="1290" actId="478"/>
          <ac:spMkLst>
            <pc:docMk/>
            <pc:sldMk cId="2657104128" sldId="284"/>
            <ac:spMk id="10" creationId="{48331B9B-4457-E9FF-73E1-12A8E94B3424}"/>
          </ac:spMkLst>
        </pc:spChg>
        <pc:spChg chg="add del mod topLvl">
          <ac:chgData name="髙田　陽斗" userId="349aba5d-2d55-469e-b606-bfbbf5033a9d" providerId="ADAL" clId="{F75CD730-4B93-4946-A438-1D617634E6A9}" dt="2024-07-25T00:54:51.297" v="1310" actId="20577"/>
          <ac:spMkLst>
            <pc:docMk/>
            <pc:sldMk cId="2657104128" sldId="284"/>
            <ac:spMk id="11" creationId="{54A6EE42-C869-95C1-EDFD-A5E287382908}"/>
          </ac:spMkLst>
        </pc:spChg>
        <pc:spChg chg="add del mod">
          <ac:chgData name="髙田　陽斗" userId="349aba5d-2d55-469e-b606-bfbbf5033a9d" providerId="ADAL" clId="{F75CD730-4B93-4946-A438-1D617634E6A9}" dt="2024-07-25T00:32:23.517" v="892" actId="478"/>
          <ac:spMkLst>
            <pc:docMk/>
            <pc:sldMk cId="2657104128" sldId="284"/>
            <ac:spMk id="12" creationId="{DB28C8B1-662E-CB23-8DAD-0DF15495376F}"/>
          </ac:spMkLst>
        </pc:spChg>
        <pc:spChg chg="add del mod">
          <ac:chgData name="髙田　陽斗" userId="349aba5d-2d55-469e-b606-bfbbf5033a9d" providerId="ADAL" clId="{F75CD730-4B93-4946-A438-1D617634E6A9}" dt="2024-07-25T00:32:23.517" v="892" actId="478"/>
          <ac:spMkLst>
            <pc:docMk/>
            <pc:sldMk cId="2657104128" sldId="284"/>
            <ac:spMk id="13" creationId="{D65AD05E-7FEC-7452-FD7E-7B0A6B420821}"/>
          </ac:spMkLst>
        </pc:spChg>
        <pc:spChg chg="add del mod">
          <ac:chgData name="髙田　陽斗" userId="349aba5d-2d55-469e-b606-bfbbf5033a9d" providerId="ADAL" clId="{F75CD730-4B93-4946-A438-1D617634E6A9}" dt="2024-07-25T00:32:23.517" v="892" actId="478"/>
          <ac:spMkLst>
            <pc:docMk/>
            <pc:sldMk cId="2657104128" sldId="284"/>
            <ac:spMk id="16" creationId="{3A2BFA42-C19B-A97A-F9D3-5E3EE85D3EE1}"/>
          </ac:spMkLst>
        </pc:spChg>
        <pc:spChg chg="add mod">
          <ac:chgData name="髙田　陽斗" userId="349aba5d-2d55-469e-b606-bfbbf5033a9d" providerId="ADAL" clId="{F75CD730-4B93-4946-A438-1D617634E6A9}" dt="2024-07-25T00:31:58.016" v="891"/>
          <ac:spMkLst>
            <pc:docMk/>
            <pc:sldMk cId="2657104128" sldId="284"/>
            <ac:spMk id="17" creationId="{8D0C6D4F-77D9-261A-26F1-5C9B71A5FC2E}"/>
          </ac:spMkLst>
        </pc:spChg>
        <pc:spChg chg="add mod">
          <ac:chgData name="髙田　陽斗" userId="349aba5d-2d55-469e-b606-bfbbf5033a9d" providerId="ADAL" clId="{F75CD730-4B93-4946-A438-1D617634E6A9}" dt="2024-07-25T00:31:58.016" v="891"/>
          <ac:spMkLst>
            <pc:docMk/>
            <pc:sldMk cId="2657104128" sldId="284"/>
            <ac:spMk id="18" creationId="{AC78F067-0B1F-AA02-6057-33BEFCFB3B53}"/>
          </ac:spMkLst>
        </pc:spChg>
        <pc:spChg chg="add del mod">
          <ac:chgData name="髙田　陽斗" userId="349aba5d-2d55-469e-b606-bfbbf5033a9d" providerId="ADAL" clId="{F75CD730-4B93-4946-A438-1D617634E6A9}" dt="2024-07-25T00:32:23.517" v="892" actId="478"/>
          <ac:spMkLst>
            <pc:docMk/>
            <pc:sldMk cId="2657104128" sldId="284"/>
            <ac:spMk id="19" creationId="{888DA8ED-94AD-B099-82AF-BD2D6B1DE2BE}"/>
          </ac:spMkLst>
        </pc:spChg>
        <pc:spChg chg="add del mod">
          <ac:chgData name="髙田　陽斗" userId="349aba5d-2d55-469e-b606-bfbbf5033a9d" providerId="ADAL" clId="{F75CD730-4B93-4946-A438-1D617634E6A9}" dt="2024-07-25T00:32:23.517" v="892" actId="478"/>
          <ac:spMkLst>
            <pc:docMk/>
            <pc:sldMk cId="2657104128" sldId="284"/>
            <ac:spMk id="21" creationId="{B2553DBA-929F-11B6-576B-9EFD962EB250}"/>
          </ac:spMkLst>
        </pc:spChg>
        <pc:spChg chg="add mod">
          <ac:chgData name="髙田　陽斗" userId="349aba5d-2d55-469e-b606-bfbbf5033a9d" providerId="ADAL" clId="{F75CD730-4B93-4946-A438-1D617634E6A9}" dt="2024-07-25T00:31:58.016" v="891"/>
          <ac:spMkLst>
            <pc:docMk/>
            <pc:sldMk cId="2657104128" sldId="284"/>
            <ac:spMk id="22" creationId="{F37B116F-32A1-A0A8-6BFB-2322905860DA}"/>
          </ac:spMkLst>
        </pc:spChg>
        <pc:spChg chg="add del mod">
          <ac:chgData name="髙田　陽斗" userId="349aba5d-2d55-469e-b606-bfbbf5033a9d" providerId="ADAL" clId="{F75CD730-4B93-4946-A438-1D617634E6A9}" dt="2024-07-25T00:33:40.545" v="946" actId="478"/>
          <ac:spMkLst>
            <pc:docMk/>
            <pc:sldMk cId="2657104128" sldId="284"/>
            <ac:spMk id="23" creationId="{8FBE3285-8FF6-CA2F-8957-9A14B8D2C92A}"/>
          </ac:spMkLst>
        </pc:spChg>
        <pc:spChg chg="add mod">
          <ac:chgData name="髙田　陽斗" userId="349aba5d-2d55-469e-b606-bfbbf5033a9d" providerId="ADAL" clId="{F75CD730-4B93-4946-A438-1D617634E6A9}" dt="2024-07-25T00:47:23.905" v="1119" actId="122"/>
          <ac:spMkLst>
            <pc:docMk/>
            <pc:sldMk cId="2657104128" sldId="284"/>
            <ac:spMk id="25" creationId="{EE52F9D6-B3B8-B4B6-D23D-43E19D9590CB}"/>
          </ac:spMkLst>
        </pc:spChg>
        <pc:spChg chg="add mod">
          <ac:chgData name="髙田　陽斗" userId="349aba5d-2d55-469e-b606-bfbbf5033a9d" providerId="ADAL" clId="{F75CD730-4B93-4946-A438-1D617634E6A9}" dt="2024-07-25T00:50:38.303" v="1180" actId="1076"/>
          <ac:spMkLst>
            <pc:docMk/>
            <pc:sldMk cId="2657104128" sldId="284"/>
            <ac:spMk id="26" creationId="{030889D5-BDB6-EDD6-631F-FB0B1DA7CACC}"/>
          </ac:spMkLst>
        </pc:spChg>
        <pc:spChg chg="add mod">
          <ac:chgData name="髙田　陽斗" userId="349aba5d-2d55-469e-b606-bfbbf5033a9d" providerId="ADAL" clId="{F75CD730-4B93-4946-A438-1D617634E6A9}" dt="2024-07-25T00:50:32.349" v="1179" actId="1076"/>
          <ac:spMkLst>
            <pc:docMk/>
            <pc:sldMk cId="2657104128" sldId="284"/>
            <ac:spMk id="27" creationId="{60E20D62-2FA8-44BE-E7A8-C47B5D8A7764}"/>
          </ac:spMkLst>
        </pc:spChg>
        <pc:spChg chg="add mod">
          <ac:chgData name="髙田　陽斗" userId="349aba5d-2d55-469e-b606-bfbbf5033a9d" providerId="ADAL" clId="{F75CD730-4B93-4946-A438-1D617634E6A9}" dt="2024-07-25T00:51:46.004" v="1203" actId="1076"/>
          <ac:spMkLst>
            <pc:docMk/>
            <pc:sldMk cId="2657104128" sldId="284"/>
            <ac:spMk id="28" creationId="{921675EA-2D67-5590-830D-45D98B64CF9C}"/>
          </ac:spMkLst>
        </pc:spChg>
        <pc:spChg chg="add mod">
          <ac:chgData name="髙田　陽斗" userId="349aba5d-2d55-469e-b606-bfbbf5033a9d" providerId="ADAL" clId="{F75CD730-4B93-4946-A438-1D617634E6A9}" dt="2024-07-25T01:58:41.109" v="2173"/>
          <ac:spMkLst>
            <pc:docMk/>
            <pc:sldMk cId="2657104128" sldId="284"/>
            <ac:spMk id="29" creationId="{57AD6A10-EC2B-1D98-780A-C69A07BE8D68}"/>
          </ac:spMkLst>
        </pc:spChg>
        <pc:spChg chg="add mod">
          <ac:chgData name="髙田　陽斗" userId="349aba5d-2d55-469e-b606-bfbbf5033a9d" providerId="ADAL" clId="{F75CD730-4B93-4946-A438-1D617634E6A9}" dt="2024-07-25T01:58:41.109" v="2173"/>
          <ac:spMkLst>
            <pc:docMk/>
            <pc:sldMk cId="2657104128" sldId="284"/>
            <ac:spMk id="30" creationId="{0BEA1B03-9631-AC42-13E5-AF865A7FF81C}"/>
          </ac:spMkLst>
        </pc:spChg>
        <pc:grpChg chg="add mod">
          <ac:chgData name="髙田　陽斗" userId="349aba5d-2d55-469e-b606-bfbbf5033a9d" providerId="ADAL" clId="{F75CD730-4B93-4946-A438-1D617634E6A9}" dt="2024-07-25T00:31:58.016" v="891"/>
          <ac:grpSpMkLst>
            <pc:docMk/>
            <pc:sldMk cId="2657104128" sldId="284"/>
            <ac:grpSpMk id="3" creationId="{AF4CE37C-A609-EE46-DD79-E2C3A1A0F0DC}"/>
          </ac:grpSpMkLst>
        </pc:grpChg>
        <pc:grpChg chg="add del mod">
          <ac:chgData name="髙田　陽斗" userId="349aba5d-2d55-469e-b606-bfbbf5033a9d" providerId="ADAL" clId="{F75CD730-4B93-4946-A438-1D617634E6A9}" dt="2024-07-25T00:54:44.151" v="1290" actId="478"/>
          <ac:grpSpMkLst>
            <pc:docMk/>
            <pc:sldMk cId="2657104128" sldId="284"/>
            <ac:grpSpMk id="9" creationId="{DFC80445-3B9D-7BB8-2431-0E5662BC9CE3}"/>
          </ac:grpSpMkLst>
        </pc:grpChg>
        <pc:graphicFrameChg chg="add mod modGraphic">
          <ac:chgData name="髙田　陽斗" userId="349aba5d-2d55-469e-b606-bfbbf5033a9d" providerId="ADAL" clId="{F75CD730-4B93-4946-A438-1D617634E6A9}" dt="2024-07-26T02:04:09.442" v="5465" actId="20577"/>
          <ac:graphicFrameMkLst>
            <pc:docMk/>
            <pc:sldMk cId="2657104128" sldId="284"/>
            <ac:graphicFrameMk id="24" creationId="{38039655-DB10-AC6F-AA85-A804295800AF}"/>
          </ac:graphicFrameMkLst>
        </pc:graphicFrameChg>
        <pc:cxnChg chg="add mod">
          <ac:chgData name="髙田　陽斗" userId="349aba5d-2d55-469e-b606-bfbbf5033a9d" providerId="ADAL" clId="{F75CD730-4B93-4946-A438-1D617634E6A9}" dt="2024-07-25T00:31:58.016" v="891"/>
          <ac:cxnSpMkLst>
            <pc:docMk/>
            <pc:sldMk cId="2657104128" sldId="284"/>
            <ac:cxnSpMk id="2" creationId="{BA4B44D6-036B-D8A1-1736-B6D28C33FE1E}"/>
          </ac:cxnSpMkLst>
        </pc:cxnChg>
        <pc:cxnChg chg="add del mod">
          <ac:chgData name="髙田　陽斗" userId="349aba5d-2d55-469e-b606-bfbbf5033a9d" providerId="ADAL" clId="{F75CD730-4B93-4946-A438-1D617634E6A9}" dt="2024-07-25T00:32:23.517" v="892" actId="478"/>
          <ac:cxnSpMkLst>
            <pc:docMk/>
            <pc:sldMk cId="2657104128" sldId="284"/>
            <ac:cxnSpMk id="14" creationId="{C1A07378-F029-E75A-CE83-EB697C1C229F}"/>
          </ac:cxnSpMkLst>
        </pc:cxnChg>
        <pc:cxnChg chg="add del mod">
          <ac:chgData name="髙田　陽斗" userId="349aba5d-2d55-469e-b606-bfbbf5033a9d" providerId="ADAL" clId="{F75CD730-4B93-4946-A438-1D617634E6A9}" dt="2024-07-25T00:32:23.517" v="892" actId="478"/>
          <ac:cxnSpMkLst>
            <pc:docMk/>
            <pc:sldMk cId="2657104128" sldId="284"/>
            <ac:cxnSpMk id="15" creationId="{A5D8D777-ED24-0E3B-109E-F1C5E38071F2}"/>
          </ac:cxnSpMkLst>
        </pc:cxnChg>
        <pc:cxnChg chg="add del mod">
          <ac:chgData name="髙田　陽斗" userId="349aba5d-2d55-469e-b606-bfbbf5033a9d" providerId="ADAL" clId="{F75CD730-4B93-4946-A438-1D617634E6A9}" dt="2024-07-25T00:32:23.517" v="892" actId="478"/>
          <ac:cxnSpMkLst>
            <pc:docMk/>
            <pc:sldMk cId="2657104128" sldId="284"/>
            <ac:cxnSpMk id="20" creationId="{D0D6864B-1C6C-2F6A-98EE-65735DCE2837}"/>
          </ac:cxnSpMkLst>
        </pc:cxnChg>
        <pc:cxnChg chg="add mod">
          <ac:chgData name="髙田　陽斗" userId="349aba5d-2d55-469e-b606-bfbbf5033a9d" providerId="ADAL" clId="{F75CD730-4B93-4946-A438-1D617634E6A9}" dt="2024-07-25T01:58:41.109" v="2173"/>
          <ac:cxnSpMkLst>
            <pc:docMk/>
            <pc:sldMk cId="2657104128" sldId="284"/>
            <ac:cxnSpMk id="31" creationId="{87788323-2D95-7FBA-C5D0-7C51173EBE7C}"/>
          </ac:cxnSpMkLst>
        </pc:cxnChg>
      </pc:sldChg>
      <pc:sldChg chg="addSp delSp modSp new mod modTransition delAnim modAnim">
        <pc:chgData name="髙田　陽斗" userId="349aba5d-2d55-469e-b606-bfbbf5033a9d" providerId="ADAL" clId="{F75CD730-4B93-4946-A438-1D617634E6A9}" dt="2024-07-26T01:32:09.220" v="5363"/>
        <pc:sldMkLst>
          <pc:docMk/>
          <pc:sldMk cId="2733881408" sldId="285"/>
        </pc:sldMkLst>
        <pc:spChg chg="mod">
          <ac:chgData name="髙田　陽斗" userId="349aba5d-2d55-469e-b606-bfbbf5033a9d" providerId="ADAL" clId="{F75CD730-4B93-4946-A438-1D617634E6A9}" dt="2024-07-25T00:52:31.933" v="1206"/>
          <ac:spMkLst>
            <pc:docMk/>
            <pc:sldMk cId="2733881408" sldId="285"/>
            <ac:spMk id="4" creationId="{51C2BB83-A947-ED1E-E328-EE4A0935A5BB}"/>
          </ac:spMkLst>
        </pc:spChg>
        <pc:spChg chg="mod">
          <ac:chgData name="髙田　陽斗" userId="349aba5d-2d55-469e-b606-bfbbf5033a9d" providerId="ADAL" clId="{F75CD730-4B93-4946-A438-1D617634E6A9}" dt="2024-07-25T00:56:31.489" v="1384" actId="20577"/>
          <ac:spMkLst>
            <pc:docMk/>
            <pc:sldMk cId="2733881408" sldId="285"/>
            <ac:spMk id="5" creationId="{29A73221-1575-A0B0-5B79-9149487AFE92}"/>
          </ac:spMkLst>
        </pc:spChg>
        <pc:spChg chg="mod">
          <ac:chgData name="髙田　陽斗" userId="349aba5d-2d55-469e-b606-bfbbf5033a9d" providerId="ADAL" clId="{F75CD730-4B93-4946-A438-1D617634E6A9}" dt="2024-07-25T00:52:31.933" v="1206"/>
          <ac:spMkLst>
            <pc:docMk/>
            <pc:sldMk cId="2733881408" sldId="285"/>
            <ac:spMk id="7" creationId="{00B27DD4-6F62-1DDE-E509-A1B659AB63EA}"/>
          </ac:spMkLst>
        </pc:spChg>
        <pc:spChg chg="mod">
          <ac:chgData name="髙田　陽斗" userId="349aba5d-2d55-469e-b606-bfbbf5033a9d" providerId="ADAL" clId="{F75CD730-4B93-4946-A438-1D617634E6A9}" dt="2024-07-25T00:52:31.933" v="1206"/>
          <ac:spMkLst>
            <pc:docMk/>
            <pc:sldMk cId="2733881408" sldId="285"/>
            <ac:spMk id="8" creationId="{052AA92B-FB8F-7269-F1FA-212D55C3D7C9}"/>
          </ac:spMkLst>
        </pc:spChg>
        <pc:spChg chg="mod">
          <ac:chgData name="髙田　陽斗" userId="349aba5d-2d55-469e-b606-bfbbf5033a9d" providerId="ADAL" clId="{F75CD730-4B93-4946-A438-1D617634E6A9}" dt="2024-07-25T00:52:31.933" v="1206"/>
          <ac:spMkLst>
            <pc:docMk/>
            <pc:sldMk cId="2733881408" sldId="285"/>
            <ac:spMk id="9" creationId="{CD4A151B-F865-A361-D1C2-7CB45799D850}"/>
          </ac:spMkLst>
        </pc:spChg>
        <pc:spChg chg="mod">
          <ac:chgData name="髙田　陽斗" userId="349aba5d-2d55-469e-b606-bfbbf5033a9d" providerId="ADAL" clId="{F75CD730-4B93-4946-A438-1D617634E6A9}" dt="2024-07-25T00:52:31.933" v="1206"/>
          <ac:spMkLst>
            <pc:docMk/>
            <pc:sldMk cId="2733881408" sldId="285"/>
            <ac:spMk id="10" creationId="{F5BCC25F-20F0-0B39-8E5B-2B231DB74A24}"/>
          </ac:spMkLst>
        </pc:spChg>
        <pc:spChg chg="add del mod">
          <ac:chgData name="髙田　陽斗" userId="349aba5d-2d55-469e-b606-bfbbf5033a9d" providerId="ADAL" clId="{F75CD730-4B93-4946-A438-1D617634E6A9}" dt="2024-07-25T00:52:45.065" v="1207" actId="478"/>
          <ac:spMkLst>
            <pc:docMk/>
            <pc:sldMk cId="2733881408" sldId="285"/>
            <ac:spMk id="11" creationId="{D1615CAC-7F8A-5000-624B-D172774A4013}"/>
          </ac:spMkLst>
        </pc:spChg>
        <pc:spChg chg="add mod">
          <ac:chgData name="髙田　陽斗" userId="349aba5d-2d55-469e-b606-bfbbf5033a9d" providerId="ADAL" clId="{F75CD730-4B93-4946-A438-1D617634E6A9}" dt="2024-07-25T00:54:05.028" v="1245" actId="1076"/>
          <ac:spMkLst>
            <pc:docMk/>
            <pc:sldMk cId="2733881408" sldId="285"/>
            <ac:spMk id="12" creationId="{8AE0A924-D405-95C9-17C5-EE7085B27B55}"/>
          </ac:spMkLst>
        </pc:spChg>
        <pc:spChg chg="add del mod">
          <ac:chgData name="髙田　陽斗" userId="349aba5d-2d55-469e-b606-bfbbf5033a9d" providerId="ADAL" clId="{F75CD730-4B93-4946-A438-1D617634E6A9}" dt="2024-07-25T00:52:45.065" v="1207" actId="478"/>
          <ac:spMkLst>
            <pc:docMk/>
            <pc:sldMk cId="2733881408" sldId="285"/>
            <ac:spMk id="13" creationId="{7DCC13AD-A9CA-39C4-931C-6DD43320A058}"/>
          </ac:spMkLst>
        </pc:spChg>
        <pc:spChg chg="add mod">
          <ac:chgData name="髙田　陽斗" userId="349aba5d-2d55-469e-b606-bfbbf5033a9d" providerId="ADAL" clId="{F75CD730-4B93-4946-A438-1D617634E6A9}" dt="2024-07-25T00:54:05.028" v="1245" actId="1076"/>
          <ac:spMkLst>
            <pc:docMk/>
            <pc:sldMk cId="2733881408" sldId="285"/>
            <ac:spMk id="14" creationId="{165B1576-C879-C8AD-BA7F-C5E51BF9C2CB}"/>
          </ac:spMkLst>
        </pc:spChg>
        <pc:spChg chg="add mod">
          <ac:chgData name="髙田　陽斗" userId="349aba5d-2d55-469e-b606-bfbbf5033a9d" providerId="ADAL" clId="{F75CD730-4B93-4946-A438-1D617634E6A9}" dt="2024-07-25T00:54:05.028" v="1245" actId="1076"/>
          <ac:spMkLst>
            <pc:docMk/>
            <pc:sldMk cId="2733881408" sldId="285"/>
            <ac:spMk id="15" creationId="{F5A90DC9-9E34-16B5-1E9B-EF176BCE5FE5}"/>
          </ac:spMkLst>
        </pc:spChg>
        <pc:spChg chg="add del mod">
          <ac:chgData name="髙田　陽斗" userId="349aba5d-2d55-469e-b606-bfbbf5033a9d" providerId="ADAL" clId="{F75CD730-4B93-4946-A438-1D617634E6A9}" dt="2024-07-25T00:52:45.065" v="1207" actId="478"/>
          <ac:spMkLst>
            <pc:docMk/>
            <pc:sldMk cId="2733881408" sldId="285"/>
            <ac:spMk id="16" creationId="{0E9FBBF1-4B00-5557-1EB5-EC2586276655}"/>
          </ac:spMkLst>
        </pc:spChg>
        <pc:spChg chg="add mod">
          <ac:chgData name="髙田　陽斗" userId="349aba5d-2d55-469e-b606-bfbbf5033a9d" providerId="ADAL" clId="{F75CD730-4B93-4946-A438-1D617634E6A9}" dt="2024-07-25T00:54:11.546" v="1246" actId="1076"/>
          <ac:spMkLst>
            <pc:docMk/>
            <pc:sldMk cId="2733881408" sldId="285"/>
            <ac:spMk id="17" creationId="{8CCAB3D8-AA5C-07DC-EA56-98E2AE111445}"/>
          </ac:spMkLst>
        </pc:spChg>
        <pc:spChg chg="add mod">
          <ac:chgData name="髙田　陽斗" userId="349aba5d-2d55-469e-b606-bfbbf5033a9d" providerId="ADAL" clId="{F75CD730-4B93-4946-A438-1D617634E6A9}" dt="2024-07-25T00:54:11.546" v="1246" actId="1076"/>
          <ac:spMkLst>
            <pc:docMk/>
            <pc:sldMk cId="2733881408" sldId="285"/>
            <ac:spMk id="18" creationId="{C196EB10-BDC2-898A-E496-2A274940A7E6}"/>
          </ac:spMkLst>
        </pc:spChg>
        <pc:spChg chg="add mod">
          <ac:chgData name="髙田　陽斗" userId="349aba5d-2d55-469e-b606-bfbbf5033a9d" providerId="ADAL" clId="{F75CD730-4B93-4946-A438-1D617634E6A9}" dt="2024-07-25T00:54:11.546" v="1246" actId="1076"/>
          <ac:spMkLst>
            <pc:docMk/>
            <pc:sldMk cId="2733881408" sldId="285"/>
            <ac:spMk id="19" creationId="{9AB3E33A-472B-C857-39B5-9141309A60F4}"/>
          </ac:spMkLst>
        </pc:spChg>
        <pc:spChg chg="add mod">
          <ac:chgData name="髙田　陽斗" userId="349aba5d-2d55-469e-b606-bfbbf5033a9d" providerId="ADAL" clId="{F75CD730-4B93-4946-A438-1D617634E6A9}" dt="2024-07-25T00:52:31.933" v="1206"/>
          <ac:spMkLst>
            <pc:docMk/>
            <pc:sldMk cId="2733881408" sldId="285"/>
            <ac:spMk id="20" creationId="{4DE5D952-C6A3-724C-A701-B7742B5AA7C2}"/>
          </ac:spMkLst>
        </pc:spChg>
        <pc:spChg chg="add mod">
          <ac:chgData name="髙田　陽斗" userId="349aba5d-2d55-469e-b606-bfbbf5033a9d" providerId="ADAL" clId="{F75CD730-4B93-4946-A438-1D617634E6A9}" dt="2024-07-25T00:52:31.933" v="1206"/>
          <ac:spMkLst>
            <pc:docMk/>
            <pc:sldMk cId="2733881408" sldId="285"/>
            <ac:spMk id="21" creationId="{27FAB673-00A9-CFB2-DE63-F1F40EED1C3C}"/>
          </ac:spMkLst>
        </pc:spChg>
        <pc:spChg chg="add del mod">
          <ac:chgData name="髙田　陽斗" userId="349aba5d-2d55-469e-b606-bfbbf5033a9d" providerId="ADAL" clId="{F75CD730-4B93-4946-A438-1D617634E6A9}" dt="2024-07-25T00:52:45.065" v="1207" actId="478"/>
          <ac:spMkLst>
            <pc:docMk/>
            <pc:sldMk cId="2733881408" sldId="285"/>
            <ac:spMk id="22" creationId="{98DE8083-7C54-3F7F-930C-BF5FC2BC547C}"/>
          </ac:spMkLst>
        </pc:spChg>
        <pc:spChg chg="add mod">
          <ac:chgData name="髙田　陽斗" userId="349aba5d-2d55-469e-b606-bfbbf5033a9d" providerId="ADAL" clId="{F75CD730-4B93-4946-A438-1D617634E6A9}" dt="2024-07-25T00:54:05.028" v="1245" actId="1076"/>
          <ac:spMkLst>
            <pc:docMk/>
            <pc:sldMk cId="2733881408" sldId="285"/>
            <ac:spMk id="23" creationId="{27DADB82-BFAF-7747-F7F1-4161B707198B}"/>
          </ac:spMkLst>
        </pc:spChg>
        <pc:spChg chg="add mod">
          <ac:chgData name="髙田　陽斗" userId="349aba5d-2d55-469e-b606-bfbbf5033a9d" providerId="ADAL" clId="{F75CD730-4B93-4946-A438-1D617634E6A9}" dt="2024-07-25T00:54:11.546" v="1246" actId="1076"/>
          <ac:spMkLst>
            <pc:docMk/>
            <pc:sldMk cId="2733881408" sldId="285"/>
            <ac:spMk id="24" creationId="{AB812DA7-B8BB-9D05-59B5-37EA9840F772}"/>
          </ac:spMkLst>
        </pc:spChg>
        <pc:spChg chg="add mod">
          <ac:chgData name="髙田　陽斗" userId="349aba5d-2d55-469e-b606-bfbbf5033a9d" providerId="ADAL" clId="{F75CD730-4B93-4946-A438-1D617634E6A9}" dt="2024-07-25T00:52:31.933" v="1206"/>
          <ac:spMkLst>
            <pc:docMk/>
            <pc:sldMk cId="2733881408" sldId="285"/>
            <ac:spMk id="25" creationId="{92D95761-EF4A-EAD8-2B60-EE6F4ACDDA05}"/>
          </ac:spMkLst>
        </pc:spChg>
        <pc:grpChg chg="add mod">
          <ac:chgData name="髙田　陽斗" userId="349aba5d-2d55-469e-b606-bfbbf5033a9d" providerId="ADAL" clId="{F75CD730-4B93-4946-A438-1D617634E6A9}" dt="2024-07-25T00:52:31.933" v="1206"/>
          <ac:grpSpMkLst>
            <pc:docMk/>
            <pc:sldMk cId="2733881408" sldId="285"/>
            <ac:grpSpMk id="3" creationId="{D71A5040-33B0-140A-9C9D-77CA3DE735A9}"/>
          </ac:grpSpMkLst>
        </pc:grpChg>
        <pc:grpChg chg="add mod">
          <ac:chgData name="髙田　陽斗" userId="349aba5d-2d55-469e-b606-bfbbf5033a9d" providerId="ADAL" clId="{F75CD730-4B93-4946-A438-1D617634E6A9}" dt="2024-07-25T00:52:31.933" v="1206"/>
          <ac:grpSpMkLst>
            <pc:docMk/>
            <pc:sldMk cId="2733881408" sldId="285"/>
            <ac:grpSpMk id="6" creationId="{4D367B73-8D95-FEF6-035E-EE9868FFFB5B}"/>
          </ac:grpSpMkLst>
        </pc:grpChg>
        <pc:cxnChg chg="add mod">
          <ac:chgData name="髙田　陽斗" userId="349aba5d-2d55-469e-b606-bfbbf5033a9d" providerId="ADAL" clId="{F75CD730-4B93-4946-A438-1D617634E6A9}" dt="2024-07-25T00:52:31.933" v="1206"/>
          <ac:cxnSpMkLst>
            <pc:docMk/>
            <pc:sldMk cId="2733881408" sldId="285"/>
            <ac:cxnSpMk id="2" creationId="{5DDEB984-A52F-2B91-AF17-5977A8229AA5}"/>
          </ac:cxnSpMkLst>
        </pc:cxnChg>
      </pc:sldChg>
      <pc:sldChg chg="addSp modSp add mod modTransition modAnim">
        <pc:chgData name="髙田　陽斗" userId="349aba5d-2d55-469e-b606-bfbbf5033a9d" providerId="ADAL" clId="{F75CD730-4B93-4946-A438-1D617634E6A9}" dt="2024-07-26T01:32:45.810" v="5370"/>
        <pc:sldMkLst>
          <pc:docMk/>
          <pc:sldMk cId="2669788319" sldId="286"/>
        </pc:sldMkLst>
        <pc:spChg chg="mod">
          <ac:chgData name="髙田　陽斗" userId="349aba5d-2d55-469e-b606-bfbbf5033a9d" providerId="ADAL" clId="{F75CD730-4B93-4946-A438-1D617634E6A9}" dt="2024-07-25T00:55:42.970" v="1311"/>
          <ac:spMkLst>
            <pc:docMk/>
            <pc:sldMk cId="2669788319" sldId="286"/>
            <ac:spMk id="3" creationId="{E8F0F006-982B-8C53-0155-740CAE7ED950}"/>
          </ac:spMkLst>
        </pc:spChg>
        <pc:spChg chg="mod">
          <ac:chgData name="髙田　陽斗" userId="349aba5d-2d55-469e-b606-bfbbf5033a9d" providerId="ADAL" clId="{F75CD730-4B93-4946-A438-1D617634E6A9}" dt="2024-07-25T00:55:42.970" v="1311"/>
          <ac:spMkLst>
            <pc:docMk/>
            <pc:sldMk cId="2669788319" sldId="286"/>
            <ac:spMk id="4" creationId="{E33ED8E0-87A3-0F21-236E-36B125956359}"/>
          </ac:spMkLst>
        </pc:spChg>
        <pc:spChg chg="mod">
          <ac:chgData name="髙田　陽斗" userId="349aba5d-2d55-469e-b606-bfbbf5033a9d" providerId="ADAL" clId="{F75CD730-4B93-4946-A438-1D617634E6A9}" dt="2024-07-25T00:55:42.970" v="1311"/>
          <ac:spMkLst>
            <pc:docMk/>
            <pc:sldMk cId="2669788319" sldId="286"/>
            <ac:spMk id="5" creationId="{AC3ADDDB-2DB7-2457-AF5C-E3B73B90A5A2}"/>
          </ac:spMkLst>
        </pc:spChg>
        <pc:spChg chg="mod">
          <ac:chgData name="髙田　陽斗" userId="349aba5d-2d55-469e-b606-bfbbf5033a9d" providerId="ADAL" clId="{F75CD730-4B93-4946-A438-1D617634E6A9}" dt="2024-07-25T00:55:42.970" v="1311"/>
          <ac:spMkLst>
            <pc:docMk/>
            <pc:sldMk cId="2669788319" sldId="286"/>
            <ac:spMk id="6" creationId="{4539E614-1888-DBA4-6079-BB7BCD750034}"/>
          </ac:spMkLst>
        </pc:spChg>
        <pc:spChg chg="mod">
          <ac:chgData name="髙田　陽斗" userId="349aba5d-2d55-469e-b606-bfbbf5033a9d" providerId="ADAL" clId="{F75CD730-4B93-4946-A438-1D617634E6A9}" dt="2024-07-25T00:55:42.970" v="1311"/>
          <ac:spMkLst>
            <pc:docMk/>
            <pc:sldMk cId="2669788319" sldId="286"/>
            <ac:spMk id="9" creationId="{55163804-AB33-460A-E9F7-2AF8D7283EEA}"/>
          </ac:spMkLst>
        </pc:spChg>
        <pc:spChg chg="mod">
          <ac:chgData name="髙田　陽斗" userId="349aba5d-2d55-469e-b606-bfbbf5033a9d" providerId="ADAL" clId="{F75CD730-4B93-4946-A438-1D617634E6A9}" dt="2024-07-25T00:56:24.961" v="1374" actId="20577"/>
          <ac:spMkLst>
            <pc:docMk/>
            <pc:sldMk cId="2669788319" sldId="286"/>
            <ac:spMk id="10" creationId="{22A82906-8019-A2F0-0F4B-C253033881D4}"/>
          </ac:spMkLst>
        </pc:spChg>
        <pc:spChg chg="add mod">
          <ac:chgData name="髙田　陽斗" userId="349aba5d-2d55-469e-b606-bfbbf5033a9d" providerId="ADAL" clId="{F75CD730-4B93-4946-A438-1D617634E6A9}" dt="2024-07-25T00:55:42.970" v="1311"/>
          <ac:spMkLst>
            <pc:docMk/>
            <pc:sldMk cId="2669788319" sldId="286"/>
            <ac:spMk id="11" creationId="{76A6AA83-518D-64FB-813E-62E6023E630E}"/>
          </ac:spMkLst>
        </pc:spChg>
        <pc:spChg chg="add mod">
          <ac:chgData name="髙田　陽斗" userId="349aba5d-2d55-469e-b606-bfbbf5033a9d" providerId="ADAL" clId="{F75CD730-4B93-4946-A438-1D617634E6A9}" dt="2024-07-25T00:55:50.081" v="1322" actId="20577"/>
          <ac:spMkLst>
            <pc:docMk/>
            <pc:sldMk cId="2669788319" sldId="286"/>
            <ac:spMk id="12" creationId="{C8C81ECB-76F4-16B5-A2CE-1230A8DE6004}"/>
          </ac:spMkLst>
        </pc:spChg>
        <pc:spChg chg="add mod">
          <ac:chgData name="髙田　陽斗" userId="349aba5d-2d55-469e-b606-bfbbf5033a9d" providerId="ADAL" clId="{F75CD730-4B93-4946-A438-1D617634E6A9}" dt="2024-07-25T00:56:10.726" v="1364" actId="20577"/>
          <ac:spMkLst>
            <pc:docMk/>
            <pc:sldMk cId="2669788319" sldId="286"/>
            <ac:spMk id="13" creationId="{F562B614-2625-98EA-6ACA-7D15068143EC}"/>
          </ac:spMkLst>
        </pc:spChg>
        <pc:spChg chg="add mod">
          <ac:chgData name="髙田　陽斗" userId="349aba5d-2d55-469e-b606-bfbbf5033a9d" providerId="ADAL" clId="{F75CD730-4B93-4946-A438-1D617634E6A9}" dt="2024-07-25T00:55:42.970" v="1311"/>
          <ac:spMkLst>
            <pc:docMk/>
            <pc:sldMk cId="2669788319" sldId="286"/>
            <ac:spMk id="14" creationId="{B36DABEB-D053-19F4-4C31-7EB1A3884596}"/>
          </ac:spMkLst>
        </pc:spChg>
        <pc:spChg chg="add mod">
          <ac:chgData name="髙田　陽斗" userId="349aba5d-2d55-469e-b606-bfbbf5033a9d" providerId="ADAL" clId="{F75CD730-4B93-4946-A438-1D617634E6A9}" dt="2024-07-25T00:55:42.970" v="1311"/>
          <ac:spMkLst>
            <pc:docMk/>
            <pc:sldMk cId="2669788319" sldId="286"/>
            <ac:spMk id="15" creationId="{F66C6F0F-6D0B-4137-27AF-12EB8036F253}"/>
          </ac:spMkLst>
        </pc:spChg>
        <pc:spChg chg="add mod">
          <ac:chgData name="髙田　陽斗" userId="349aba5d-2d55-469e-b606-bfbbf5033a9d" providerId="ADAL" clId="{F75CD730-4B93-4946-A438-1D617634E6A9}" dt="2024-07-25T00:55:42.970" v="1311"/>
          <ac:spMkLst>
            <pc:docMk/>
            <pc:sldMk cId="2669788319" sldId="286"/>
            <ac:spMk id="16" creationId="{E6771396-A07C-277E-4FBE-4131B14E1293}"/>
          </ac:spMkLst>
        </pc:spChg>
        <pc:spChg chg="add mod">
          <ac:chgData name="髙田　陽斗" userId="349aba5d-2d55-469e-b606-bfbbf5033a9d" providerId="ADAL" clId="{F75CD730-4B93-4946-A438-1D617634E6A9}" dt="2024-07-25T00:55:42.970" v="1311"/>
          <ac:spMkLst>
            <pc:docMk/>
            <pc:sldMk cId="2669788319" sldId="286"/>
            <ac:spMk id="17" creationId="{AC64500E-77EC-680C-A1F6-D6F92419250F}"/>
          </ac:spMkLst>
        </pc:spChg>
        <pc:grpChg chg="add mod">
          <ac:chgData name="髙田　陽斗" userId="349aba5d-2d55-469e-b606-bfbbf5033a9d" providerId="ADAL" clId="{F75CD730-4B93-4946-A438-1D617634E6A9}" dt="2024-07-25T00:55:42.970" v="1311"/>
          <ac:grpSpMkLst>
            <pc:docMk/>
            <pc:sldMk cId="2669788319" sldId="286"/>
            <ac:grpSpMk id="2" creationId="{61B5DD02-2BF3-7113-02C5-14E24F7271A5}"/>
          </ac:grpSpMkLst>
        </pc:grpChg>
        <pc:grpChg chg="add mod">
          <ac:chgData name="髙田　陽斗" userId="349aba5d-2d55-469e-b606-bfbbf5033a9d" providerId="ADAL" clId="{F75CD730-4B93-4946-A438-1D617634E6A9}" dt="2024-07-25T00:55:42.970" v="1311"/>
          <ac:grpSpMkLst>
            <pc:docMk/>
            <pc:sldMk cId="2669788319" sldId="286"/>
            <ac:grpSpMk id="8" creationId="{37C1117C-07ED-7EFB-0CEA-02FBE8C4B780}"/>
          </ac:grpSpMkLst>
        </pc:grpChg>
        <pc:cxnChg chg="add mod">
          <ac:chgData name="髙田　陽斗" userId="349aba5d-2d55-469e-b606-bfbbf5033a9d" providerId="ADAL" clId="{F75CD730-4B93-4946-A438-1D617634E6A9}" dt="2024-07-25T00:55:42.970" v="1311"/>
          <ac:cxnSpMkLst>
            <pc:docMk/>
            <pc:sldMk cId="2669788319" sldId="286"/>
            <ac:cxnSpMk id="7" creationId="{B2F85CEC-AC5D-74C3-3828-1A6FE89D071F}"/>
          </ac:cxnSpMkLst>
        </pc:cxnChg>
      </pc:sldChg>
      <pc:sldChg chg="addSp modSp new mod modTransition modAnim">
        <pc:chgData name="髙田　陽斗" userId="349aba5d-2d55-469e-b606-bfbbf5033a9d" providerId="ADAL" clId="{F75CD730-4B93-4946-A438-1D617634E6A9}" dt="2024-07-26T02:03:44.176" v="5461" actId="20577"/>
        <pc:sldMkLst>
          <pc:docMk/>
          <pc:sldMk cId="2935639911" sldId="287"/>
        </pc:sldMkLst>
        <pc:spChg chg="mod">
          <ac:chgData name="髙田　陽斗" userId="349aba5d-2d55-469e-b606-bfbbf5033a9d" providerId="ADAL" clId="{F75CD730-4B93-4946-A438-1D617634E6A9}" dt="2024-07-25T00:57:23.483" v="1386"/>
          <ac:spMkLst>
            <pc:docMk/>
            <pc:sldMk cId="2935639911" sldId="287"/>
            <ac:spMk id="4" creationId="{45800E08-6B47-7A34-3637-285DB8F8F0CD}"/>
          </ac:spMkLst>
        </pc:spChg>
        <pc:spChg chg="mod">
          <ac:chgData name="髙田　陽斗" userId="349aba5d-2d55-469e-b606-bfbbf5033a9d" providerId="ADAL" clId="{F75CD730-4B93-4946-A438-1D617634E6A9}" dt="2024-07-25T00:57:23.483" v="1386"/>
          <ac:spMkLst>
            <pc:docMk/>
            <pc:sldMk cId="2935639911" sldId="287"/>
            <ac:spMk id="5" creationId="{137C262A-16C3-F585-020E-B68945CA20B0}"/>
          </ac:spMkLst>
        </pc:spChg>
        <pc:spChg chg="mod">
          <ac:chgData name="髙田　陽斗" userId="349aba5d-2d55-469e-b606-bfbbf5033a9d" providerId="ADAL" clId="{F75CD730-4B93-4946-A438-1D617634E6A9}" dt="2024-07-25T00:57:23.483" v="1386"/>
          <ac:spMkLst>
            <pc:docMk/>
            <pc:sldMk cId="2935639911" sldId="287"/>
            <ac:spMk id="6" creationId="{3819FDCC-301A-EAAB-44CD-6E4ADD082F4C}"/>
          </ac:spMkLst>
        </pc:spChg>
        <pc:spChg chg="mod">
          <ac:chgData name="髙田　陽斗" userId="349aba5d-2d55-469e-b606-bfbbf5033a9d" providerId="ADAL" clId="{F75CD730-4B93-4946-A438-1D617634E6A9}" dt="2024-07-25T00:57:23.483" v="1386"/>
          <ac:spMkLst>
            <pc:docMk/>
            <pc:sldMk cId="2935639911" sldId="287"/>
            <ac:spMk id="7" creationId="{DBDCFB9F-D03E-690C-62AA-B97F7EA97C3B}"/>
          </ac:spMkLst>
        </pc:spChg>
        <pc:spChg chg="add mod">
          <ac:chgData name="髙田　陽斗" userId="349aba5d-2d55-469e-b606-bfbbf5033a9d" providerId="ADAL" clId="{F75CD730-4B93-4946-A438-1D617634E6A9}" dt="2024-07-25T00:57:23.483" v="1386"/>
          <ac:spMkLst>
            <pc:docMk/>
            <pc:sldMk cId="2935639911" sldId="287"/>
            <ac:spMk id="8" creationId="{ED5D5651-F1D9-7B07-E716-7B199101D31F}"/>
          </ac:spMkLst>
        </pc:spChg>
        <pc:spChg chg="mod">
          <ac:chgData name="髙田　陽斗" userId="349aba5d-2d55-469e-b606-bfbbf5033a9d" providerId="ADAL" clId="{F75CD730-4B93-4946-A438-1D617634E6A9}" dt="2024-07-25T00:57:23.483" v="1386"/>
          <ac:spMkLst>
            <pc:docMk/>
            <pc:sldMk cId="2935639911" sldId="287"/>
            <ac:spMk id="10" creationId="{2DFE2820-E537-49CB-7013-4EB320CFFDB3}"/>
          </ac:spMkLst>
        </pc:spChg>
        <pc:spChg chg="mod">
          <ac:chgData name="髙田　陽斗" userId="349aba5d-2d55-469e-b606-bfbbf5033a9d" providerId="ADAL" clId="{F75CD730-4B93-4946-A438-1D617634E6A9}" dt="2024-07-25T00:57:23.483" v="1386"/>
          <ac:spMkLst>
            <pc:docMk/>
            <pc:sldMk cId="2935639911" sldId="287"/>
            <ac:spMk id="11" creationId="{774BD635-57EE-041D-6A39-1C5F1DDAD000}"/>
          </ac:spMkLst>
        </pc:spChg>
        <pc:spChg chg="add mod">
          <ac:chgData name="髙田　陽斗" userId="349aba5d-2d55-469e-b606-bfbbf5033a9d" providerId="ADAL" clId="{F75CD730-4B93-4946-A438-1D617634E6A9}" dt="2024-07-25T00:57:23.483" v="1386"/>
          <ac:spMkLst>
            <pc:docMk/>
            <pc:sldMk cId="2935639911" sldId="287"/>
            <ac:spMk id="12" creationId="{7F21DFFD-D8E9-5F3F-27A0-47B423950828}"/>
          </ac:spMkLst>
        </pc:spChg>
        <pc:spChg chg="add mod">
          <ac:chgData name="髙田　陽斗" userId="349aba5d-2d55-469e-b606-bfbbf5033a9d" providerId="ADAL" clId="{F75CD730-4B93-4946-A438-1D617634E6A9}" dt="2024-07-25T00:57:23.483" v="1386"/>
          <ac:spMkLst>
            <pc:docMk/>
            <pc:sldMk cId="2935639911" sldId="287"/>
            <ac:spMk id="14" creationId="{8A8CB15B-6227-8B48-5D95-B90D6D37FA29}"/>
          </ac:spMkLst>
        </pc:spChg>
        <pc:spChg chg="add mod">
          <ac:chgData name="髙田　陽斗" userId="349aba5d-2d55-469e-b606-bfbbf5033a9d" providerId="ADAL" clId="{F75CD730-4B93-4946-A438-1D617634E6A9}" dt="2024-07-25T01:04:29.081" v="1449" actId="1076"/>
          <ac:spMkLst>
            <pc:docMk/>
            <pc:sldMk cId="2935639911" sldId="287"/>
            <ac:spMk id="15" creationId="{D30C5E95-AC4C-F364-4F7E-788132667047}"/>
          </ac:spMkLst>
        </pc:spChg>
        <pc:spChg chg="add mod">
          <ac:chgData name="髙田　陽斗" userId="349aba5d-2d55-469e-b606-bfbbf5033a9d" providerId="ADAL" clId="{F75CD730-4B93-4946-A438-1D617634E6A9}" dt="2024-07-25T00:57:23.483" v="1386"/>
          <ac:spMkLst>
            <pc:docMk/>
            <pc:sldMk cId="2935639911" sldId="287"/>
            <ac:spMk id="16" creationId="{75A0933D-1FA9-BC39-5CFF-6BC9445D5011}"/>
          </ac:spMkLst>
        </pc:spChg>
        <pc:spChg chg="add mod">
          <ac:chgData name="髙田　陽斗" userId="349aba5d-2d55-469e-b606-bfbbf5033a9d" providerId="ADAL" clId="{F75CD730-4B93-4946-A438-1D617634E6A9}" dt="2024-07-25T01:04:41.842" v="1450" actId="1076"/>
          <ac:spMkLst>
            <pc:docMk/>
            <pc:sldMk cId="2935639911" sldId="287"/>
            <ac:spMk id="17" creationId="{62AAD182-E9B4-7859-051B-EAB81575A09A}"/>
          </ac:spMkLst>
        </pc:spChg>
        <pc:spChg chg="add mod">
          <ac:chgData name="髙田　陽斗" userId="349aba5d-2d55-469e-b606-bfbbf5033a9d" providerId="ADAL" clId="{F75CD730-4B93-4946-A438-1D617634E6A9}" dt="2024-07-25T01:04:18.067" v="1447" actId="1076"/>
          <ac:spMkLst>
            <pc:docMk/>
            <pc:sldMk cId="2935639911" sldId="287"/>
            <ac:spMk id="18" creationId="{C453E02D-D490-9515-1EE0-956173D37CD9}"/>
          </ac:spMkLst>
        </pc:spChg>
        <pc:spChg chg="add mod">
          <ac:chgData name="髙田　陽斗" userId="349aba5d-2d55-469e-b606-bfbbf5033a9d" providerId="ADAL" clId="{F75CD730-4B93-4946-A438-1D617634E6A9}" dt="2024-07-25T01:04:23.120" v="1448" actId="1076"/>
          <ac:spMkLst>
            <pc:docMk/>
            <pc:sldMk cId="2935639911" sldId="287"/>
            <ac:spMk id="19" creationId="{EBEA4DB2-9D2B-258C-4619-D28E4BEC4556}"/>
          </ac:spMkLst>
        </pc:spChg>
        <pc:spChg chg="add mod">
          <ac:chgData name="髙田　陽斗" userId="349aba5d-2d55-469e-b606-bfbbf5033a9d" providerId="ADAL" clId="{F75CD730-4B93-4946-A438-1D617634E6A9}" dt="2024-07-25T01:04:18.067" v="1447" actId="1076"/>
          <ac:spMkLst>
            <pc:docMk/>
            <pc:sldMk cId="2935639911" sldId="287"/>
            <ac:spMk id="20" creationId="{F75E92D8-06D6-3C11-59D2-A7E5F4377AD3}"/>
          </ac:spMkLst>
        </pc:spChg>
        <pc:spChg chg="add mod">
          <ac:chgData name="髙田　陽斗" userId="349aba5d-2d55-469e-b606-bfbbf5033a9d" providerId="ADAL" clId="{F75CD730-4B93-4946-A438-1D617634E6A9}" dt="2024-07-25T01:58:38.363" v="2172"/>
          <ac:spMkLst>
            <pc:docMk/>
            <pc:sldMk cId="2935639911" sldId="287"/>
            <ac:spMk id="21" creationId="{A93FE8BD-10A3-BA3A-9BDA-D6AA968DCCC3}"/>
          </ac:spMkLst>
        </pc:spChg>
        <pc:spChg chg="add mod">
          <ac:chgData name="髙田　陽斗" userId="349aba5d-2d55-469e-b606-bfbbf5033a9d" providerId="ADAL" clId="{F75CD730-4B93-4946-A438-1D617634E6A9}" dt="2024-07-25T01:58:38.363" v="2172"/>
          <ac:spMkLst>
            <pc:docMk/>
            <pc:sldMk cId="2935639911" sldId="287"/>
            <ac:spMk id="22" creationId="{28247E3D-72B8-7601-0A17-0270F974C3B8}"/>
          </ac:spMkLst>
        </pc:spChg>
        <pc:grpChg chg="add mod">
          <ac:chgData name="髙田　陽斗" userId="349aba5d-2d55-469e-b606-bfbbf5033a9d" providerId="ADAL" clId="{F75CD730-4B93-4946-A438-1D617634E6A9}" dt="2024-07-25T00:57:23.483" v="1386"/>
          <ac:grpSpMkLst>
            <pc:docMk/>
            <pc:sldMk cId="2935639911" sldId="287"/>
            <ac:grpSpMk id="3" creationId="{B7325D37-3C9F-F2CF-F1E9-61A9CEC4A4FE}"/>
          </ac:grpSpMkLst>
        </pc:grpChg>
        <pc:grpChg chg="add mod">
          <ac:chgData name="髙田　陽斗" userId="349aba5d-2d55-469e-b606-bfbbf5033a9d" providerId="ADAL" clId="{F75CD730-4B93-4946-A438-1D617634E6A9}" dt="2024-07-25T00:57:23.483" v="1386"/>
          <ac:grpSpMkLst>
            <pc:docMk/>
            <pc:sldMk cId="2935639911" sldId="287"/>
            <ac:grpSpMk id="9" creationId="{F952F969-9EE7-BFC4-9740-6902E34496A6}"/>
          </ac:grpSpMkLst>
        </pc:grpChg>
        <pc:graphicFrameChg chg="add mod modGraphic">
          <ac:chgData name="髙田　陽斗" userId="349aba5d-2d55-469e-b606-bfbbf5033a9d" providerId="ADAL" clId="{F75CD730-4B93-4946-A438-1D617634E6A9}" dt="2024-07-26T02:03:44.176" v="5461" actId="20577"/>
          <ac:graphicFrameMkLst>
            <pc:docMk/>
            <pc:sldMk cId="2935639911" sldId="287"/>
            <ac:graphicFrameMk id="13" creationId="{82B60287-2364-C2AE-2D8C-42EA6849ED54}"/>
          </ac:graphicFrameMkLst>
        </pc:graphicFrameChg>
        <pc:cxnChg chg="add mod">
          <ac:chgData name="髙田　陽斗" userId="349aba5d-2d55-469e-b606-bfbbf5033a9d" providerId="ADAL" clId="{F75CD730-4B93-4946-A438-1D617634E6A9}" dt="2024-07-25T00:57:23.483" v="1386"/>
          <ac:cxnSpMkLst>
            <pc:docMk/>
            <pc:sldMk cId="2935639911" sldId="287"/>
            <ac:cxnSpMk id="2" creationId="{E9A07AF2-FC34-4644-AA43-89502704DF31}"/>
          </ac:cxnSpMkLst>
        </pc:cxnChg>
        <pc:cxnChg chg="add mod">
          <ac:chgData name="髙田　陽斗" userId="349aba5d-2d55-469e-b606-bfbbf5033a9d" providerId="ADAL" clId="{F75CD730-4B93-4946-A438-1D617634E6A9}" dt="2024-07-25T01:58:38.363" v="2172"/>
          <ac:cxnSpMkLst>
            <pc:docMk/>
            <pc:sldMk cId="2935639911" sldId="287"/>
            <ac:cxnSpMk id="23" creationId="{B15CC3BC-64C6-BEA4-55DB-570BD4322673}"/>
          </ac:cxnSpMkLst>
        </pc:cxnChg>
      </pc:sldChg>
      <pc:sldChg chg="addSp delSp modSp new mod modTransition delAnim modAnim">
        <pc:chgData name="髙田　陽斗" userId="349aba5d-2d55-469e-b606-bfbbf5033a9d" providerId="ADAL" clId="{F75CD730-4B93-4946-A438-1D617634E6A9}" dt="2024-07-26T01:33:15.512" v="5373"/>
        <pc:sldMkLst>
          <pc:docMk/>
          <pc:sldMk cId="1627386655" sldId="288"/>
        </pc:sldMkLst>
        <pc:spChg chg="mod">
          <ac:chgData name="髙田　陽斗" userId="349aba5d-2d55-469e-b606-bfbbf5033a9d" providerId="ADAL" clId="{F75CD730-4B93-4946-A438-1D617634E6A9}" dt="2024-07-25T01:05:16.304" v="1452"/>
          <ac:spMkLst>
            <pc:docMk/>
            <pc:sldMk cId="1627386655" sldId="288"/>
            <ac:spMk id="4" creationId="{D721C1B8-7D51-0B08-E8AE-5E513B429182}"/>
          </ac:spMkLst>
        </pc:spChg>
        <pc:spChg chg="mod">
          <ac:chgData name="髙田　陽斗" userId="349aba5d-2d55-469e-b606-bfbbf5033a9d" providerId="ADAL" clId="{F75CD730-4B93-4946-A438-1D617634E6A9}" dt="2024-07-25T01:24:20.525" v="1636" actId="20577"/>
          <ac:spMkLst>
            <pc:docMk/>
            <pc:sldMk cId="1627386655" sldId="288"/>
            <ac:spMk id="5" creationId="{1847247E-9014-7027-ED73-28EEF1307B89}"/>
          </ac:spMkLst>
        </pc:spChg>
        <pc:spChg chg="mod">
          <ac:chgData name="髙田　陽斗" userId="349aba5d-2d55-469e-b606-bfbbf5033a9d" providerId="ADAL" clId="{F75CD730-4B93-4946-A438-1D617634E6A9}" dt="2024-07-25T01:05:16.304" v="1452"/>
          <ac:spMkLst>
            <pc:docMk/>
            <pc:sldMk cId="1627386655" sldId="288"/>
            <ac:spMk id="7" creationId="{682E6C6B-5028-E7B5-A9D4-A14A2B2392A8}"/>
          </ac:spMkLst>
        </pc:spChg>
        <pc:spChg chg="mod">
          <ac:chgData name="髙田　陽斗" userId="349aba5d-2d55-469e-b606-bfbbf5033a9d" providerId="ADAL" clId="{F75CD730-4B93-4946-A438-1D617634E6A9}" dt="2024-07-25T01:05:16.304" v="1452"/>
          <ac:spMkLst>
            <pc:docMk/>
            <pc:sldMk cId="1627386655" sldId="288"/>
            <ac:spMk id="8" creationId="{9772C4DF-B4D2-02E3-AE25-57F646AA7F11}"/>
          </ac:spMkLst>
        </pc:spChg>
        <pc:spChg chg="mod">
          <ac:chgData name="髙田　陽斗" userId="349aba5d-2d55-469e-b606-bfbbf5033a9d" providerId="ADAL" clId="{F75CD730-4B93-4946-A438-1D617634E6A9}" dt="2024-07-25T01:05:16.304" v="1452"/>
          <ac:spMkLst>
            <pc:docMk/>
            <pc:sldMk cId="1627386655" sldId="288"/>
            <ac:spMk id="9" creationId="{C30A346E-F37C-D345-5D3C-15E501BC1CF8}"/>
          </ac:spMkLst>
        </pc:spChg>
        <pc:spChg chg="mod">
          <ac:chgData name="髙田　陽斗" userId="349aba5d-2d55-469e-b606-bfbbf5033a9d" providerId="ADAL" clId="{F75CD730-4B93-4946-A438-1D617634E6A9}" dt="2024-07-25T01:05:16.304" v="1452"/>
          <ac:spMkLst>
            <pc:docMk/>
            <pc:sldMk cId="1627386655" sldId="288"/>
            <ac:spMk id="10" creationId="{CAFBDF6A-40AF-25E7-002E-EECB6D2D6A5D}"/>
          </ac:spMkLst>
        </pc:spChg>
        <pc:spChg chg="add mod topLvl">
          <ac:chgData name="髙田　陽斗" userId="349aba5d-2d55-469e-b606-bfbbf5033a9d" providerId="ADAL" clId="{F75CD730-4B93-4946-A438-1D617634E6A9}" dt="2024-07-25T01:15:28.141" v="1587" actId="164"/>
          <ac:spMkLst>
            <pc:docMk/>
            <pc:sldMk cId="1627386655" sldId="288"/>
            <ac:spMk id="11" creationId="{CD7D5BC4-B7FB-2A3F-BE67-C8EB25421189}"/>
          </ac:spMkLst>
        </pc:spChg>
        <pc:spChg chg="add mod">
          <ac:chgData name="髙田　陽斗" userId="349aba5d-2d55-469e-b606-bfbbf5033a9d" providerId="ADAL" clId="{F75CD730-4B93-4946-A438-1D617634E6A9}" dt="2024-07-25T01:08:03.554" v="1478" actId="1076"/>
          <ac:spMkLst>
            <pc:docMk/>
            <pc:sldMk cId="1627386655" sldId="288"/>
            <ac:spMk id="12" creationId="{49BF5409-B84C-3CA5-DB15-087F75446A9D}"/>
          </ac:spMkLst>
        </pc:spChg>
        <pc:spChg chg="add del mod">
          <ac:chgData name="髙田　陽斗" userId="349aba5d-2d55-469e-b606-bfbbf5033a9d" providerId="ADAL" clId="{F75CD730-4B93-4946-A438-1D617634E6A9}" dt="2024-07-25T01:05:26.653" v="1455" actId="478"/>
          <ac:spMkLst>
            <pc:docMk/>
            <pc:sldMk cId="1627386655" sldId="288"/>
            <ac:spMk id="13" creationId="{CD852B0C-6EB7-B470-9172-CF4C8D551780}"/>
          </ac:spMkLst>
        </pc:spChg>
        <pc:spChg chg="add mod topLvl">
          <ac:chgData name="髙田　陽斗" userId="349aba5d-2d55-469e-b606-bfbbf5033a9d" providerId="ADAL" clId="{F75CD730-4B93-4946-A438-1D617634E6A9}" dt="2024-07-25T01:15:28.141" v="1587" actId="164"/>
          <ac:spMkLst>
            <pc:docMk/>
            <pc:sldMk cId="1627386655" sldId="288"/>
            <ac:spMk id="14" creationId="{8637C948-5445-9010-04F3-1D75C929636A}"/>
          </ac:spMkLst>
        </pc:spChg>
        <pc:spChg chg="add mod topLvl">
          <ac:chgData name="髙田　陽斗" userId="349aba5d-2d55-469e-b606-bfbbf5033a9d" providerId="ADAL" clId="{F75CD730-4B93-4946-A438-1D617634E6A9}" dt="2024-07-25T01:15:28.141" v="1587" actId="164"/>
          <ac:spMkLst>
            <pc:docMk/>
            <pc:sldMk cId="1627386655" sldId="288"/>
            <ac:spMk id="15" creationId="{A109267F-960E-C332-B99A-A29B195A63E8}"/>
          </ac:spMkLst>
        </pc:spChg>
        <pc:spChg chg="add mod">
          <ac:chgData name="髙田　陽斗" userId="349aba5d-2d55-469e-b606-bfbbf5033a9d" providerId="ADAL" clId="{F75CD730-4B93-4946-A438-1D617634E6A9}" dt="2024-07-25T01:05:16.304" v="1452"/>
          <ac:spMkLst>
            <pc:docMk/>
            <pc:sldMk cId="1627386655" sldId="288"/>
            <ac:spMk id="16" creationId="{9AB1C3C0-2AE4-4E13-2789-FA5408875396}"/>
          </ac:spMkLst>
        </pc:spChg>
        <pc:spChg chg="add mod">
          <ac:chgData name="髙田　陽斗" userId="349aba5d-2d55-469e-b606-bfbbf5033a9d" providerId="ADAL" clId="{F75CD730-4B93-4946-A438-1D617634E6A9}" dt="2024-07-25T01:05:16.304" v="1452"/>
          <ac:spMkLst>
            <pc:docMk/>
            <pc:sldMk cId="1627386655" sldId="288"/>
            <ac:spMk id="17" creationId="{776A5B75-87C5-B659-3476-8510F8A74A44}"/>
          </ac:spMkLst>
        </pc:spChg>
        <pc:spChg chg="add mod">
          <ac:chgData name="髙田　陽斗" userId="349aba5d-2d55-469e-b606-bfbbf5033a9d" providerId="ADAL" clId="{F75CD730-4B93-4946-A438-1D617634E6A9}" dt="2024-07-25T01:05:16.304" v="1452"/>
          <ac:spMkLst>
            <pc:docMk/>
            <pc:sldMk cId="1627386655" sldId="288"/>
            <ac:spMk id="18" creationId="{E7B31937-2EBE-C98A-C553-2F8B7DB27D79}"/>
          </ac:spMkLst>
        </pc:spChg>
        <pc:spChg chg="add mod topLvl">
          <ac:chgData name="髙田　陽斗" userId="349aba5d-2d55-469e-b606-bfbbf5033a9d" providerId="ADAL" clId="{F75CD730-4B93-4946-A438-1D617634E6A9}" dt="2024-07-25T01:15:28.141" v="1587" actId="164"/>
          <ac:spMkLst>
            <pc:docMk/>
            <pc:sldMk cId="1627386655" sldId="288"/>
            <ac:spMk id="19" creationId="{6D0979ED-4474-19BB-7BA3-9A38EB3543B7}"/>
          </ac:spMkLst>
        </pc:spChg>
        <pc:spChg chg="add mod topLvl">
          <ac:chgData name="髙田　陽斗" userId="349aba5d-2d55-469e-b606-bfbbf5033a9d" providerId="ADAL" clId="{F75CD730-4B93-4946-A438-1D617634E6A9}" dt="2024-07-25T01:15:28.141" v="1587" actId="164"/>
          <ac:spMkLst>
            <pc:docMk/>
            <pc:sldMk cId="1627386655" sldId="288"/>
            <ac:spMk id="20" creationId="{70E9EBF1-6BD9-5827-8F58-918CF6AB12C2}"/>
          </ac:spMkLst>
        </pc:spChg>
        <pc:spChg chg="add mod">
          <ac:chgData name="髙田　陽斗" userId="349aba5d-2d55-469e-b606-bfbbf5033a9d" providerId="ADAL" clId="{F75CD730-4B93-4946-A438-1D617634E6A9}" dt="2024-07-25T01:05:16.304" v="1452"/>
          <ac:spMkLst>
            <pc:docMk/>
            <pc:sldMk cId="1627386655" sldId="288"/>
            <ac:spMk id="21" creationId="{B7881AC3-AB9D-BAFE-A471-5CC8C4E0A791}"/>
          </ac:spMkLst>
        </pc:spChg>
        <pc:spChg chg="add mod topLvl">
          <ac:chgData name="髙田　陽斗" userId="349aba5d-2d55-469e-b606-bfbbf5033a9d" providerId="ADAL" clId="{F75CD730-4B93-4946-A438-1D617634E6A9}" dt="2024-07-25T01:16:23.587" v="1594" actId="164"/>
          <ac:spMkLst>
            <pc:docMk/>
            <pc:sldMk cId="1627386655" sldId="288"/>
            <ac:spMk id="23" creationId="{4BB6DD5B-C63F-74E4-9344-956D55680EF1}"/>
          </ac:spMkLst>
        </pc:spChg>
        <pc:spChg chg="add mod topLvl">
          <ac:chgData name="髙田　陽斗" userId="349aba5d-2d55-469e-b606-bfbbf5033a9d" providerId="ADAL" clId="{F75CD730-4B93-4946-A438-1D617634E6A9}" dt="2024-07-25T01:16:23.587" v="1594" actId="164"/>
          <ac:spMkLst>
            <pc:docMk/>
            <pc:sldMk cId="1627386655" sldId="288"/>
            <ac:spMk id="24" creationId="{999DED1B-0813-3BFD-EB20-434BB742F208}"/>
          </ac:spMkLst>
        </pc:spChg>
        <pc:spChg chg="add mod topLvl">
          <ac:chgData name="髙田　陽斗" userId="349aba5d-2d55-469e-b606-bfbbf5033a9d" providerId="ADAL" clId="{F75CD730-4B93-4946-A438-1D617634E6A9}" dt="2024-07-25T01:15:58.366" v="1592" actId="164"/>
          <ac:spMkLst>
            <pc:docMk/>
            <pc:sldMk cId="1627386655" sldId="288"/>
            <ac:spMk id="25" creationId="{CFC4F23A-8038-C7DB-598E-DF1CC1C9DE46}"/>
          </ac:spMkLst>
        </pc:spChg>
        <pc:spChg chg="add mod topLvl">
          <ac:chgData name="髙田　陽斗" userId="349aba5d-2d55-469e-b606-bfbbf5033a9d" providerId="ADAL" clId="{F75CD730-4B93-4946-A438-1D617634E6A9}" dt="2024-07-25T01:15:58.366" v="1592" actId="164"/>
          <ac:spMkLst>
            <pc:docMk/>
            <pc:sldMk cId="1627386655" sldId="288"/>
            <ac:spMk id="26" creationId="{E341EBF6-B751-F6DC-E908-518387376294}"/>
          </ac:spMkLst>
        </pc:spChg>
        <pc:spChg chg="add mod topLvl">
          <ac:chgData name="髙田　陽斗" userId="349aba5d-2d55-469e-b606-bfbbf5033a9d" providerId="ADAL" clId="{F75CD730-4B93-4946-A438-1D617634E6A9}" dt="2024-07-25T01:15:58.366" v="1592" actId="164"/>
          <ac:spMkLst>
            <pc:docMk/>
            <pc:sldMk cId="1627386655" sldId="288"/>
            <ac:spMk id="27" creationId="{5600DAA9-99E0-99F2-D8AF-737AB16F282E}"/>
          </ac:spMkLst>
        </pc:spChg>
        <pc:spChg chg="add mod">
          <ac:chgData name="髙田　陽斗" userId="349aba5d-2d55-469e-b606-bfbbf5033a9d" providerId="ADAL" clId="{F75CD730-4B93-4946-A438-1D617634E6A9}" dt="2024-07-25T01:13:12.361" v="1543"/>
          <ac:spMkLst>
            <pc:docMk/>
            <pc:sldMk cId="1627386655" sldId="288"/>
            <ac:spMk id="28" creationId="{C4061F5A-F5AC-897D-5314-8A92263295AE}"/>
          </ac:spMkLst>
        </pc:spChg>
        <pc:spChg chg="add mod topLvl">
          <ac:chgData name="髙田　陽斗" userId="349aba5d-2d55-469e-b606-bfbbf5033a9d" providerId="ADAL" clId="{F75CD730-4B93-4946-A438-1D617634E6A9}" dt="2024-07-25T01:15:58.366" v="1592" actId="164"/>
          <ac:spMkLst>
            <pc:docMk/>
            <pc:sldMk cId="1627386655" sldId="288"/>
            <ac:spMk id="29" creationId="{19086916-3B99-9F0D-0239-A8A48B4BEF9A}"/>
          </ac:spMkLst>
        </pc:spChg>
        <pc:grpChg chg="add mod">
          <ac:chgData name="髙田　陽斗" userId="349aba5d-2d55-469e-b606-bfbbf5033a9d" providerId="ADAL" clId="{F75CD730-4B93-4946-A438-1D617634E6A9}" dt="2024-07-25T01:05:16.304" v="1452"/>
          <ac:grpSpMkLst>
            <pc:docMk/>
            <pc:sldMk cId="1627386655" sldId="288"/>
            <ac:grpSpMk id="3" creationId="{E2DD40E5-965F-A6D8-8775-844534914DA1}"/>
          </ac:grpSpMkLst>
        </pc:grpChg>
        <pc:grpChg chg="add mod">
          <ac:chgData name="髙田　陽斗" userId="349aba5d-2d55-469e-b606-bfbbf5033a9d" providerId="ADAL" clId="{F75CD730-4B93-4946-A438-1D617634E6A9}" dt="2024-07-25T01:05:16.304" v="1452"/>
          <ac:grpSpMkLst>
            <pc:docMk/>
            <pc:sldMk cId="1627386655" sldId="288"/>
            <ac:grpSpMk id="6" creationId="{68AA5D23-96AE-E2DF-DF3F-9E4359754A26}"/>
          </ac:grpSpMkLst>
        </pc:grpChg>
        <pc:grpChg chg="add del mod">
          <ac:chgData name="髙田　陽斗" userId="349aba5d-2d55-469e-b606-bfbbf5033a9d" providerId="ADAL" clId="{F75CD730-4B93-4946-A438-1D617634E6A9}" dt="2024-07-25T01:15:28.141" v="1587" actId="164"/>
          <ac:grpSpMkLst>
            <pc:docMk/>
            <pc:sldMk cId="1627386655" sldId="288"/>
            <ac:grpSpMk id="30" creationId="{A7F2FD16-43B3-3E80-4C76-BD768BF77E97}"/>
          </ac:grpSpMkLst>
        </pc:grpChg>
        <pc:grpChg chg="add mod">
          <ac:chgData name="髙田　陽斗" userId="349aba5d-2d55-469e-b606-bfbbf5033a9d" providerId="ADAL" clId="{F75CD730-4B93-4946-A438-1D617634E6A9}" dt="2024-07-25T01:16:23.587" v="1594" actId="164"/>
          <ac:grpSpMkLst>
            <pc:docMk/>
            <pc:sldMk cId="1627386655" sldId="288"/>
            <ac:grpSpMk id="31" creationId="{0129ABE6-6558-924F-6A64-0DFAC0834C86}"/>
          </ac:grpSpMkLst>
        </pc:grpChg>
        <pc:grpChg chg="add mod">
          <ac:chgData name="髙田　陽斗" userId="349aba5d-2d55-469e-b606-bfbbf5033a9d" providerId="ADAL" clId="{F75CD730-4B93-4946-A438-1D617634E6A9}" dt="2024-07-25T01:16:41.241" v="1596" actId="14861"/>
          <ac:grpSpMkLst>
            <pc:docMk/>
            <pc:sldMk cId="1627386655" sldId="288"/>
            <ac:grpSpMk id="32" creationId="{8ACF443D-4C3C-184A-356C-4A3DD8E65387}"/>
          </ac:grpSpMkLst>
        </pc:grpChg>
        <pc:cxnChg chg="add mod">
          <ac:chgData name="髙田　陽斗" userId="349aba5d-2d55-469e-b606-bfbbf5033a9d" providerId="ADAL" clId="{F75CD730-4B93-4946-A438-1D617634E6A9}" dt="2024-07-25T01:05:16.304" v="1452"/>
          <ac:cxnSpMkLst>
            <pc:docMk/>
            <pc:sldMk cId="1627386655" sldId="288"/>
            <ac:cxnSpMk id="2" creationId="{8A38BC6C-66A0-ADCD-E151-2A4C2872E1FB}"/>
          </ac:cxnSpMkLst>
        </pc:cxnChg>
        <pc:cxnChg chg="add mod topLvl">
          <ac:chgData name="髙田　陽斗" userId="349aba5d-2d55-469e-b606-bfbbf5033a9d" providerId="ADAL" clId="{F75CD730-4B93-4946-A438-1D617634E6A9}" dt="2024-07-25T01:15:28.141" v="1587" actId="164"/>
          <ac:cxnSpMkLst>
            <pc:docMk/>
            <pc:sldMk cId="1627386655" sldId="288"/>
            <ac:cxnSpMk id="22" creationId="{879612F8-DEDF-9FE7-22F5-F8DCEC103950}"/>
          </ac:cxnSpMkLst>
        </pc:cxnChg>
      </pc:sldChg>
      <pc:sldChg chg="addSp modSp new mod modTransition modAnim">
        <pc:chgData name="髙田　陽斗" userId="349aba5d-2d55-469e-b606-bfbbf5033a9d" providerId="ADAL" clId="{F75CD730-4B93-4946-A438-1D617634E6A9}" dt="2024-07-26T01:33:29.894" v="5376"/>
        <pc:sldMkLst>
          <pc:docMk/>
          <pc:sldMk cId="4011911635" sldId="289"/>
        </pc:sldMkLst>
        <pc:spChg chg="mod">
          <ac:chgData name="髙田　陽斗" userId="349aba5d-2d55-469e-b606-bfbbf5033a9d" providerId="ADAL" clId="{F75CD730-4B93-4946-A438-1D617634E6A9}" dt="2024-07-25T01:23:54.246" v="1606"/>
          <ac:spMkLst>
            <pc:docMk/>
            <pc:sldMk cId="4011911635" sldId="289"/>
            <ac:spMk id="3" creationId="{D00DBCC9-6052-1E57-8DB2-79E4F69711FC}"/>
          </ac:spMkLst>
        </pc:spChg>
        <pc:spChg chg="mod">
          <ac:chgData name="髙田　陽斗" userId="349aba5d-2d55-469e-b606-bfbbf5033a9d" providerId="ADAL" clId="{F75CD730-4B93-4946-A438-1D617634E6A9}" dt="2024-07-25T01:23:54.246" v="1606"/>
          <ac:spMkLst>
            <pc:docMk/>
            <pc:sldMk cId="4011911635" sldId="289"/>
            <ac:spMk id="4" creationId="{D38BFFF9-58A7-E89F-EA07-05F46DDA18B0}"/>
          </ac:spMkLst>
        </pc:spChg>
        <pc:spChg chg="mod">
          <ac:chgData name="髙田　陽斗" userId="349aba5d-2d55-469e-b606-bfbbf5033a9d" providerId="ADAL" clId="{F75CD730-4B93-4946-A438-1D617634E6A9}" dt="2024-07-25T01:23:54.246" v="1606"/>
          <ac:spMkLst>
            <pc:docMk/>
            <pc:sldMk cId="4011911635" sldId="289"/>
            <ac:spMk id="5" creationId="{AD953805-D409-19F2-468B-22B612E08835}"/>
          </ac:spMkLst>
        </pc:spChg>
        <pc:spChg chg="mod">
          <ac:chgData name="髙田　陽斗" userId="349aba5d-2d55-469e-b606-bfbbf5033a9d" providerId="ADAL" clId="{F75CD730-4B93-4946-A438-1D617634E6A9}" dt="2024-07-25T01:23:54.246" v="1606"/>
          <ac:spMkLst>
            <pc:docMk/>
            <pc:sldMk cId="4011911635" sldId="289"/>
            <ac:spMk id="6" creationId="{5C2EFFDD-BE1F-9A9D-3533-1C4B83AA37AE}"/>
          </ac:spMkLst>
        </pc:spChg>
        <pc:spChg chg="mod">
          <ac:chgData name="髙田　陽斗" userId="349aba5d-2d55-469e-b606-bfbbf5033a9d" providerId="ADAL" clId="{F75CD730-4B93-4946-A438-1D617634E6A9}" dt="2024-07-25T01:23:54.246" v="1606"/>
          <ac:spMkLst>
            <pc:docMk/>
            <pc:sldMk cId="4011911635" sldId="289"/>
            <ac:spMk id="9" creationId="{B4799313-A7A2-4656-484E-589E3A101F92}"/>
          </ac:spMkLst>
        </pc:spChg>
        <pc:spChg chg="mod">
          <ac:chgData name="髙田　陽斗" userId="349aba5d-2d55-469e-b606-bfbbf5033a9d" providerId="ADAL" clId="{F75CD730-4B93-4946-A438-1D617634E6A9}" dt="2024-07-25T01:24:12.471" v="1626" actId="20577"/>
          <ac:spMkLst>
            <pc:docMk/>
            <pc:sldMk cId="4011911635" sldId="289"/>
            <ac:spMk id="10" creationId="{43D38506-1B7D-AB65-6B1F-31C47ED15263}"/>
          </ac:spMkLst>
        </pc:spChg>
        <pc:spChg chg="add mod">
          <ac:chgData name="髙田　陽斗" userId="349aba5d-2d55-469e-b606-bfbbf5033a9d" providerId="ADAL" clId="{F75CD730-4B93-4946-A438-1D617634E6A9}" dt="2024-07-25T01:23:54.246" v="1606"/>
          <ac:spMkLst>
            <pc:docMk/>
            <pc:sldMk cId="4011911635" sldId="289"/>
            <ac:spMk id="11" creationId="{AE0FEFA7-6117-16DE-2BDE-FF7B14221482}"/>
          </ac:spMkLst>
        </pc:spChg>
        <pc:spChg chg="add mod">
          <ac:chgData name="髙田　陽斗" userId="349aba5d-2d55-469e-b606-bfbbf5033a9d" providerId="ADAL" clId="{F75CD730-4B93-4946-A438-1D617634E6A9}" dt="2024-07-25T01:24:03.714" v="1616" actId="20577"/>
          <ac:spMkLst>
            <pc:docMk/>
            <pc:sldMk cId="4011911635" sldId="289"/>
            <ac:spMk id="12" creationId="{32F640E9-4544-C44A-35D6-AF5CC17D888E}"/>
          </ac:spMkLst>
        </pc:spChg>
        <pc:spChg chg="add mod">
          <ac:chgData name="髙田　陽斗" userId="349aba5d-2d55-469e-b606-bfbbf5033a9d" providerId="ADAL" clId="{F75CD730-4B93-4946-A438-1D617634E6A9}" dt="2024-07-25T01:23:54.246" v="1606"/>
          <ac:spMkLst>
            <pc:docMk/>
            <pc:sldMk cId="4011911635" sldId="289"/>
            <ac:spMk id="13" creationId="{38619C99-413D-63FD-25E2-F591BDEC0C22}"/>
          </ac:spMkLst>
        </pc:spChg>
        <pc:spChg chg="add mod">
          <ac:chgData name="髙田　陽斗" userId="349aba5d-2d55-469e-b606-bfbbf5033a9d" providerId="ADAL" clId="{F75CD730-4B93-4946-A438-1D617634E6A9}" dt="2024-07-25T01:23:54.246" v="1606"/>
          <ac:spMkLst>
            <pc:docMk/>
            <pc:sldMk cId="4011911635" sldId="289"/>
            <ac:spMk id="14" creationId="{90731B46-B83C-CC26-6A1C-D836DDCA1CA3}"/>
          </ac:spMkLst>
        </pc:spChg>
        <pc:spChg chg="add mod">
          <ac:chgData name="髙田　陽斗" userId="349aba5d-2d55-469e-b606-bfbbf5033a9d" providerId="ADAL" clId="{F75CD730-4B93-4946-A438-1D617634E6A9}" dt="2024-07-25T01:23:54.246" v="1606"/>
          <ac:spMkLst>
            <pc:docMk/>
            <pc:sldMk cId="4011911635" sldId="289"/>
            <ac:spMk id="15" creationId="{34AAB5BF-D8EA-A3AB-E22F-42D8F7725F65}"/>
          </ac:spMkLst>
        </pc:spChg>
        <pc:spChg chg="add mod">
          <ac:chgData name="髙田　陽斗" userId="349aba5d-2d55-469e-b606-bfbbf5033a9d" providerId="ADAL" clId="{F75CD730-4B93-4946-A438-1D617634E6A9}" dt="2024-07-25T01:23:54.246" v="1606"/>
          <ac:spMkLst>
            <pc:docMk/>
            <pc:sldMk cId="4011911635" sldId="289"/>
            <ac:spMk id="16" creationId="{6EF061E3-EA40-0969-CC1E-60B8AD95C3F6}"/>
          </ac:spMkLst>
        </pc:spChg>
        <pc:spChg chg="add mod">
          <ac:chgData name="髙田　陽斗" userId="349aba5d-2d55-469e-b606-bfbbf5033a9d" providerId="ADAL" clId="{F75CD730-4B93-4946-A438-1D617634E6A9}" dt="2024-07-25T01:23:54.246" v="1606"/>
          <ac:spMkLst>
            <pc:docMk/>
            <pc:sldMk cId="4011911635" sldId="289"/>
            <ac:spMk id="17" creationId="{8DCB1D03-8A7D-997B-F0F3-C8F0E730C27D}"/>
          </ac:spMkLst>
        </pc:spChg>
        <pc:grpChg chg="add mod">
          <ac:chgData name="髙田　陽斗" userId="349aba5d-2d55-469e-b606-bfbbf5033a9d" providerId="ADAL" clId="{F75CD730-4B93-4946-A438-1D617634E6A9}" dt="2024-07-25T01:23:54.246" v="1606"/>
          <ac:grpSpMkLst>
            <pc:docMk/>
            <pc:sldMk cId="4011911635" sldId="289"/>
            <ac:grpSpMk id="2" creationId="{22ED1475-82D4-849E-4D4D-3ECB4471BD89}"/>
          </ac:grpSpMkLst>
        </pc:grpChg>
        <pc:grpChg chg="add mod">
          <ac:chgData name="髙田　陽斗" userId="349aba5d-2d55-469e-b606-bfbbf5033a9d" providerId="ADAL" clId="{F75CD730-4B93-4946-A438-1D617634E6A9}" dt="2024-07-25T01:23:54.246" v="1606"/>
          <ac:grpSpMkLst>
            <pc:docMk/>
            <pc:sldMk cId="4011911635" sldId="289"/>
            <ac:grpSpMk id="8" creationId="{A4878F71-05C5-797D-1523-6AEA673F3F1B}"/>
          </ac:grpSpMkLst>
        </pc:grpChg>
        <pc:cxnChg chg="add mod">
          <ac:chgData name="髙田　陽斗" userId="349aba5d-2d55-469e-b606-bfbbf5033a9d" providerId="ADAL" clId="{F75CD730-4B93-4946-A438-1D617634E6A9}" dt="2024-07-25T01:23:54.246" v="1606"/>
          <ac:cxnSpMkLst>
            <pc:docMk/>
            <pc:sldMk cId="4011911635" sldId="289"/>
            <ac:cxnSpMk id="7" creationId="{C151B50D-57B7-6254-86C3-29E9082A0717}"/>
          </ac:cxnSpMkLst>
        </pc:cxnChg>
      </pc:sldChg>
      <pc:sldChg chg="addSp modSp new mod modTransition modAnim">
        <pc:chgData name="髙田　陽斗" userId="349aba5d-2d55-469e-b606-bfbbf5033a9d" providerId="ADAL" clId="{F75CD730-4B93-4946-A438-1D617634E6A9}" dt="2024-07-26T02:03:30.795" v="5457" actId="20577"/>
        <pc:sldMkLst>
          <pc:docMk/>
          <pc:sldMk cId="2679046619" sldId="290"/>
        </pc:sldMkLst>
        <pc:spChg chg="mod">
          <ac:chgData name="髙田　陽斗" userId="349aba5d-2d55-469e-b606-bfbbf5033a9d" providerId="ADAL" clId="{F75CD730-4B93-4946-A438-1D617634E6A9}" dt="2024-07-25T01:24:57.414" v="1638"/>
          <ac:spMkLst>
            <pc:docMk/>
            <pc:sldMk cId="2679046619" sldId="290"/>
            <ac:spMk id="4" creationId="{F9BFB7C5-0FDE-B740-973D-033B15E85C79}"/>
          </ac:spMkLst>
        </pc:spChg>
        <pc:spChg chg="mod">
          <ac:chgData name="髙田　陽斗" userId="349aba5d-2d55-469e-b606-bfbbf5033a9d" providerId="ADAL" clId="{F75CD730-4B93-4946-A438-1D617634E6A9}" dt="2024-07-25T01:24:57.414" v="1638"/>
          <ac:spMkLst>
            <pc:docMk/>
            <pc:sldMk cId="2679046619" sldId="290"/>
            <ac:spMk id="5" creationId="{A3225408-C2E1-AC5E-649B-247BA333EBD8}"/>
          </ac:spMkLst>
        </pc:spChg>
        <pc:spChg chg="mod">
          <ac:chgData name="髙田　陽斗" userId="349aba5d-2d55-469e-b606-bfbbf5033a9d" providerId="ADAL" clId="{F75CD730-4B93-4946-A438-1D617634E6A9}" dt="2024-07-25T01:24:57.414" v="1638"/>
          <ac:spMkLst>
            <pc:docMk/>
            <pc:sldMk cId="2679046619" sldId="290"/>
            <ac:spMk id="6" creationId="{7CB552DA-B6BD-73FF-7D4C-2156C6660C05}"/>
          </ac:spMkLst>
        </pc:spChg>
        <pc:spChg chg="mod">
          <ac:chgData name="髙田　陽斗" userId="349aba5d-2d55-469e-b606-bfbbf5033a9d" providerId="ADAL" clId="{F75CD730-4B93-4946-A438-1D617634E6A9}" dt="2024-07-25T01:24:57.414" v="1638"/>
          <ac:spMkLst>
            <pc:docMk/>
            <pc:sldMk cId="2679046619" sldId="290"/>
            <ac:spMk id="7" creationId="{1EDFECDD-1636-4F6F-23C1-68D9293ADBC7}"/>
          </ac:spMkLst>
        </pc:spChg>
        <pc:spChg chg="add mod">
          <ac:chgData name="髙田　陽斗" userId="349aba5d-2d55-469e-b606-bfbbf5033a9d" providerId="ADAL" clId="{F75CD730-4B93-4946-A438-1D617634E6A9}" dt="2024-07-25T01:24:57.414" v="1638"/>
          <ac:spMkLst>
            <pc:docMk/>
            <pc:sldMk cId="2679046619" sldId="290"/>
            <ac:spMk id="8" creationId="{52DC56BB-EF42-A0EE-D832-53DEC4D35AB2}"/>
          </ac:spMkLst>
        </pc:spChg>
        <pc:spChg chg="mod">
          <ac:chgData name="髙田　陽斗" userId="349aba5d-2d55-469e-b606-bfbbf5033a9d" providerId="ADAL" clId="{F75CD730-4B93-4946-A438-1D617634E6A9}" dt="2024-07-25T01:24:57.414" v="1638"/>
          <ac:spMkLst>
            <pc:docMk/>
            <pc:sldMk cId="2679046619" sldId="290"/>
            <ac:spMk id="10" creationId="{583BB2A5-A255-E1A9-439E-221B756697FA}"/>
          </ac:spMkLst>
        </pc:spChg>
        <pc:spChg chg="mod">
          <ac:chgData name="髙田　陽斗" userId="349aba5d-2d55-469e-b606-bfbbf5033a9d" providerId="ADAL" clId="{F75CD730-4B93-4946-A438-1D617634E6A9}" dt="2024-07-25T01:24:57.414" v="1638"/>
          <ac:spMkLst>
            <pc:docMk/>
            <pc:sldMk cId="2679046619" sldId="290"/>
            <ac:spMk id="11" creationId="{BAF73992-8C91-1875-D607-1C7F9C2C334A}"/>
          </ac:spMkLst>
        </pc:spChg>
        <pc:spChg chg="add mod">
          <ac:chgData name="髙田　陽斗" userId="349aba5d-2d55-469e-b606-bfbbf5033a9d" providerId="ADAL" clId="{F75CD730-4B93-4946-A438-1D617634E6A9}" dt="2024-07-25T01:24:57.414" v="1638"/>
          <ac:spMkLst>
            <pc:docMk/>
            <pc:sldMk cId="2679046619" sldId="290"/>
            <ac:spMk id="12" creationId="{43FE493A-A53F-9857-EB1A-95734960AC90}"/>
          </ac:spMkLst>
        </pc:spChg>
        <pc:spChg chg="add mod">
          <ac:chgData name="髙田　陽斗" userId="349aba5d-2d55-469e-b606-bfbbf5033a9d" providerId="ADAL" clId="{F75CD730-4B93-4946-A438-1D617634E6A9}" dt="2024-07-25T01:24:57.414" v="1638"/>
          <ac:spMkLst>
            <pc:docMk/>
            <pc:sldMk cId="2679046619" sldId="290"/>
            <ac:spMk id="13" creationId="{0036D22E-9B70-910A-B8BE-EFFF4F7287E0}"/>
          </ac:spMkLst>
        </pc:spChg>
        <pc:spChg chg="add mod">
          <ac:chgData name="髙田　陽斗" userId="349aba5d-2d55-469e-b606-bfbbf5033a9d" providerId="ADAL" clId="{F75CD730-4B93-4946-A438-1D617634E6A9}" dt="2024-07-25T01:24:57.414" v="1638"/>
          <ac:spMkLst>
            <pc:docMk/>
            <pc:sldMk cId="2679046619" sldId="290"/>
            <ac:spMk id="14" creationId="{17C0FDEE-7CF5-6B6F-A7E2-1AFDC455AAE5}"/>
          </ac:spMkLst>
        </pc:spChg>
        <pc:spChg chg="add mod">
          <ac:chgData name="髙田　陽斗" userId="349aba5d-2d55-469e-b606-bfbbf5033a9d" providerId="ADAL" clId="{F75CD730-4B93-4946-A438-1D617634E6A9}" dt="2024-07-25T01:24:57.414" v="1638"/>
          <ac:spMkLst>
            <pc:docMk/>
            <pc:sldMk cId="2679046619" sldId="290"/>
            <ac:spMk id="16" creationId="{E1FE559A-1E66-CBF1-B4AC-B6FF86732050}"/>
          </ac:spMkLst>
        </pc:spChg>
        <pc:spChg chg="add mod">
          <ac:chgData name="髙田　陽斗" userId="349aba5d-2d55-469e-b606-bfbbf5033a9d" providerId="ADAL" clId="{F75CD730-4B93-4946-A438-1D617634E6A9}" dt="2024-07-25T01:24:57.414" v="1638"/>
          <ac:spMkLst>
            <pc:docMk/>
            <pc:sldMk cId="2679046619" sldId="290"/>
            <ac:spMk id="17" creationId="{2CFB3B67-A89D-31F8-3D23-F296C76CF80B}"/>
          </ac:spMkLst>
        </pc:spChg>
        <pc:spChg chg="add mod">
          <ac:chgData name="髙田　陽斗" userId="349aba5d-2d55-469e-b606-bfbbf5033a9d" providerId="ADAL" clId="{F75CD730-4B93-4946-A438-1D617634E6A9}" dt="2024-07-25T01:24:57.414" v="1638"/>
          <ac:spMkLst>
            <pc:docMk/>
            <pc:sldMk cId="2679046619" sldId="290"/>
            <ac:spMk id="18" creationId="{BEE25205-FE0D-4F5B-3B4E-C137E89131FC}"/>
          </ac:spMkLst>
        </pc:spChg>
        <pc:spChg chg="add mod">
          <ac:chgData name="髙田　陽斗" userId="349aba5d-2d55-469e-b606-bfbbf5033a9d" providerId="ADAL" clId="{F75CD730-4B93-4946-A438-1D617634E6A9}" dt="2024-07-25T01:25:33.858" v="1642" actId="1076"/>
          <ac:spMkLst>
            <pc:docMk/>
            <pc:sldMk cId="2679046619" sldId="290"/>
            <ac:spMk id="19" creationId="{7800FE17-7360-7602-55E5-FC0CEE3DF4E0}"/>
          </ac:spMkLst>
        </pc:spChg>
        <pc:spChg chg="add mod">
          <ac:chgData name="髙田　陽斗" userId="349aba5d-2d55-469e-b606-bfbbf5033a9d" providerId="ADAL" clId="{F75CD730-4B93-4946-A438-1D617634E6A9}" dt="2024-07-25T01:58:33.920" v="2171"/>
          <ac:spMkLst>
            <pc:docMk/>
            <pc:sldMk cId="2679046619" sldId="290"/>
            <ac:spMk id="20" creationId="{48BFCCE8-49BC-649C-59DF-07DEED3CD895}"/>
          </ac:spMkLst>
        </pc:spChg>
        <pc:spChg chg="add mod">
          <ac:chgData name="髙田　陽斗" userId="349aba5d-2d55-469e-b606-bfbbf5033a9d" providerId="ADAL" clId="{F75CD730-4B93-4946-A438-1D617634E6A9}" dt="2024-07-25T01:58:33.920" v="2171"/>
          <ac:spMkLst>
            <pc:docMk/>
            <pc:sldMk cId="2679046619" sldId="290"/>
            <ac:spMk id="21" creationId="{DE82AF57-CE53-A3FB-5F56-2ABBFB74F8EC}"/>
          </ac:spMkLst>
        </pc:spChg>
        <pc:grpChg chg="add mod">
          <ac:chgData name="髙田　陽斗" userId="349aba5d-2d55-469e-b606-bfbbf5033a9d" providerId="ADAL" clId="{F75CD730-4B93-4946-A438-1D617634E6A9}" dt="2024-07-25T01:24:57.414" v="1638"/>
          <ac:grpSpMkLst>
            <pc:docMk/>
            <pc:sldMk cId="2679046619" sldId="290"/>
            <ac:grpSpMk id="3" creationId="{9B3F32E5-B4DA-D793-8392-7CFEBD0645C8}"/>
          </ac:grpSpMkLst>
        </pc:grpChg>
        <pc:grpChg chg="add mod">
          <ac:chgData name="髙田　陽斗" userId="349aba5d-2d55-469e-b606-bfbbf5033a9d" providerId="ADAL" clId="{F75CD730-4B93-4946-A438-1D617634E6A9}" dt="2024-07-25T01:24:57.414" v="1638"/>
          <ac:grpSpMkLst>
            <pc:docMk/>
            <pc:sldMk cId="2679046619" sldId="290"/>
            <ac:grpSpMk id="9" creationId="{D6091C64-C822-0271-9D4F-BFEC4C602DFB}"/>
          </ac:grpSpMkLst>
        </pc:grpChg>
        <pc:graphicFrameChg chg="add mod modGraphic">
          <ac:chgData name="髙田　陽斗" userId="349aba5d-2d55-469e-b606-bfbbf5033a9d" providerId="ADAL" clId="{F75CD730-4B93-4946-A438-1D617634E6A9}" dt="2024-07-26T02:03:30.795" v="5457" actId="20577"/>
          <ac:graphicFrameMkLst>
            <pc:docMk/>
            <pc:sldMk cId="2679046619" sldId="290"/>
            <ac:graphicFrameMk id="15" creationId="{1F70C6E5-3F83-07EA-9E5E-58C7048FDCB2}"/>
          </ac:graphicFrameMkLst>
        </pc:graphicFrameChg>
        <pc:cxnChg chg="add mod">
          <ac:chgData name="髙田　陽斗" userId="349aba5d-2d55-469e-b606-bfbbf5033a9d" providerId="ADAL" clId="{F75CD730-4B93-4946-A438-1D617634E6A9}" dt="2024-07-25T01:24:57.414" v="1638"/>
          <ac:cxnSpMkLst>
            <pc:docMk/>
            <pc:sldMk cId="2679046619" sldId="290"/>
            <ac:cxnSpMk id="2" creationId="{9738693A-0A85-7ED8-4D25-A83F573ADF4E}"/>
          </ac:cxnSpMkLst>
        </pc:cxnChg>
        <pc:cxnChg chg="add mod">
          <ac:chgData name="髙田　陽斗" userId="349aba5d-2d55-469e-b606-bfbbf5033a9d" providerId="ADAL" clId="{F75CD730-4B93-4946-A438-1D617634E6A9}" dt="2024-07-25T01:58:33.920" v="2171"/>
          <ac:cxnSpMkLst>
            <pc:docMk/>
            <pc:sldMk cId="2679046619" sldId="290"/>
            <ac:cxnSpMk id="22" creationId="{197031CB-03AD-E189-4405-80E7C9AFD35A}"/>
          </ac:cxnSpMkLst>
        </pc:cxnChg>
      </pc:sldChg>
      <pc:sldChg chg="addSp delSp modSp new mod modTransition delAnim modAnim">
        <pc:chgData name="髙田　陽斗" userId="349aba5d-2d55-469e-b606-bfbbf5033a9d" providerId="ADAL" clId="{F75CD730-4B93-4946-A438-1D617634E6A9}" dt="2024-07-26T01:34:50.233" v="5391"/>
        <pc:sldMkLst>
          <pc:docMk/>
          <pc:sldMk cId="2461852532" sldId="291"/>
        </pc:sldMkLst>
        <pc:spChg chg="mod">
          <ac:chgData name="髙田　陽斗" userId="349aba5d-2d55-469e-b606-bfbbf5033a9d" providerId="ADAL" clId="{F75CD730-4B93-4946-A438-1D617634E6A9}" dt="2024-07-25T01:26:34.015" v="1643"/>
          <ac:spMkLst>
            <pc:docMk/>
            <pc:sldMk cId="2461852532" sldId="291"/>
            <ac:spMk id="3" creationId="{F29711E9-8A35-DB2B-CBCF-2E49F4FF1136}"/>
          </ac:spMkLst>
        </pc:spChg>
        <pc:spChg chg="mod">
          <ac:chgData name="髙田　陽斗" userId="349aba5d-2d55-469e-b606-bfbbf5033a9d" providerId="ADAL" clId="{F75CD730-4B93-4946-A438-1D617634E6A9}" dt="2024-07-25T01:26:34.015" v="1643"/>
          <ac:spMkLst>
            <pc:docMk/>
            <pc:sldMk cId="2461852532" sldId="291"/>
            <ac:spMk id="4" creationId="{575972BB-D753-F410-8E06-D97DAA926E18}"/>
          </ac:spMkLst>
        </pc:spChg>
        <pc:spChg chg="mod">
          <ac:chgData name="髙田　陽斗" userId="349aba5d-2d55-469e-b606-bfbbf5033a9d" providerId="ADAL" clId="{F75CD730-4B93-4946-A438-1D617634E6A9}" dt="2024-07-25T01:26:34.015" v="1643"/>
          <ac:spMkLst>
            <pc:docMk/>
            <pc:sldMk cId="2461852532" sldId="291"/>
            <ac:spMk id="5" creationId="{110B00D5-20D1-9CD2-224D-B85B625CB5FE}"/>
          </ac:spMkLst>
        </pc:spChg>
        <pc:spChg chg="mod">
          <ac:chgData name="髙田　陽斗" userId="349aba5d-2d55-469e-b606-bfbbf5033a9d" providerId="ADAL" clId="{F75CD730-4B93-4946-A438-1D617634E6A9}" dt="2024-07-25T01:26:34.015" v="1643"/>
          <ac:spMkLst>
            <pc:docMk/>
            <pc:sldMk cId="2461852532" sldId="291"/>
            <ac:spMk id="6" creationId="{AB8028DE-8C24-31FE-A819-720A589153B5}"/>
          </ac:spMkLst>
        </pc:spChg>
        <pc:spChg chg="mod">
          <ac:chgData name="髙田　陽斗" userId="349aba5d-2d55-469e-b606-bfbbf5033a9d" providerId="ADAL" clId="{F75CD730-4B93-4946-A438-1D617634E6A9}" dt="2024-07-25T01:26:34.015" v="1643"/>
          <ac:spMkLst>
            <pc:docMk/>
            <pc:sldMk cId="2461852532" sldId="291"/>
            <ac:spMk id="9" creationId="{91040019-13ED-233F-6A26-3F818360815D}"/>
          </ac:spMkLst>
        </pc:spChg>
        <pc:spChg chg="mod">
          <ac:chgData name="髙田　陽斗" userId="349aba5d-2d55-469e-b606-bfbbf5033a9d" providerId="ADAL" clId="{F75CD730-4B93-4946-A438-1D617634E6A9}" dt="2024-07-25T01:54:27.008" v="2133" actId="20577"/>
          <ac:spMkLst>
            <pc:docMk/>
            <pc:sldMk cId="2461852532" sldId="291"/>
            <ac:spMk id="10" creationId="{4130FEC5-C96F-E569-942E-3D8A818E8109}"/>
          </ac:spMkLst>
        </pc:spChg>
        <pc:spChg chg="add del mod">
          <ac:chgData name="髙田　陽斗" userId="349aba5d-2d55-469e-b606-bfbbf5033a9d" providerId="ADAL" clId="{F75CD730-4B93-4946-A438-1D617634E6A9}" dt="2024-07-25T01:26:39.022" v="1644" actId="478"/>
          <ac:spMkLst>
            <pc:docMk/>
            <pc:sldMk cId="2461852532" sldId="291"/>
            <ac:spMk id="11" creationId="{19F2FA3C-9580-5622-5CCC-A86D7BBFA5CC}"/>
          </ac:spMkLst>
        </pc:spChg>
        <pc:spChg chg="add del mod">
          <ac:chgData name="髙田　陽斗" userId="349aba5d-2d55-469e-b606-bfbbf5033a9d" providerId="ADAL" clId="{F75CD730-4B93-4946-A438-1D617634E6A9}" dt="2024-07-25T01:26:39.022" v="1644" actId="478"/>
          <ac:spMkLst>
            <pc:docMk/>
            <pc:sldMk cId="2461852532" sldId="291"/>
            <ac:spMk id="12" creationId="{7E28502B-AC24-4D64-497E-792B71C65330}"/>
          </ac:spMkLst>
        </pc:spChg>
        <pc:spChg chg="add del mod">
          <ac:chgData name="髙田　陽斗" userId="349aba5d-2d55-469e-b606-bfbbf5033a9d" providerId="ADAL" clId="{F75CD730-4B93-4946-A438-1D617634E6A9}" dt="2024-07-25T01:26:39.022" v="1644" actId="478"/>
          <ac:spMkLst>
            <pc:docMk/>
            <pc:sldMk cId="2461852532" sldId="291"/>
            <ac:spMk id="13" creationId="{98A1AB88-2B5E-42A2-5E64-894BD12009CA}"/>
          </ac:spMkLst>
        </pc:spChg>
        <pc:spChg chg="add del mod">
          <ac:chgData name="髙田　陽斗" userId="349aba5d-2d55-469e-b606-bfbbf5033a9d" providerId="ADAL" clId="{F75CD730-4B93-4946-A438-1D617634E6A9}" dt="2024-07-25T01:30:31.511" v="1662" actId="478"/>
          <ac:spMkLst>
            <pc:docMk/>
            <pc:sldMk cId="2461852532" sldId="291"/>
            <ac:spMk id="14" creationId="{9357356C-F6A5-51B9-6466-8EEE780D1448}"/>
          </ac:spMkLst>
        </pc:spChg>
        <pc:spChg chg="add del mod">
          <ac:chgData name="髙田　陽斗" userId="349aba5d-2d55-469e-b606-bfbbf5033a9d" providerId="ADAL" clId="{F75CD730-4B93-4946-A438-1D617634E6A9}" dt="2024-07-25T01:30:31.511" v="1662" actId="478"/>
          <ac:spMkLst>
            <pc:docMk/>
            <pc:sldMk cId="2461852532" sldId="291"/>
            <ac:spMk id="15" creationId="{23D7434E-3C26-D00F-83C4-AD6FD25555CD}"/>
          </ac:spMkLst>
        </pc:spChg>
        <pc:spChg chg="add del mod">
          <ac:chgData name="髙田　陽斗" userId="349aba5d-2d55-469e-b606-bfbbf5033a9d" providerId="ADAL" clId="{F75CD730-4B93-4946-A438-1D617634E6A9}" dt="2024-07-25T01:26:39.022" v="1644" actId="478"/>
          <ac:spMkLst>
            <pc:docMk/>
            <pc:sldMk cId="2461852532" sldId="291"/>
            <ac:spMk id="16" creationId="{0B5F2B73-7D33-FE18-96CB-F09F38FB6F4E}"/>
          </ac:spMkLst>
        </pc:spChg>
        <pc:spChg chg="add mod">
          <ac:chgData name="髙田　陽斗" userId="349aba5d-2d55-469e-b606-bfbbf5033a9d" providerId="ADAL" clId="{F75CD730-4B93-4946-A438-1D617634E6A9}" dt="2024-07-25T01:26:34.015" v="1643"/>
          <ac:spMkLst>
            <pc:docMk/>
            <pc:sldMk cId="2461852532" sldId="291"/>
            <ac:spMk id="17" creationId="{5D5ED823-A557-EA3F-AA6D-8CD1C1F2E531}"/>
          </ac:spMkLst>
        </pc:spChg>
        <pc:spChg chg="add del mod">
          <ac:chgData name="髙田　陽斗" userId="349aba5d-2d55-469e-b606-bfbbf5033a9d" providerId="ADAL" clId="{F75CD730-4B93-4946-A438-1D617634E6A9}" dt="2024-07-25T01:28:51.979" v="1654" actId="478"/>
          <ac:spMkLst>
            <pc:docMk/>
            <pc:sldMk cId="2461852532" sldId="291"/>
            <ac:spMk id="18" creationId="{C8D4FC6A-C3F7-CEB0-ABC6-2181F84F74F4}"/>
          </ac:spMkLst>
        </pc:spChg>
        <pc:spChg chg="add del mod">
          <ac:chgData name="髙田　陽斗" userId="349aba5d-2d55-469e-b606-bfbbf5033a9d" providerId="ADAL" clId="{F75CD730-4B93-4946-A438-1D617634E6A9}" dt="2024-07-25T01:28:23.548" v="1648" actId="478"/>
          <ac:spMkLst>
            <pc:docMk/>
            <pc:sldMk cId="2461852532" sldId="291"/>
            <ac:spMk id="19" creationId="{43F818E9-5D76-553C-B400-993E73F24583}"/>
          </ac:spMkLst>
        </pc:spChg>
        <pc:spChg chg="add del mod">
          <ac:chgData name="髙田　陽斗" userId="349aba5d-2d55-469e-b606-bfbbf5033a9d" providerId="ADAL" clId="{F75CD730-4B93-4946-A438-1D617634E6A9}" dt="2024-07-25T01:28:23.548" v="1648" actId="478"/>
          <ac:spMkLst>
            <pc:docMk/>
            <pc:sldMk cId="2461852532" sldId="291"/>
            <ac:spMk id="20" creationId="{0A298D98-2C71-6667-2170-6C6128A2B4AF}"/>
          </ac:spMkLst>
        </pc:spChg>
        <pc:spChg chg="add del mod">
          <ac:chgData name="髙田　陽斗" userId="349aba5d-2d55-469e-b606-bfbbf5033a9d" providerId="ADAL" clId="{F75CD730-4B93-4946-A438-1D617634E6A9}" dt="2024-07-25T01:28:23.548" v="1648" actId="478"/>
          <ac:spMkLst>
            <pc:docMk/>
            <pc:sldMk cId="2461852532" sldId="291"/>
            <ac:spMk id="21" creationId="{DBD7747A-196D-69E9-3F3B-8358BCA7736B}"/>
          </ac:spMkLst>
        </pc:spChg>
        <pc:spChg chg="add del mod">
          <ac:chgData name="髙田　陽斗" userId="349aba5d-2d55-469e-b606-bfbbf5033a9d" providerId="ADAL" clId="{F75CD730-4B93-4946-A438-1D617634E6A9}" dt="2024-07-25T01:28:23.548" v="1648" actId="478"/>
          <ac:spMkLst>
            <pc:docMk/>
            <pc:sldMk cId="2461852532" sldId="291"/>
            <ac:spMk id="22" creationId="{14B645A5-8350-0890-2419-B314D71A989E}"/>
          </ac:spMkLst>
        </pc:spChg>
        <pc:spChg chg="add del mod">
          <ac:chgData name="髙田　陽斗" userId="349aba5d-2d55-469e-b606-bfbbf5033a9d" providerId="ADAL" clId="{F75CD730-4B93-4946-A438-1D617634E6A9}" dt="2024-07-25T01:28:23.548" v="1648" actId="478"/>
          <ac:spMkLst>
            <pc:docMk/>
            <pc:sldMk cId="2461852532" sldId="291"/>
            <ac:spMk id="23" creationId="{3DC3C591-A6B0-71A9-8963-2F9C43595025}"/>
          </ac:spMkLst>
        </pc:spChg>
        <pc:spChg chg="add del mod">
          <ac:chgData name="髙田　陽斗" userId="349aba5d-2d55-469e-b606-bfbbf5033a9d" providerId="ADAL" clId="{F75CD730-4B93-4946-A438-1D617634E6A9}" dt="2024-07-25T01:28:23.548" v="1648" actId="478"/>
          <ac:spMkLst>
            <pc:docMk/>
            <pc:sldMk cId="2461852532" sldId="291"/>
            <ac:spMk id="24" creationId="{903C6B64-20F8-1EC9-08DC-4C1E18F81BCB}"/>
          </ac:spMkLst>
        </pc:spChg>
        <pc:spChg chg="add del mod">
          <ac:chgData name="髙田　陽斗" userId="349aba5d-2d55-469e-b606-bfbbf5033a9d" providerId="ADAL" clId="{F75CD730-4B93-4946-A438-1D617634E6A9}" dt="2024-07-25T01:28:23.548" v="1648" actId="478"/>
          <ac:spMkLst>
            <pc:docMk/>
            <pc:sldMk cId="2461852532" sldId="291"/>
            <ac:spMk id="29" creationId="{F7049056-8F73-2652-243B-7C263D8019E8}"/>
          </ac:spMkLst>
        </pc:spChg>
        <pc:spChg chg="add del mod">
          <ac:chgData name="髙田　陽斗" userId="349aba5d-2d55-469e-b606-bfbbf5033a9d" providerId="ADAL" clId="{F75CD730-4B93-4946-A438-1D617634E6A9}" dt="2024-07-25T01:28:23.548" v="1648" actId="478"/>
          <ac:spMkLst>
            <pc:docMk/>
            <pc:sldMk cId="2461852532" sldId="291"/>
            <ac:spMk id="30" creationId="{1FFF4847-3C54-9F60-5EDA-F2DE69B2FD64}"/>
          </ac:spMkLst>
        </pc:spChg>
        <pc:spChg chg="add del mod">
          <ac:chgData name="髙田　陽斗" userId="349aba5d-2d55-469e-b606-bfbbf5033a9d" providerId="ADAL" clId="{F75CD730-4B93-4946-A438-1D617634E6A9}" dt="2024-07-25T01:27:53.731" v="1647" actId="478"/>
          <ac:spMkLst>
            <pc:docMk/>
            <pc:sldMk cId="2461852532" sldId="291"/>
            <ac:spMk id="32" creationId="{61D1F723-018A-F815-A721-88CBADE171FD}"/>
          </ac:spMkLst>
        </pc:spChg>
        <pc:spChg chg="add mod">
          <ac:chgData name="髙田　陽斗" userId="349aba5d-2d55-469e-b606-bfbbf5033a9d" providerId="ADAL" clId="{F75CD730-4B93-4946-A438-1D617634E6A9}" dt="2024-07-25T01:31:11.414" v="1685" actId="14100"/>
          <ac:spMkLst>
            <pc:docMk/>
            <pc:sldMk cId="2461852532" sldId="291"/>
            <ac:spMk id="40" creationId="{943FEB48-2470-EA0C-1E56-D9F63FFDFE1A}"/>
          </ac:spMkLst>
        </pc:spChg>
        <pc:spChg chg="add mod">
          <ac:chgData name="髙田　陽斗" userId="349aba5d-2d55-469e-b606-bfbbf5033a9d" providerId="ADAL" clId="{F75CD730-4B93-4946-A438-1D617634E6A9}" dt="2024-07-25T01:31:42.289" v="1729" actId="14100"/>
          <ac:spMkLst>
            <pc:docMk/>
            <pc:sldMk cId="2461852532" sldId="291"/>
            <ac:spMk id="41" creationId="{164A4B73-24DA-4DCE-EB7C-9665641FD40C}"/>
          </ac:spMkLst>
        </pc:spChg>
        <pc:spChg chg="add mod">
          <ac:chgData name="髙田　陽斗" userId="349aba5d-2d55-469e-b606-bfbbf5033a9d" providerId="ADAL" clId="{F75CD730-4B93-4946-A438-1D617634E6A9}" dt="2024-07-25T01:35:23.942" v="1880" actId="113"/>
          <ac:spMkLst>
            <pc:docMk/>
            <pc:sldMk cId="2461852532" sldId="291"/>
            <ac:spMk id="42" creationId="{B9D87E96-E2A6-8C44-3C63-97ABD11339C7}"/>
          </ac:spMkLst>
        </pc:spChg>
        <pc:spChg chg="add mod">
          <ac:chgData name="髙田　陽斗" userId="349aba5d-2d55-469e-b606-bfbbf5033a9d" providerId="ADAL" clId="{F75CD730-4B93-4946-A438-1D617634E6A9}" dt="2024-07-25T01:35:31.956" v="1883" actId="113"/>
          <ac:spMkLst>
            <pc:docMk/>
            <pc:sldMk cId="2461852532" sldId="291"/>
            <ac:spMk id="43" creationId="{2964267C-172D-9843-4592-7960F49066ED}"/>
          </ac:spMkLst>
        </pc:spChg>
        <pc:spChg chg="add mod">
          <ac:chgData name="髙田　陽斗" userId="349aba5d-2d55-469e-b606-bfbbf5033a9d" providerId="ADAL" clId="{F75CD730-4B93-4946-A438-1D617634E6A9}" dt="2024-07-25T01:35:34.913" v="1884" actId="113"/>
          <ac:spMkLst>
            <pc:docMk/>
            <pc:sldMk cId="2461852532" sldId="291"/>
            <ac:spMk id="44" creationId="{43ACEEEE-5EC4-C1DE-23D7-37215E275130}"/>
          </ac:spMkLst>
        </pc:spChg>
        <pc:spChg chg="add mod">
          <ac:chgData name="髙田　陽斗" userId="349aba5d-2d55-469e-b606-bfbbf5033a9d" providerId="ADAL" clId="{F75CD730-4B93-4946-A438-1D617634E6A9}" dt="2024-07-25T01:35:39.702" v="1885" actId="113"/>
          <ac:spMkLst>
            <pc:docMk/>
            <pc:sldMk cId="2461852532" sldId="291"/>
            <ac:spMk id="45" creationId="{9BD292F8-2F52-8C08-6D48-3AB2C2AA4042}"/>
          </ac:spMkLst>
        </pc:spChg>
        <pc:spChg chg="add mod">
          <ac:chgData name="髙田　陽斗" userId="349aba5d-2d55-469e-b606-bfbbf5033a9d" providerId="ADAL" clId="{F75CD730-4B93-4946-A438-1D617634E6A9}" dt="2024-07-25T01:35:16.063" v="1879" actId="113"/>
          <ac:spMkLst>
            <pc:docMk/>
            <pc:sldMk cId="2461852532" sldId="291"/>
            <ac:spMk id="46" creationId="{D0BB63F3-730C-30A0-CA88-B946853723B6}"/>
          </ac:spMkLst>
        </pc:spChg>
        <pc:spChg chg="add mod">
          <ac:chgData name="髙田　陽斗" userId="349aba5d-2d55-469e-b606-bfbbf5033a9d" providerId="ADAL" clId="{F75CD730-4B93-4946-A438-1D617634E6A9}" dt="2024-07-25T01:35:11.517" v="1878" actId="113"/>
          <ac:spMkLst>
            <pc:docMk/>
            <pc:sldMk cId="2461852532" sldId="291"/>
            <ac:spMk id="47" creationId="{328B7E93-C3D8-2A69-39CC-7E39E664C584}"/>
          </ac:spMkLst>
        </pc:spChg>
        <pc:spChg chg="add mod">
          <ac:chgData name="髙田　陽斗" userId="349aba5d-2d55-469e-b606-bfbbf5033a9d" providerId="ADAL" clId="{F75CD730-4B93-4946-A438-1D617634E6A9}" dt="2024-07-25T01:35:04.109" v="1877" actId="207"/>
          <ac:spMkLst>
            <pc:docMk/>
            <pc:sldMk cId="2461852532" sldId="291"/>
            <ac:spMk id="48" creationId="{363E35A7-D8AA-4BDD-CA2F-B7597EBDBB12}"/>
          </ac:spMkLst>
        </pc:spChg>
        <pc:spChg chg="add mod">
          <ac:chgData name="髙田　陽斗" userId="349aba5d-2d55-469e-b606-bfbbf5033a9d" providerId="ADAL" clId="{F75CD730-4B93-4946-A438-1D617634E6A9}" dt="2024-07-25T01:48:51.229" v="2048" actId="113"/>
          <ac:spMkLst>
            <pc:docMk/>
            <pc:sldMk cId="2461852532" sldId="291"/>
            <ac:spMk id="49" creationId="{EED600F0-F521-0B1F-1C52-72059742BBB7}"/>
          </ac:spMkLst>
        </pc:spChg>
        <pc:spChg chg="add mod">
          <ac:chgData name="髙田　陽斗" userId="349aba5d-2d55-469e-b606-bfbbf5033a9d" providerId="ADAL" clId="{F75CD730-4B93-4946-A438-1D617634E6A9}" dt="2024-07-25T01:48:55.655" v="2049" actId="113"/>
          <ac:spMkLst>
            <pc:docMk/>
            <pc:sldMk cId="2461852532" sldId="291"/>
            <ac:spMk id="50" creationId="{330FE701-AAF5-251A-BCEF-DD66E38BAD9E}"/>
          </ac:spMkLst>
        </pc:spChg>
        <pc:spChg chg="add mod">
          <ac:chgData name="髙田　陽斗" userId="349aba5d-2d55-469e-b606-bfbbf5033a9d" providerId="ADAL" clId="{F75CD730-4B93-4946-A438-1D617634E6A9}" dt="2024-07-25T02:11:05.374" v="2289" actId="20577"/>
          <ac:spMkLst>
            <pc:docMk/>
            <pc:sldMk cId="2461852532" sldId="291"/>
            <ac:spMk id="51" creationId="{C5BD49D6-4531-B03F-0202-6F623F6075ED}"/>
          </ac:spMkLst>
        </pc:spChg>
        <pc:spChg chg="add mod">
          <ac:chgData name="髙田　陽斗" userId="349aba5d-2d55-469e-b606-bfbbf5033a9d" providerId="ADAL" clId="{F75CD730-4B93-4946-A438-1D617634E6A9}" dt="2024-07-25T01:49:02.845" v="2051" actId="113"/>
          <ac:spMkLst>
            <pc:docMk/>
            <pc:sldMk cId="2461852532" sldId="291"/>
            <ac:spMk id="52" creationId="{3B2F82C3-A2B2-B244-86D2-68BFA777767C}"/>
          </ac:spMkLst>
        </pc:spChg>
        <pc:spChg chg="add mod">
          <ac:chgData name="髙田　陽斗" userId="349aba5d-2d55-469e-b606-bfbbf5033a9d" providerId="ADAL" clId="{F75CD730-4B93-4946-A438-1D617634E6A9}" dt="2024-07-25T01:49:05.339" v="2052" actId="113"/>
          <ac:spMkLst>
            <pc:docMk/>
            <pc:sldMk cId="2461852532" sldId="291"/>
            <ac:spMk id="53" creationId="{551875D9-1CF9-133E-23EE-07354F5BC239}"/>
          </ac:spMkLst>
        </pc:spChg>
        <pc:spChg chg="add del mod">
          <ac:chgData name="髙田　陽斗" userId="349aba5d-2d55-469e-b606-bfbbf5033a9d" providerId="ADAL" clId="{F75CD730-4B93-4946-A438-1D617634E6A9}" dt="2024-07-25T01:37:32.140" v="1980" actId="1076"/>
          <ac:spMkLst>
            <pc:docMk/>
            <pc:sldMk cId="2461852532" sldId="291"/>
            <ac:spMk id="54" creationId="{D244A80E-4BA5-8E72-2FC4-631297927F34}"/>
          </ac:spMkLst>
        </pc:spChg>
        <pc:spChg chg="add del mod">
          <ac:chgData name="髙田　陽斗" userId="349aba5d-2d55-469e-b606-bfbbf5033a9d" providerId="ADAL" clId="{F75CD730-4B93-4946-A438-1D617634E6A9}" dt="2024-07-25T01:37:26.531" v="1979" actId="478"/>
          <ac:spMkLst>
            <pc:docMk/>
            <pc:sldMk cId="2461852532" sldId="291"/>
            <ac:spMk id="55" creationId="{15A0B2D8-91EF-28D5-0F27-50736AA4A537}"/>
          </ac:spMkLst>
        </pc:spChg>
        <pc:spChg chg="add mod">
          <ac:chgData name="髙田　陽斗" userId="349aba5d-2d55-469e-b606-bfbbf5033a9d" providerId="ADAL" clId="{F75CD730-4B93-4946-A438-1D617634E6A9}" dt="2024-07-25T01:37:52.350" v="1981"/>
          <ac:spMkLst>
            <pc:docMk/>
            <pc:sldMk cId="2461852532" sldId="291"/>
            <ac:spMk id="56" creationId="{3BC36064-DD2F-89CD-455E-2325EB58B96E}"/>
          </ac:spMkLst>
        </pc:spChg>
        <pc:spChg chg="add mod">
          <ac:chgData name="髙田　陽斗" userId="349aba5d-2d55-469e-b606-bfbbf5033a9d" providerId="ADAL" clId="{F75CD730-4B93-4946-A438-1D617634E6A9}" dt="2024-07-25T01:37:52.350" v="1981"/>
          <ac:spMkLst>
            <pc:docMk/>
            <pc:sldMk cId="2461852532" sldId="291"/>
            <ac:spMk id="57" creationId="{A7EF0991-6A47-500A-243F-25C86089EE3C}"/>
          </ac:spMkLst>
        </pc:spChg>
        <pc:spChg chg="add mod">
          <ac:chgData name="髙田　陽斗" userId="349aba5d-2d55-469e-b606-bfbbf5033a9d" providerId="ADAL" clId="{F75CD730-4B93-4946-A438-1D617634E6A9}" dt="2024-07-25T01:37:52.350" v="1981"/>
          <ac:spMkLst>
            <pc:docMk/>
            <pc:sldMk cId="2461852532" sldId="291"/>
            <ac:spMk id="58" creationId="{2DD158BB-E1BB-4423-52AE-BE10A9AC7C27}"/>
          </ac:spMkLst>
        </pc:spChg>
        <pc:spChg chg="add mod">
          <ac:chgData name="髙田　陽斗" userId="349aba5d-2d55-469e-b606-bfbbf5033a9d" providerId="ADAL" clId="{F75CD730-4B93-4946-A438-1D617634E6A9}" dt="2024-07-25T01:37:52.350" v="1981"/>
          <ac:spMkLst>
            <pc:docMk/>
            <pc:sldMk cId="2461852532" sldId="291"/>
            <ac:spMk id="59" creationId="{99500874-95DC-86D5-F9AA-EB38055DCE26}"/>
          </ac:spMkLst>
        </pc:spChg>
        <pc:spChg chg="add mod">
          <ac:chgData name="髙田　陽斗" userId="349aba5d-2d55-469e-b606-bfbbf5033a9d" providerId="ADAL" clId="{F75CD730-4B93-4946-A438-1D617634E6A9}" dt="2024-07-25T01:37:52.350" v="1981"/>
          <ac:spMkLst>
            <pc:docMk/>
            <pc:sldMk cId="2461852532" sldId="291"/>
            <ac:spMk id="60" creationId="{AB12EA59-DB85-D98F-61CA-B7A22C0A3B95}"/>
          </ac:spMkLst>
        </pc:spChg>
        <pc:spChg chg="add mod">
          <ac:chgData name="髙田　陽斗" userId="349aba5d-2d55-469e-b606-bfbbf5033a9d" providerId="ADAL" clId="{F75CD730-4B93-4946-A438-1D617634E6A9}" dt="2024-07-25T01:37:52.350" v="1981"/>
          <ac:spMkLst>
            <pc:docMk/>
            <pc:sldMk cId="2461852532" sldId="291"/>
            <ac:spMk id="61" creationId="{76BD5E38-21D0-2D04-A6D1-EC2885CF6266}"/>
          </ac:spMkLst>
        </pc:spChg>
        <pc:spChg chg="add mod">
          <ac:chgData name="髙田　陽斗" userId="349aba5d-2d55-469e-b606-bfbbf5033a9d" providerId="ADAL" clId="{F75CD730-4B93-4946-A438-1D617634E6A9}" dt="2024-07-25T01:37:52.350" v="1981"/>
          <ac:spMkLst>
            <pc:docMk/>
            <pc:sldMk cId="2461852532" sldId="291"/>
            <ac:spMk id="62" creationId="{3E3E5C7A-C40E-482E-8A4C-5518299C7923}"/>
          </ac:spMkLst>
        </pc:spChg>
        <pc:spChg chg="add mod">
          <ac:chgData name="髙田　陽斗" userId="349aba5d-2d55-469e-b606-bfbbf5033a9d" providerId="ADAL" clId="{F75CD730-4B93-4946-A438-1D617634E6A9}" dt="2024-07-25T01:38:11.647" v="1984" actId="1076"/>
          <ac:spMkLst>
            <pc:docMk/>
            <pc:sldMk cId="2461852532" sldId="291"/>
            <ac:spMk id="63" creationId="{187F4915-50E2-A3F2-E83D-B0DA7902412E}"/>
          </ac:spMkLst>
        </pc:spChg>
        <pc:grpChg chg="add mod">
          <ac:chgData name="髙田　陽斗" userId="349aba5d-2d55-469e-b606-bfbbf5033a9d" providerId="ADAL" clId="{F75CD730-4B93-4946-A438-1D617634E6A9}" dt="2024-07-25T01:26:34.015" v="1643"/>
          <ac:grpSpMkLst>
            <pc:docMk/>
            <pc:sldMk cId="2461852532" sldId="291"/>
            <ac:grpSpMk id="2" creationId="{0B6ECD2B-246F-7071-D501-6A391A7DDAFC}"/>
          </ac:grpSpMkLst>
        </pc:grpChg>
        <pc:grpChg chg="add mod">
          <ac:chgData name="髙田　陽斗" userId="349aba5d-2d55-469e-b606-bfbbf5033a9d" providerId="ADAL" clId="{F75CD730-4B93-4946-A438-1D617634E6A9}" dt="2024-07-25T01:26:34.015" v="1643"/>
          <ac:grpSpMkLst>
            <pc:docMk/>
            <pc:sldMk cId="2461852532" sldId="291"/>
            <ac:grpSpMk id="8" creationId="{7D14AC54-59ED-E1AB-4D0E-C1C42983351E}"/>
          </ac:grpSpMkLst>
        </pc:grpChg>
        <pc:cxnChg chg="add mod">
          <ac:chgData name="髙田　陽斗" userId="349aba5d-2d55-469e-b606-bfbbf5033a9d" providerId="ADAL" clId="{F75CD730-4B93-4946-A438-1D617634E6A9}" dt="2024-07-25T01:30:36.487" v="1663" actId="14100"/>
          <ac:cxnSpMkLst>
            <pc:docMk/>
            <pc:sldMk cId="2461852532" sldId="291"/>
            <ac:cxnSpMk id="7" creationId="{A1F68535-661F-8AB3-842D-C40163F8693A}"/>
          </ac:cxnSpMkLst>
        </pc:cxnChg>
        <pc:cxnChg chg="add mod">
          <ac:chgData name="髙田　陽斗" userId="349aba5d-2d55-469e-b606-bfbbf5033a9d" providerId="ADAL" clId="{F75CD730-4B93-4946-A438-1D617634E6A9}" dt="2024-07-25T01:27:50.456" v="1646" actId="1076"/>
          <ac:cxnSpMkLst>
            <pc:docMk/>
            <pc:sldMk cId="2461852532" sldId="291"/>
            <ac:cxnSpMk id="25" creationId="{6941B636-4B2F-F8E0-FA0F-992DD4D1D772}"/>
          </ac:cxnSpMkLst>
        </pc:cxnChg>
        <pc:cxnChg chg="add del mod">
          <ac:chgData name="髙田　陽斗" userId="349aba5d-2d55-469e-b606-bfbbf5033a9d" providerId="ADAL" clId="{F75CD730-4B93-4946-A438-1D617634E6A9}" dt="2024-07-25T01:28:23.548" v="1648" actId="478"/>
          <ac:cxnSpMkLst>
            <pc:docMk/>
            <pc:sldMk cId="2461852532" sldId="291"/>
            <ac:cxnSpMk id="26" creationId="{9E3E040A-B779-9A5A-0551-4D14EC898D5E}"/>
          </ac:cxnSpMkLst>
        </pc:cxnChg>
        <pc:cxnChg chg="add del mod">
          <ac:chgData name="髙田　陽斗" userId="349aba5d-2d55-469e-b606-bfbbf5033a9d" providerId="ADAL" clId="{F75CD730-4B93-4946-A438-1D617634E6A9}" dt="2024-07-25T01:28:23.548" v="1648" actId="478"/>
          <ac:cxnSpMkLst>
            <pc:docMk/>
            <pc:sldMk cId="2461852532" sldId="291"/>
            <ac:cxnSpMk id="27" creationId="{7F6D093B-7B00-835E-6A93-4B1C737FA2DC}"/>
          </ac:cxnSpMkLst>
        </pc:cxnChg>
        <pc:cxnChg chg="add del mod">
          <ac:chgData name="髙田　陽斗" userId="349aba5d-2d55-469e-b606-bfbbf5033a9d" providerId="ADAL" clId="{F75CD730-4B93-4946-A438-1D617634E6A9}" dt="2024-07-25T01:28:23.548" v="1648" actId="478"/>
          <ac:cxnSpMkLst>
            <pc:docMk/>
            <pc:sldMk cId="2461852532" sldId="291"/>
            <ac:cxnSpMk id="28" creationId="{A801CE2E-0236-6DC3-7447-DD8017072536}"/>
          </ac:cxnSpMkLst>
        </pc:cxnChg>
        <pc:cxnChg chg="add del mod">
          <ac:chgData name="髙田　陽斗" userId="349aba5d-2d55-469e-b606-bfbbf5033a9d" providerId="ADAL" clId="{F75CD730-4B93-4946-A438-1D617634E6A9}" dt="2024-07-25T01:28:23.548" v="1648" actId="478"/>
          <ac:cxnSpMkLst>
            <pc:docMk/>
            <pc:sldMk cId="2461852532" sldId="291"/>
            <ac:cxnSpMk id="31" creationId="{8F4590B5-6365-F773-DC62-86DF5C8298A9}"/>
          </ac:cxnSpMkLst>
        </pc:cxnChg>
        <pc:cxnChg chg="add mod">
          <ac:chgData name="髙田　陽斗" userId="349aba5d-2d55-469e-b606-bfbbf5033a9d" providerId="ADAL" clId="{F75CD730-4B93-4946-A438-1D617634E6A9}" dt="2024-07-25T01:28:38.388" v="1650" actId="1076"/>
          <ac:cxnSpMkLst>
            <pc:docMk/>
            <pc:sldMk cId="2461852532" sldId="291"/>
            <ac:cxnSpMk id="33" creationId="{820C06FF-0F33-49BA-0DF6-72C7EE894C49}"/>
          </ac:cxnSpMkLst>
        </pc:cxnChg>
        <pc:cxnChg chg="add mod">
          <ac:chgData name="髙田　陽斗" userId="349aba5d-2d55-469e-b606-bfbbf5033a9d" providerId="ADAL" clId="{F75CD730-4B93-4946-A438-1D617634E6A9}" dt="2024-07-25T01:32:53.304" v="1773" actId="1076"/>
          <ac:cxnSpMkLst>
            <pc:docMk/>
            <pc:sldMk cId="2461852532" sldId="291"/>
            <ac:cxnSpMk id="34" creationId="{8C910CD0-1F01-CBF3-E14B-AA63C8096A54}"/>
          </ac:cxnSpMkLst>
        </pc:cxnChg>
        <pc:cxnChg chg="add mod">
          <ac:chgData name="髙田　陽斗" userId="349aba5d-2d55-469e-b606-bfbbf5033a9d" providerId="ADAL" clId="{F75CD730-4B93-4946-A438-1D617634E6A9}" dt="2024-07-25T01:29:48.838" v="1657" actId="1076"/>
          <ac:cxnSpMkLst>
            <pc:docMk/>
            <pc:sldMk cId="2461852532" sldId="291"/>
            <ac:cxnSpMk id="35" creationId="{5185D9A9-5068-34EE-B56F-44722A12A3B3}"/>
          </ac:cxnSpMkLst>
        </pc:cxnChg>
        <pc:cxnChg chg="add mod">
          <ac:chgData name="髙田　陽斗" userId="349aba5d-2d55-469e-b606-bfbbf5033a9d" providerId="ADAL" clId="{F75CD730-4B93-4946-A438-1D617634E6A9}" dt="2024-07-25T01:29:48.838" v="1657" actId="1076"/>
          <ac:cxnSpMkLst>
            <pc:docMk/>
            <pc:sldMk cId="2461852532" sldId="291"/>
            <ac:cxnSpMk id="36" creationId="{D7B8AB6D-2C8B-DA4F-F799-BAD11209435C}"/>
          </ac:cxnSpMkLst>
        </pc:cxnChg>
        <pc:cxnChg chg="add mod">
          <ac:chgData name="髙田　陽斗" userId="349aba5d-2d55-469e-b606-bfbbf5033a9d" providerId="ADAL" clId="{F75CD730-4B93-4946-A438-1D617634E6A9}" dt="2024-07-25T01:29:48.838" v="1657" actId="1076"/>
          <ac:cxnSpMkLst>
            <pc:docMk/>
            <pc:sldMk cId="2461852532" sldId="291"/>
            <ac:cxnSpMk id="37" creationId="{F58A4DEA-C82E-FA05-9386-9F538EAB6251}"/>
          </ac:cxnSpMkLst>
        </pc:cxnChg>
      </pc:sldChg>
      <pc:sldChg chg="addSp delSp modSp new mod modTransition delAnim modAnim">
        <pc:chgData name="髙田　陽斗" userId="349aba5d-2d55-469e-b606-bfbbf5033a9d" providerId="ADAL" clId="{F75CD730-4B93-4946-A438-1D617634E6A9}" dt="2024-07-26T01:34:55.537" v="5392"/>
        <pc:sldMkLst>
          <pc:docMk/>
          <pc:sldMk cId="3156883142" sldId="292"/>
        </pc:sldMkLst>
        <pc:spChg chg="mod">
          <ac:chgData name="髙田　陽斗" userId="349aba5d-2d55-469e-b606-bfbbf5033a9d" providerId="ADAL" clId="{F75CD730-4B93-4946-A438-1D617634E6A9}" dt="2024-07-25T01:40:02.783" v="1986"/>
          <ac:spMkLst>
            <pc:docMk/>
            <pc:sldMk cId="3156883142" sldId="292"/>
            <ac:spMk id="3" creationId="{F78EDDA5-BD9D-E4A2-78BB-FD7416B18C61}"/>
          </ac:spMkLst>
        </pc:spChg>
        <pc:spChg chg="mod">
          <ac:chgData name="髙田　陽斗" userId="349aba5d-2d55-469e-b606-bfbbf5033a9d" providerId="ADAL" clId="{F75CD730-4B93-4946-A438-1D617634E6A9}" dt="2024-07-25T01:40:02.783" v="1986"/>
          <ac:spMkLst>
            <pc:docMk/>
            <pc:sldMk cId="3156883142" sldId="292"/>
            <ac:spMk id="4" creationId="{38980A5B-5F87-8BF3-254C-C19002A29786}"/>
          </ac:spMkLst>
        </pc:spChg>
        <pc:spChg chg="mod">
          <ac:chgData name="髙田　陽斗" userId="349aba5d-2d55-469e-b606-bfbbf5033a9d" providerId="ADAL" clId="{F75CD730-4B93-4946-A438-1D617634E6A9}" dt="2024-07-25T01:40:02.783" v="1986"/>
          <ac:spMkLst>
            <pc:docMk/>
            <pc:sldMk cId="3156883142" sldId="292"/>
            <ac:spMk id="5" creationId="{4FDE976E-C561-75D1-2C0D-6B1FD99BEFAF}"/>
          </ac:spMkLst>
        </pc:spChg>
        <pc:spChg chg="mod">
          <ac:chgData name="髙田　陽斗" userId="349aba5d-2d55-469e-b606-bfbbf5033a9d" providerId="ADAL" clId="{F75CD730-4B93-4946-A438-1D617634E6A9}" dt="2024-07-25T01:40:02.783" v="1986"/>
          <ac:spMkLst>
            <pc:docMk/>
            <pc:sldMk cId="3156883142" sldId="292"/>
            <ac:spMk id="6" creationId="{BFC2E371-9AC3-13E5-BF63-F531CAD78485}"/>
          </ac:spMkLst>
        </pc:spChg>
        <pc:spChg chg="mod">
          <ac:chgData name="髙田　陽斗" userId="349aba5d-2d55-469e-b606-bfbbf5033a9d" providerId="ADAL" clId="{F75CD730-4B93-4946-A438-1D617634E6A9}" dt="2024-07-25T01:40:02.783" v="1986"/>
          <ac:spMkLst>
            <pc:docMk/>
            <pc:sldMk cId="3156883142" sldId="292"/>
            <ac:spMk id="9" creationId="{C5FADB19-2918-90EF-920A-C71BD849DEE9}"/>
          </ac:spMkLst>
        </pc:spChg>
        <pc:spChg chg="mod">
          <ac:chgData name="髙田　陽斗" userId="349aba5d-2d55-469e-b606-bfbbf5033a9d" providerId="ADAL" clId="{F75CD730-4B93-4946-A438-1D617634E6A9}" dt="2024-07-25T01:40:02.783" v="1986"/>
          <ac:spMkLst>
            <pc:docMk/>
            <pc:sldMk cId="3156883142" sldId="292"/>
            <ac:spMk id="10" creationId="{EFA157FA-FA05-016E-0352-426A3851E884}"/>
          </ac:spMkLst>
        </pc:spChg>
        <pc:spChg chg="add mod">
          <ac:chgData name="髙田　陽斗" userId="349aba5d-2d55-469e-b606-bfbbf5033a9d" providerId="ADAL" clId="{F75CD730-4B93-4946-A438-1D617634E6A9}" dt="2024-07-25T01:40:02.783" v="1986"/>
          <ac:spMkLst>
            <pc:docMk/>
            <pc:sldMk cId="3156883142" sldId="292"/>
            <ac:spMk id="11" creationId="{B3F789F9-200E-5099-5C4A-7059E67A4DFD}"/>
          </ac:spMkLst>
        </pc:spChg>
        <pc:spChg chg="add mod">
          <ac:chgData name="髙田　陽斗" userId="349aba5d-2d55-469e-b606-bfbbf5033a9d" providerId="ADAL" clId="{F75CD730-4B93-4946-A438-1D617634E6A9}" dt="2024-07-25T01:40:02.783" v="1986"/>
          <ac:spMkLst>
            <pc:docMk/>
            <pc:sldMk cId="3156883142" sldId="292"/>
            <ac:spMk id="18" creationId="{C329DE12-8CD1-1BF6-23C7-BBD849232345}"/>
          </ac:spMkLst>
        </pc:spChg>
        <pc:spChg chg="add mod">
          <ac:chgData name="髙田　陽斗" userId="349aba5d-2d55-469e-b606-bfbbf5033a9d" providerId="ADAL" clId="{F75CD730-4B93-4946-A438-1D617634E6A9}" dt="2024-07-25T01:40:02.783" v="1986"/>
          <ac:spMkLst>
            <pc:docMk/>
            <pc:sldMk cId="3156883142" sldId="292"/>
            <ac:spMk id="19" creationId="{530A463B-49FF-F53C-AC93-E4E8A0AA15B4}"/>
          </ac:spMkLst>
        </pc:spChg>
        <pc:spChg chg="add mod">
          <ac:chgData name="髙田　陽斗" userId="349aba5d-2d55-469e-b606-bfbbf5033a9d" providerId="ADAL" clId="{F75CD730-4B93-4946-A438-1D617634E6A9}" dt="2024-07-25T01:40:02.783" v="1986"/>
          <ac:spMkLst>
            <pc:docMk/>
            <pc:sldMk cId="3156883142" sldId="292"/>
            <ac:spMk id="20" creationId="{35AC9BFE-AADC-A39C-D89A-8849966691D9}"/>
          </ac:spMkLst>
        </pc:spChg>
        <pc:spChg chg="add mod">
          <ac:chgData name="髙田　陽斗" userId="349aba5d-2d55-469e-b606-bfbbf5033a9d" providerId="ADAL" clId="{F75CD730-4B93-4946-A438-1D617634E6A9}" dt="2024-07-25T01:40:02.783" v="1986"/>
          <ac:spMkLst>
            <pc:docMk/>
            <pc:sldMk cId="3156883142" sldId="292"/>
            <ac:spMk id="21" creationId="{4763AD99-9A10-F974-D843-9C909C154959}"/>
          </ac:spMkLst>
        </pc:spChg>
        <pc:spChg chg="add mod">
          <ac:chgData name="髙田　陽斗" userId="349aba5d-2d55-469e-b606-bfbbf5033a9d" providerId="ADAL" clId="{F75CD730-4B93-4946-A438-1D617634E6A9}" dt="2024-07-25T01:40:02.783" v="1986"/>
          <ac:spMkLst>
            <pc:docMk/>
            <pc:sldMk cId="3156883142" sldId="292"/>
            <ac:spMk id="22" creationId="{887D33C0-E5FC-4CBA-D074-87A6C8675230}"/>
          </ac:spMkLst>
        </pc:spChg>
        <pc:spChg chg="add mod">
          <ac:chgData name="髙田　陽斗" userId="349aba5d-2d55-469e-b606-bfbbf5033a9d" providerId="ADAL" clId="{F75CD730-4B93-4946-A438-1D617634E6A9}" dt="2024-07-25T01:40:02.783" v="1986"/>
          <ac:spMkLst>
            <pc:docMk/>
            <pc:sldMk cId="3156883142" sldId="292"/>
            <ac:spMk id="23" creationId="{21BA5757-24F6-D3E9-786D-F32617CF9766}"/>
          </ac:spMkLst>
        </pc:spChg>
        <pc:spChg chg="add mod">
          <ac:chgData name="髙田　陽斗" userId="349aba5d-2d55-469e-b606-bfbbf5033a9d" providerId="ADAL" clId="{F75CD730-4B93-4946-A438-1D617634E6A9}" dt="2024-07-25T01:40:02.783" v="1986"/>
          <ac:spMkLst>
            <pc:docMk/>
            <pc:sldMk cId="3156883142" sldId="292"/>
            <ac:spMk id="24" creationId="{D3D562DF-8ED6-E1A4-87A4-9B2A6E3AA3E6}"/>
          </ac:spMkLst>
        </pc:spChg>
        <pc:spChg chg="add mod">
          <ac:chgData name="髙田　陽斗" userId="349aba5d-2d55-469e-b606-bfbbf5033a9d" providerId="ADAL" clId="{F75CD730-4B93-4946-A438-1D617634E6A9}" dt="2024-07-25T01:40:02.783" v="1986"/>
          <ac:spMkLst>
            <pc:docMk/>
            <pc:sldMk cId="3156883142" sldId="292"/>
            <ac:spMk id="25" creationId="{D317ACF1-3488-2C5C-A638-AF1F28F4D203}"/>
          </ac:spMkLst>
        </pc:spChg>
        <pc:spChg chg="add mod">
          <ac:chgData name="髙田　陽斗" userId="349aba5d-2d55-469e-b606-bfbbf5033a9d" providerId="ADAL" clId="{F75CD730-4B93-4946-A438-1D617634E6A9}" dt="2024-07-25T01:40:02.783" v="1986"/>
          <ac:spMkLst>
            <pc:docMk/>
            <pc:sldMk cId="3156883142" sldId="292"/>
            <ac:spMk id="26" creationId="{7913BD9C-244A-38DC-8E36-FB41711D083A}"/>
          </ac:spMkLst>
        </pc:spChg>
        <pc:spChg chg="add mod">
          <ac:chgData name="髙田　陽斗" userId="349aba5d-2d55-469e-b606-bfbbf5033a9d" providerId="ADAL" clId="{F75CD730-4B93-4946-A438-1D617634E6A9}" dt="2024-07-25T01:40:02.783" v="1986"/>
          <ac:spMkLst>
            <pc:docMk/>
            <pc:sldMk cId="3156883142" sldId="292"/>
            <ac:spMk id="27" creationId="{C1D7989B-4C26-5787-FFF2-C3DDEF562E40}"/>
          </ac:spMkLst>
        </pc:spChg>
        <pc:spChg chg="add mod">
          <ac:chgData name="髙田　陽斗" userId="349aba5d-2d55-469e-b606-bfbbf5033a9d" providerId="ADAL" clId="{F75CD730-4B93-4946-A438-1D617634E6A9}" dt="2024-07-25T01:40:02.783" v="1986"/>
          <ac:spMkLst>
            <pc:docMk/>
            <pc:sldMk cId="3156883142" sldId="292"/>
            <ac:spMk id="28" creationId="{890A3D7E-F4D1-BCDD-28CD-804EED819B30}"/>
          </ac:spMkLst>
        </pc:spChg>
        <pc:spChg chg="add mod">
          <ac:chgData name="髙田　陽斗" userId="349aba5d-2d55-469e-b606-bfbbf5033a9d" providerId="ADAL" clId="{F75CD730-4B93-4946-A438-1D617634E6A9}" dt="2024-07-25T01:40:02.783" v="1986"/>
          <ac:spMkLst>
            <pc:docMk/>
            <pc:sldMk cId="3156883142" sldId="292"/>
            <ac:spMk id="29" creationId="{9C466BDB-E0D6-01F6-AF80-185EF6ADC2A8}"/>
          </ac:spMkLst>
        </pc:spChg>
        <pc:spChg chg="add mod">
          <ac:chgData name="髙田　陽斗" userId="349aba5d-2d55-469e-b606-bfbbf5033a9d" providerId="ADAL" clId="{F75CD730-4B93-4946-A438-1D617634E6A9}" dt="2024-07-25T01:40:02.783" v="1986"/>
          <ac:spMkLst>
            <pc:docMk/>
            <pc:sldMk cId="3156883142" sldId="292"/>
            <ac:spMk id="30" creationId="{AFC3C5CD-8660-218B-BC6B-9EB1C243265C}"/>
          </ac:spMkLst>
        </pc:spChg>
        <pc:spChg chg="add mod">
          <ac:chgData name="髙田　陽斗" userId="349aba5d-2d55-469e-b606-bfbbf5033a9d" providerId="ADAL" clId="{F75CD730-4B93-4946-A438-1D617634E6A9}" dt="2024-07-25T01:40:02.783" v="1986"/>
          <ac:spMkLst>
            <pc:docMk/>
            <pc:sldMk cId="3156883142" sldId="292"/>
            <ac:spMk id="31" creationId="{C3E229C0-1264-6BF0-37DB-A153679A2269}"/>
          </ac:spMkLst>
        </pc:spChg>
        <pc:spChg chg="add mod">
          <ac:chgData name="髙田　陽斗" userId="349aba5d-2d55-469e-b606-bfbbf5033a9d" providerId="ADAL" clId="{F75CD730-4B93-4946-A438-1D617634E6A9}" dt="2024-07-25T01:40:02.783" v="1986"/>
          <ac:spMkLst>
            <pc:docMk/>
            <pc:sldMk cId="3156883142" sldId="292"/>
            <ac:spMk id="32" creationId="{A96D8184-29B0-19FC-E517-18C611DE1E7B}"/>
          </ac:spMkLst>
        </pc:spChg>
        <pc:spChg chg="add mod">
          <ac:chgData name="髙田　陽斗" userId="349aba5d-2d55-469e-b606-bfbbf5033a9d" providerId="ADAL" clId="{F75CD730-4B93-4946-A438-1D617634E6A9}" dt="2024-07-25T01:40:02.783" v="1986"/>
          <ac:spMkLst>
            <pc:docMk/>
            <pc:sldMk cId="3156883142" sldId="292"/>
            <ac:spMk id="33" creationId="{23BCC2F2-470D-FB86-F084-0271B20EFEED}"/>
          </ac:spMkLst>
        </pc:spChg>
        <pc:spChg chg="mod">
          <ac:chgData name="髙田　陽斗" userId="349aba5d-2d55-469e-b606-bfbbf5033a9d" providerId="ADAL" clId="{F75CD730-4B93-4946-A438-1D617634E6A9}" dt="2024-07-25T01:40:38.866" v="1990"/>
          <ac:spMkLst>
            <pc:docMk/>
            <pc:sldMk cId="3156883142" sldId="292"/>
            <ac:spMk id="35" creationId="{9407D864-6191-83EE-CA27-F82CA3FAA68D}"/>
          </ac:spMkLst>
        </pc:spChg>
        <pc:spChg chg="mod">
          <ac:chgData name="髙田　陽斗" userId="349aba5d-2d55-469e-b606-bfbbf5033a9d" providerId="ADAL" clId="{F75CD730-4B93-4946-A438-1D617634E6A9}" dt="2024-07-25T01:40:38.866" v="1990"/>
          <ac:spMkLst>
            <pc:docMk/>
            <pc:sldMk cId="3156883142" sldId="292"/>
            <ac:spMk id="36" creationId="{22165B7C-9042-9F31-10C5-15BBDCBE3D46}"/>
          </ac:spMkLst>
        </pc:spChg>
        <pc:spChg chg="mod">
          <ac:chgData name="髙田　陽斗" userId="349aba5d-2d55-469e-b606-bfbbf5033a9d" providerId="ADAL" clId="{F75CD730-4B93-4946-A438-1D617634E6A9}" dt="2024-07-25T01:40:38.866" v="1990"/>
          <ac:spMkLst>
            <pc:docMk/>
            <pc:sldMk cId="3156883142" sldId="292"/>
            <ac:spMk id="37" creationId="{4C5058EC-C01D-18A3-2DE1-75AC149387C2}"/>
          </ac:spMkLst>
        </pc:spChg>
        <pc:spChg chg="mod">
          <ac:chgData name="髙田　陽斗" userId="349aba5d-2d55-469e-b606-bfbbf5033a9d" providerId="ADAL" clId="{F75CD730-4B93-4946-A438-1D617634E6A9}" dt="2024-07-25T01:40:38.866" v="1990"/>
          <ac:spMkLst>
            <pc:docMk/>
            <pc:sldMk cId="3156883142" sldId="292"/>
            <ac:spMk id="38" creationId="{12878433-03C5-E107-B81A-4D7C46F50919}"/>
          </ac:spMkLst>
        </pc:spChg>
        <pc:spChg chg="mod">
          <ac:chgData name="髙田　陽斗" userId="349aba5d-2d55-469e-b606-bfbbf5033a9d" providerId="ADAL" clId="{F75CD730-4B93-4946-A438-1D617634E6A9}" dt="2024-07-25T01:40:38.866" v="1990"/>
          <ac:spMkLst>
            <pc:docMk/>
            <pc:sldMk cId="3156883142" sldId="292"/>
            <ac:spMk id="41" creationId="{E7382C8D-9082-E41D-2209-6C28233C231D}"/>
          </ac:spMkLst>
        </pc:spChg>
        <pc:spChg chg="mod">
          <ac:chgData name="髙田　陽斗" userId="349aba5d-2d55-469e-b606-bfbbf5033a9d" providerId="ADAL" clId="{F75CD730-4B93-4946-A438-1D617634E6A9}" dt="2024-07-25T01:54:20.562" v="2122" actId="20577"/>
          <ac:spMkLst>
            <pc:docMk/>
            <pc:sldMk cId="3156883142" sldId="292"/>
            <ac:spMk id="42" creationId="{2C6A243E-A87D-F0CA-7E7E-E3FB0603CE8E}"/>
          </ac:spMkLst>
        </pc:spChg>
        <pc:spChg chg="add mod">
          <ac:chgData name="髙田　陽斗" userId="349aba5d-2d55-469e-b606-bfbbf5033a9d" providerId="ADAL" clId="{F75CD730-4B93-4946-A438-1D617634E6A9}" dt="2024-07-25T01:40:38.866" v="1990"/>
          <ac:spMkLst>
            <pc:docMk/>
            <pc:sldMk cId="3156883142" sldId="292"/>
            <ac:spMk id="43" creationId="{769B1172-97B9-E91D-535C-3CB864EEC568}"/>
          </ac:spMkLst>
        </pc:spChg>
        <pc:spChg chg="add mod">
          <ac:chgData name="髙田　陽斗" userId="349aba5d-2d55-469e-b606-bfbbf5033a9d" providerId="ADAL" clId="{F75CD730-4B93-4946-A438-1D617634E6A9}" dt="2024-07-25T01:40:38.866" v="1990"/>
          <ac:spMkLst>
            <pc:docMk/>
            <pc:sldMk cId="3156883142" sldId="292"/>
            <ac:spMk id="50" creationId="{054DADD8-E6BD-FC33-27DF-C6CCC62EC8EB}"/>
          </ac:spMkLst>
        </pc:spChg>
        <pc:spChg chg="add del mod">
          <ac:chgData name="髙田　陽斗" userId="349aba5d-2d55-469e-b606-bfbbf5033a9d" providerId="ADAL" clId="{F75CD730-4B93-4946-A438-1D617634E6A9}" dt="2024-07-25T01:41:50.231" v="1997" actId="478"/>
          <ac:spMkLst>
            <pc:docMk/>
            <pc:sldMk cId="3156883142" sldId="292"/>
            <ac:spMk id="51" creationId="{04174420-EE60-5619-710B-8A44EF1D6CA0}"/>
          </ac:spMkLst>
        </pc:spChg>
        <pc:spChg chg="add mod">
          <ac:chgData name="髙田　陽斗" userId="349aba5d-2d55-469e-b606-bfbbf5033a9d" providerId="ADAL" clId="{F75CD730-4B93-4946-A438-1D617634E6A9}" dt="2024-07-25T01:40:38.866" v="1990"/>
          <ac:spMkLst>
            <pc:docMk/>
            <pc:sldMk cId="3156883142" sldId="292"/>
            <ac:spMk id="52" creationId="{A7F10CCF-651B-A301-F9DD-433CC8F3D2A2}"/>
          </ac:spMkLst>
        </pc:spChg>
        <pc:spChg chg="add mod">
          <ac:chgData name="髙田　陽斗" userId="349aba5d-2d55-469e-b606-bfbbf5033a9d" providerId="ADAL" clId="{F75CD730-4B93-4946-A438-1D617634E6A9}" dt="2024-07-25T01:40:38.866" v="1990"/>
          <ac:spMkLst>
            <pc:docMk/>
            <pc:sldMk cId="3156883142" sldId="292"/>
            <ac:spMk id="53" creationId="{37E365B0-748F-F35E-8252-253A08FF95F5}"/>
          </ac:spMkLst>
        </pc:spChg>
        <pc:spChg chg="add mod">
          <ac:chgData name="髙田　陽斗" userId="349aba5d-2d55-469e-b606-bfbbf5033a9d" providerId="ADAL" clId="{F75CD730-4B93-4946-A438-1D617634E6A9}" dt="2024-07-25T01:40:38.866" v="1990"/>
          <ac:spMkLst>
            <pc:docMk/>
            <pc:sldMk cId="3156883142" sldId="292"/>
            <ac:spMk id="54" creationId="{681C98A8-845A-C3D6-DE3B-D672DEB58A25}"/>
          </ac:spMkLst>
        </pc:spChg>
        <pc:spChg chg="add mod">
          <ac:chgData name="髙田　陽斗" userId="349aba5d-2d55-469e-b606-bfbbf5033a9d" providerId="ADAL" clId="{F75CD730-4B93-4946-A438-1D617634E6A9}" dt="2024-07-25T01:40:38.866" v="1990"/>
          <ac:spMkLst>
            <pc:docMk/>
            <pc:sldMk cId="3156883142" sldId="292"/>
            <ac:spMk id="55" creationId="{381689EA-6730-B9A7-A9DB-01BF9CD85488}"/>
          </ac:spMkLst>
        </pc:spChg>
        <pc:spChg chg="add mod">
          <ac:chgData name="髙田　陽斗" userId="349aba5d-2d55-469e-b606-bfbbf5033a9d" providerId="ADAL" clId="{F75CD730-4B93-4946-A438-1D617634E6A9}" dt="2024-07-25T01:45:54.406" v="2021" actId="1076"/>
          <ac:spMkLst>
            <pc:docMk/>
            <pc:sldMk cId="3156883142" sldId="292"/>
            <ac:spMk id="56" creationId="{AA2440FB-0AAC-8E42-71E9-0649C936C9A1}"/>
          </ac:spMkLst>
        </pc:spChg>
        <pc:spChg chg="add del mod">
          <ac:chgData name="髙田　陽斗" userId="349aba5d-2d55-469e-b606-bfbbf5033a9d" providerId="ADAL" clId="{F75CD730-4B93-4946-A438-1D617634E6A9}" dt="2024-07-25T01:41:28.368" v="1995" actId="478"/>
          <ac:spMkLst>
            <pc:docMk/>
            <pc:sldMk cId="3156883142" sldId="292"/>
            <ac:spMk id="57" creationId="{F60E858E-4947-EB95-3FE1-903A60F06EDB}"/>
          </ac:spMkLst>
        </pc:spChg>
        <pc:spChg chg="add del mod">
          <ac:chgData name="髙田　陽斗" userId="349aba5d-2d55-469e-b606-bfbbf5033a9d" providerId="ADAL" clId="{F75CD730-4B93-4946-A438-1D617634E6A9}" dt="2024-07-25T01:41:30.341" v="1996" actId="478"/>
          <ac:spMkLst>
            <pc:docMk/>
            <pc:sldMk cId="3156883142" sldId="292"/>
            <ac:spMk id="58" creationId="{12CABF53-F291-CAD9-5F8F-E62C14C9AE44}"/>
          </ac:spMkLst>
        </pc:spChg>
        <pc:spChg chg="add mod">
          <ac:chgData name="髙田　陽斗" userId="349aba5d-2d55-469e-b606-bfbbf5033a9d" providerId="ADAL" clId="{F75CD730-4B93-4946-A438-1D617634E6A9}" dt="2024-07-25T01:48:15.462" v="2045" actId="113"/>
          <ac:spMkLst>
            <pc:docMk/>
            <pc:sldMk cId="3156883142" sldId="292"/>
            <ac:spMk id="59" creationId="{5575E853-A433-BBE4-B474-276250B7452A}"/>
          </ac:spMkLst>
        </pc:spChg>
        <pc:spChg chg="add mod">
          <ac:chgData name="髙田　陽斗" userId="349aba5d-2d55-469e-b606-bfbbf5033a9d" providerId="ADAL" clId="{F75CD730-4B93-4946-A438-1D617634E6A9}" dt="2024-07-25T01:48:11.126" v="2044" actId="113"/>
          <ac:spMkLst>
            <pc:docMk/>
            <pc:sldMk cId="3156883142" sldId="292"/>
            <ac:spMk id="60" creationId="{A7272F1F-BA26-F0D1-51BB-AAB20367339B}"/>
          </ac:spMkLst>
        </pc:spChg>
        <pc:spChg chg="add mod">
          <ac:chgData name="髙田　陽斗" userId="349aba5d-2d55-469e-b606-bfbbf5033a9d" providerId="ADAL" clId="{F75CD730-4B93-4946-A438-1D617634E6A9}" dt="2024-07-26T00:18:17.432" v="4734" actId="20577"/>
          <ac:spMkLst>
            <pc:docMk/>
            <pc:sldMk cId="3156883142" sldId="292"/>
            <ac:spMk id="61" creationId="{5813CB38-50A8-86C6-23E2-88D20A59D140}"/>
          </ac:spMkLst>
        </pc:spChg>
        <pc:spChg chg="add del mod">
          <ac:chgData name="髙田　陽斗" userId="349aba5d-2d55-469e-b606-bfbbf5033a9d" providerId="ADAL" clId="{F75CD730-4B93-4946-A438-1D617634E6A9}" dt="2024-07-25T01:47:57.192" v="2040" actId="113"/>
          <ac:spMkLst>
            <pc:docMk/>
            <pc:sldMk cId="3156883142" sldId="292"/>
            <ac:spMk id="62" creationId="{A3059D9F-9C33-8E44-7EE3-B53EFA575211}"/>
          </ac:spMkLst>
        </pc:spChg>
        <pc:spChg chg="add mod">
          <ac:chgData name="髙田　陽斗" userId="349aba5d-2d55-469e-b606-bfbbf5033a9d" providerId="ADAL" clId="{F75CD730-4B93-4946-A438-1D617634E6A9}" dt="2024-07-25T01:48:06.140" v="2043" actId="113"/>
          <ac:spMkLst>
            <pc:docMk/>
            <pc:sldMk cId="3156883142" sldId="292"/>
            <ac:spMk id="63" creationId="{DA7B5EAD-10F0-5772-63F9-21C0E89AA07E}"/>
          </ac:spMkLst>
        </pc:spChg>
        <pc:spChg chg="add del mod">
          <ac:chgData name="髙田　陽斗" userId="349aba5d-2d55-469e-b606-bfbbf5033a9d" providerId="ADAL" clId="{F75CD730-4B93-4946-A438-1D617634E6A9}" dt="2024-07-25T01:41:26.473" v="1994" actId="478"/>
          <ac:spMkLst>
            <pc:docMk/>
            <pc:sldMk cId="3156883142" sldId="292"/>
            <ac:spMk id="64" creationId="{E15D5FA8-737F-4710-8D20-7DE1C8E2BCFF}"/>
          </ac:spMkLst>
        </pc:spChg>
        <pc:spChg chg="add del mod">
          <ac:chgData name="髙田　陽斗" userId="349aba5d-2d55-469e-b606-bfbbf5033a9d" providerId="ADAL" clId="{F75CD730-4B93-4946-A438-1D617634E6A9}" dt="2024-07-25T01:41:50.231" v="1997" actId="478"/>
          <ac:spMkLst>
            <pc:docMk/>
            <pc:sldMk cId="3156883142" sldId="292"/>
            <ac:spMk id="65" creationId="{C389B4B0-777C-F7A2-9496-3A7540FC3341}"/>
          </ac:spMkLst>
        </pc:spChg>
        <pc:spChg chg="add mod">
          <ac:chgData name="髙田　陽斗" userId="349aba5d-2d55-469e-b606-bfbbf5033a9d" providerId="ADAL" clId="{F75CD730-4B93-4946-A438-1D617634E6A9}" dt="2024-07-25T01:42:36.481" v="2002" actId="1076"/>
          <ac:spMkLst>
            <pc:docMk/>
            <pc:sldMk cId="3156883142" sldId="292"/>
            <ac:spMk id="66" creationId="{D75892CD-72AE-233C-C8DA-07CFDD3D4244}"/>
          </ac:spMkLst>
        </pc:spChg>
        <pc:spChg chg="add mod">
          <ac:chgData name="髙田　陽斗" userId="349aba5d-2d55-469e-b606-bfbbf5033a9d" providerId="ADAL" clId="{F75CD730-4B93-4946-A438-1D617634E6A9}" dt="2024-07-25T01:42:36.481" v="2002" actId="1076"/>
          <ac:spMkLst>
            <pc:docMk/>
            <pc:sldMk cId="3156883142" sldId="292"/>
            <ac:spMk id="67" creationId="{36850CA0-B739-770E-6579-4CFB31FA3069}"/>
          </ac:spMkLst>
        </pc:spChg>
        <pc:spChg chg="add mod">
          <ac:chgData name="髙田　陽斗" userId="349aba5d-2d55-469e-b606-bfbbf5033a9d" providerId="ADAL" clId="{F75CD730-4B93-4946-A438-1D617634E6A9}" dt="2024-07-25T01:42:36.481" v="2002" actId="1076"/>
          <ac:spMkLst>
            <pc:docMk/>
            <pc:sldMk cId="3156883142" sldId="292"/>
            <ac:spMk id="68" creationId="{74556974-505D-4C49-79B6-96B95576ECFE}"/>
          </ac:spMkLst>
        </pc:spChg>
        <pc:spChg chg="add del mod">
          <ac:chgData name="髙田　陽斗" userId="349aba5d-2d55-469e-b606-bfbbf5033a9d" providerId="ADAL" clId="{F75CD730-4B93-4946-A438-1D617634E6A9}" dt="2024-07-25T01:42:31.735" v="2001" actId="478"/>
          <ac:spMkLst>
            <pc:docMk/>
            <pc:sldMk cId="3156883142" sldId="292"/>
            <ac:spMk id="69" creationId="{1CB5C377-66CE-6682-9894-AF51FC427893}"/>
          </ac:spMkLst>
        </pc:spChg>
        <pc:spChg chg="add mod ord">
          <ac:chgData name="髙田　陽斗" userId="349aba5d-2d55-469e-b606-bfbbf5033a9d" providerId="ADAL" clId="{F75CD730-4B93-4946-A438-1D617634E6A9}" dt="2024-07-25T01:46:12.341" v="2023" actId="1076"/>
          <ac:spMkLst>
            <pc:docMk/>
            <pc:sldMk cId="3156883142" sldId="292"/>
            <ac:spMk id="70" creationId="{5B5F1FCF-EE36-3800-326B-43F18BCD72CB}"/>
          </ac:spMkLst>
        </pc:spChg>
        <pc:spChg chg="add mod ord">
          <ac:chgData name="髙田　陽斗" userId="349aba5d-2d55-469e-b606-bfbbf5033a9d" providerId="ADAL" clId="{F75CD730-4B93-4946-A438-1D617634E6A9}" dt="2024-07-25T01:46:22.948" v="2024" actId="1076"/>
          <ac:spMkLst>
            <pc:docMk/>
            <pc:sldMk cId="3156883142" sldId="292"/>
            <ac:spMk id="71" creationId="{64D5984E-01E8-5781-A477-788136C637C2}"/>
          </ac:spMkLst>
        </pc:spChg>
        <pc:spChg chg="add mod">
          <ac:chgData name="髙田　陽斗" userId="349aba5d-2d55-469e-b606-bfbbf5033a9d" providerId="ADAL" clId="{F75CD730-4B93-4946-A438-1D617634E6A9}" dt="2024-07-26T00:18:39.100" v="4739" actId="1076"/>
          <ac:spMkLst>
            <pc:docMk/>
            <pc:sldMk cId="3156883142" sldId="292"/>
            <ac:spMk id="72" creationId="{D7A5005B-E4F0-7155-8BFD-D4B10A8BEDDD}"/>
          </ac:spMkLst>
        </pc:spChg>
        <pc:spChg chg="add del mod">
          <ac:chgData name="髙田　陽斗" userId="349aba5d-2d55-469e-b606-bfbbf5033a9d" providerId="ADAL" clId="{F75CD730-4B93-4946-A438-1D617634E6A9}" dt="2024-07-25T01:50:51.249" v="2064"/>
          <ac:spMkLst>
            <pc:docMk/>
            <pc:sldMk cId="3156883142" sldId="292"/>
            <ac:spMk id="73" creationId="{9C6DC38C-9324-496A-B968-B398AE490C5C}"/>
          </ac:spMkLst>
        </pc:spChg>
        <pc:grpChg chg="add mod">
          <ac:chgData name="髙田　陽斗" userId="349aba5d-2d55-469e-b606-bfbbf5033a9d" providerId="ADAL" clId="{F75CD730-4B93-4946-A438-1D617634E6A9}" dt="2024-07-25T01:40:02.783" v="1986"/>
          <ac:grpSpMkLst>
            <pc:docMk/>
            <pc:sldMk cId="3156883142" sldId="292"/>
            <ac:grpSpMk id="2" creationId="{BB38E06B-B826-056A-62BB-0C50EB8B0A35}"/>
          </ac:grpSpMkLst>
        </pc:grpChg>
        <pc:grpChg chg="add mod">
          <ac:chgData name="髙田　陽斗" userId="349aba5d-2d55-469e-b606-bfbbf5033a9d" providerId="ADAL" clId="{F75CD730-4B93-4946-A438-1D617634E6A9}" dt="2024-07-25T01:40:02.783" v="1986"/>
          <ac:grpSpMkLst>
            <pc:docMk/>
            <pc:sldMk cId="3156883142" sldId="292"/>
            <ac:grpSpMk id="8" creationId="{08B173E9-DCD1-0F28-5E67-624BC137A302}"/>
          </ac:grpSpMkLst>
        </pc:grpChg>
        <pc:grpChg chg="add mod">
          <ac:chgData name="髙田　陽斗" userId="349aba5d-2d55-469e-b606-bfbbf5033a9d" providerId="ADAL" clId="{F75CD730-4B93-4946-A438-1D617634E6A9}" dt="2024-07-25T01:40:38.866" v="1990"/>
          <ac:grpSpMkLst>
            <pc:docMk/>
            <pc:sldMk cId="3156883142" sldId="292"/>
            <ac:grpSpMk id="34" creationId="{5338DA56-2CB5-3D50-CD4F-A0DBE05D268E}"/>
          </ac:grpSpMkLst>
        </pc:grpChg>
        <pc:grpChg chg="add mod">
          <ac:chgData name="髙田　陽斗" userId="349aba5d-2d55-469e-b606-bfbbf5033a9d" providerId="ADAL" clId="{F75CD730-4B93-4946-A438-1D617634E6A9}" dt="2024-07-25T01:40:38.866" v="1990"/>
          <ac:grpSpMkLst>
            <pc:docMk/>
            <pc:sldMk cId="3156883142" sldId="292"/>
            <ac:grpSpMk id="40" creationId="{857C6353-59FF-D00C-019F-807693050569}"/>
          </ac:grpSpMkLst>
        </pc:grpChg>
        <pc:cxnChg chg="add mod">
          <ac:chgData name="髙田　陽斗" userId="349aba5d-2d55-469e-b606-bfbbf5033a9d" providerId="ADAL" clId="{F75CD730-4B93-4946-A438-1D617634E6A9}" dt="2024-07-25T01:40:02.783" v="1986"/>
          <ac:cxnSpMkLst>
            <pc:docMk/>
            <pc:sldMk cId="3156883142" sldId="292"/>
            <ac:cxnSpMk id="7" creationId="{A7243263-9A1A-013E-3DDB-805955BA8FEB}"/>
          </ac:cxnSpMkLst>
        </pc:cxnChg>
        <pc:cxnChg chg="add mod">
          <ac:chgData name="髙田　陽斗" userId="349aba5d-2d55-469e-b606-bfbbf5033a9d" providerId="ADAL" clId="{F75CD730-4B93-4946-A438-1D617634E6A9}" dt="2024-07-25T01:40:02.783" v="1986"/>
          <ac:cxnSpMkLst>
            <pc:docMk/>
            <pc:sldMk cId="3156883142" sldId="292"/>
            <ac:cxnSpMk id="12" creationId="{821EDFFF-23A6-AA64-EFB2-74C3F326CA7A}"/>
          </ac:cxnSpMkLst>
        </pc:cxnChg>
        <pc:cxnChg chg="add mod">
          <ac:chgData name="髙田　陽斗" userId="349aba5d-2d55-469e-b606-bfbbf5033a9d" providerId="ADAL" clId="{F75CD730-4B93-4946-A438-1D617634E6A9}" dt="2024-07-25T01:40:02.783" v="1986"/>
          <ac:cxnSpMkLst>
            <pc:docMk/>
            <pc:sldMk cId="3156883142" sldId="292"/>
            <ac:cxnSpMk id="13" creationId="{A90772F2-C48C-51BE-2931-EBE8665B6043}"/>
          </ac:cxnSpMkLst>
        </pc:cxnChg>
        <pc:cxnChg chg="add mod">
          <ac:chgData name="髙田　陽斗" userId="349aba5d-2d55-469e-b606-bfbbf5033a9d" providerId="ADAL" clId="{F75CD730-4B93-4946-A438-1D617634E6A9}" dt="2024-07-25T01:40:02.783" v="1986"/>
          <ac:cxnSpMkLst>
            <pc:docMk/>
            <pc:sldMk cId="3156883142" sldId="292"/>
            <ac:cxnSpMk id="14" creationId="{9767C62C-5674-9ED8-3F62-54EF6A1D07EE}"/>
          </ac:cxnSpMkLst>
        </pc:cxnChg>
        <pc:cxnChg chg="add del mod">
          <ac:chgData name="髙田　陽斗" userId="349aba5d-2d55-469e-b606-bfbbf5033a9d" providerId="ADAL" clId="{F75CD730-4B93-4946-A438-1D617634E6A9}" dt="2024-07-25T01:40:34.326" v="1988" actId="478"/>
          <ac:cxnSpMkLst>
            <pc:docMk/>
            <pc:sldMk cId="3156883142" sldId="292"/>
            <ac:cxnSpMk id="15" creationId="{8219BA0F-2F46-4AE1-FBE2-23CBB822443F}"/>
          </ac:cxnSpMkLst>
        </pc:cxnChg>
        <pc:cxnChg chg="add mod">
          <ac:chgData name="髙田　陽斗" userId="349aba5d-2d55-469e-b606-bfbbf5033a9d" providerId="ADAL" clId="{F75CD730-4B93-4946-A438-1D617634E6A9}" dt="2024-07-25T01:40:02.783" v="1986"/>
          <ac:cxnSpMkLst>
            <pc:docMk/>
            <pc:sldMk cId="3156883142" sldId="292"/>
            <ac:cxnSpMk id="16" creationId="{087533DF-26E4-3D58-5321-DD14F9D009E4}"/>
          </ac:cxnSpMkLst>
        </pc:cxnChg>
        <pc:cxnChg chg="add mod">
          <ac:chgData name="髙田　陽斗" userId="349aba5d-2d55-469e-b606-bfbbf5033a9d" providerId="ADAL" clId="{F75CD730-4B93-4946-A438-1D617634E6A9}" dt="2024-07-25T01:40:02.783" v="1986"/>
          <ac:cxnSpMkLst>
            <pc:docMk/>
            <pc:sldMk cId="3156883142" sldId="292"/>
            <ac:cxnSpMk id="17" creationId="{D48E52CD-DCAB-0844-997F-1BD996FAFCE8}"/>
          </ac:cxnSpMkLst>
        </pc:cxnChg>
        <pc:cxnChg chg="add mod">
          <ac:chgData name="髙田　陽斗" userId="349aba5d-2d55-469e-b606-bfbbf5033a9d" providerId="ADAL" clId="{F75CD730-4B93-4946-A438-1D617634E6A9}" dt="2024-07-25T01:40:38.866" v="1990"/>
          <ac:cxnSpMkLst>
            <pc:docMk/>
            <pc:sldMk cId="3156883142" sldId="292"/>
            <ac:cxnSpMk id="39" creationId="{FA7DC7D3-31A8-E373-48E0-56B72446123A}"/>
          </ac:cxnSpMkLst>
        </pc:cxnChg>
        <pc:cxnChg chg="add del mod">
          <ac:chgData name="髙田　陽斗" userId="349aba5d-2d55-469e-b606-bfbbf5033a9d" providerId="ADAL" clId="{F75CD730-4B93-4946-A438-1D617634E6A9}" dt="2024-07-25T01:40:47.325" v="1991" actId="478"/>
          <ac:cxnSpMkLst>
            <pc:docMk/>
            <pc:sldMk cId="3156883142" sldId="292"/>
            <ac:cxnSpMk id="44" creationId="{E1EF81DA-22D5-68E2-A030-36AD8D91458B}"/>
          </ac:cxnSpMkLst>
        </pc:cxnChg>
        <pc:cxnChg chg="add del mod">
          <ac:chgData name="髙田　陽斗" userId="349aba5d-2d55-469e-b606-bfbbf5033a9d" providerId="ADAL" clId="{F75CD730-4B93-4946-A438-1D617634E6A9}" dt="2024-07-25T01:40:47.325" v="1991" actId="478"/>
          <ac:cxnSpMkLst>
            <pc:docMk/>
            <pc:sldMk cId="3156883142" sldId="292"/>
            <ac:cxnSpMk id="45" creationId="{86F37205-E219-0F56-77CC-92D5B0870672}"/>
          </ac:cxnSpMkLst>
        </pc:cxnChg>
        <pc:cxnChg chg="add del mod">
          <ac:chgData name="髙田　陽斗" userId="349aba5d-2d55-469e-b606-bfbbf5033a9d" providerId="ADAL" clId="{F75CD730-4B93-4946-A438-1D617634E6A9}" dt="2024-07-25T01:40:47.325" v="1991" actId="478"/>
          <ac:cxnSpMkLst>
            <pc:docMk/>
            <pc:sldMk cId="3156883142" sldId="292"/>
            <ac:cxnSpMk id="46" creationId="{39766AD9-0B70-7133-1F7C-20C17E11AF12}"/>
          </ac:cxnSpMkLst>
        </pc:cxnChg>
        <pc:cxnChg chg="add del mod">
          <ac:chgData name="髙田　陽斗" userId="349aba5d-2d55-469e-b606-bfbbf5033a9d" providerId="ADAL" clId="{F75CD730-4B93-4946-A438-1D617634E6A9}" dt="2024-07-25T01:40:47.325" v="1991" actId="478"/>
          <ac:cxnSpMkLst>
            <pc:docMk/>
            <pc:sldMk cId="3156883142" sldId="292"/>
            <ac:cxnSpMk id="47" creationId="{2CB73062-03E8-F30C-4B12-0FA632AE0314}"/>
          </ac:cxnSpMkLst>
        </pc:cxnChg>
        <pc:cxnChg chg="add del mod">
          <ac:chgData name="髙田　陽斗" userId="349aba5d-2d55-469e-b606-bfbbf5033a9d" providerId="ADAL" clId="{F75CD730-4B93-4946-A438-1D617634E6A9}" dt="2024-07-25T01:40:47.325" v="1991" actId="478"/>
          <ac:cxnSpMkLst>
            <pc:docMk/>
            <pc:sldMk cId="3156883142" sldId="292"/>
            <ac:cxnSpMk id="48" creationId="{5DCE4EB6-5031-0720-2EDC-AC1F2DEDD4F3}"/>
          </ac:cxnSpMkLst>
        </pc:cxnChg>
        <pc:cxnChg chg="add del mod">
          <ac:chgData name="髙田　陽斗" userId="349aba5d-2d55-469e-b606-bfbbf5033a9d" providerId="ADAL" clId="{F75CD730-4B93-4946-A438-1D617634E6A9}" dt="2024-07-25T01:40:47.325" v="1991" actId="478"/>
          <ac:cxnSpMkLst>
            <pc:docMk/>
            <pc:sldMk cId="3156883142" sldId="292"/>
            <ac:cxnSpMk id="49" creationId="{C4E4CCFC-22B3-7986-B08F-A3C2DCF119E5}"/>
          </ac:cxnSpMkLst>
        </pc:cxnChg>
      </pc:sldChg>
      <pc:sldChg chg="addSp modSp new mod modTransition modAnim">
        <pc:chgData name="髙田　陽斗" userId="349aba5d-2d55-469e-b606-bfbbf5033a9d" providerId="ADAL" clId="{F75CD730-4B93-4946-A438-1D617634E6A9}" dt="2024-07-26T01:28:20.717" v="5343"/>
        <pc:sldMkLst>
          <pc:docMk/>
          <pc:sldMk cId="2864031869" sldId="293"/>
        </pc:sldMkLst>
        <pc:spChg chg="mod">
          <ac:chgData name="髙田　陽斗" userId="349aba5d-2d55-469e-b606-bfbbf5033a9d" providerId="ADAL" clId="{F75CD730-4B93-4946-A438-1D617634E6A9}" dt="2024-07-25T01:53:06.347" v="2083"/>
          <ac:spMkLst>
            <pc:docMk/>
            <pc:sldMk cId="2864031869" sldId="293"/>
            <ac:spMk id="3" creationId="{336810B4-ADCE-66D6-03EB-8D3AED091000}"/>
          </ac:spMkLst>
        </pc:spChg>
        <pc:spChg chg="mod">
          <ac:chgData name="髙田　陽斗" userId="349aba5d-2d55-469e-b606-bfbbf5033a9d" providerId="ADAL" clId="{F75CD730-4B93-4946-A438-1D617634E6A9}" dt="2024-07-25T01:53:06.347" v="2083"/>
          <ac:spMkLst>
            <pc:docMk/>
            <pc:sldMk cId="2864031869" sldId="293"/>
            <ac:spMk id="4" creationId="{676BAEBB-EB7E-F6E9-F195-7246A94FC2BB}"/>
          </ac:spMkLst>
        </pc:spChg>
        <pc:spChg chg="mod">
          <ac:chgData name="髙田　陽斗" userId="349aba5d-2d55-469e-b606-bfbbf5033a9d" providerId="ADAL" clId="{F75CD730-4B93-4946-A438-1D617634E6A9}" dt="2024-07-25T01:53:06.347" v="2083"/>
          <ac:spMkLst>
            <pc:docMk/>
            <pc:sldMk cId="2864031869" sldId="293"/>
            <ac:spMk id="5" creationId="{EAC91F6F-6AAF-F148-5E4E-9E58058AC2FD}"/>
          </ac:spMkLst>
        </pc:spChg>
        <pc:spChg chg="mod">
          <ac:chgData name="髙田　陽斗" userId="349aba5d-2d55-469e-b606-bfbbf5033a9d" providerId="ADAL" clId="{F75CD730-4B93-4946-A438-1D617634E6A9}" dt="2024-07-25T01:53:06.347" v="2083"/>
          <ac:spMkLst>
            <pc:docMk/>
            <pc:sldMk cId="2864031869" sldId="293"/>
            <ac:spMk id="6" creationId="{729A44AF-F30F-09FA-9850-6972DF5342F5}"/>
          </ac:spMkLst>
        </pc:spChg>
        <pc:spChg chg="mod">
          <ac:chgData name="髙田　陽斗" userId="349aba5d-2d55-469e-b606-bfbbf5033a9d" providerId="ADAL" clId="{F75CD730-4B93-4946-A438-1D617634E6A9}" dt="2024-07-25T01:53:06.347" v="2083"/>
          <ac:spMkLst>
            <pc:docMk/>
            <pc:sldMk cId="2864031869" sldId="293"/>
            <ac:spMk id="9" creationId="{824CCC99-4B56-6945-81DB-689A145CC22F}"/>
          </ac:spMkLst>
        </pc:spChg>
        <pc:spChg chg="mod">
          <ac:chgData name="髙田　陽斗" userId="349aba5d-2d55-469e-b606-bfbbf5033a9d" providerId="ADAL" clId="{F75CD730-4B93-4946-A438-1D617634E6A9}" dt="2024-07-25T01:54:13.091" v="2111" actId="20577"/>
          <ac:spMkLst>
            <pc:docMk/>
            <pc:sldMk cId="2864031869" sldId="293"/>
            <ac:spMk id="10" creationId="{6555D0FB-E0B2-9A29-ADA7-465167D656E9}"/>
          </ac:spMkLst>
        </pc:spChg>
        <pc:spChg chg="add mod">
          <ac:chgData name="髙田　陽斗" userId="349aba5d-2d55-469e-b606-bfbbf5033a9d" providerId="ADAL" clId="{F75CD730-4B93-4946-A438-1D617634E6A9}" dt="2024-07-25T01:53:06.347" v="2083"/>
          <ac:spMkLst>
            <pc:docMk/>
            <pc:sldMk cId="2864031869" sldId="293"/>
            <ac:spMk id="11" creationId="{7471F710-3920-229A-1B34-C8A9CFACE003}"/>
          </ac:spMkLst>
        </pc:spChg>
        <pc:spChg chg="add mod">
          <ac:chgData name="髙田　陽斗" userId="349aba5d-2d55-469e-b606-bfbbf5033a9d" providerId="ADAL" clId="{F75CD730-4B93-4946-A438-1D617634E6A9}" dt="2024-07-25T01:53:16.425" v="2094" actId="20577"/>
          <ac:spMkLst>
            <pc:docMk/>
            <pc:sldMk cId="2864031869" sldId="293"/>
            <ac:spMk id="12" creationId="{035126C1-CD2C-4CD1-05AD-BBD8BDD6F688}"/>
          </ac:spMkLst>
        </pc:spChg>
        <pc:spChg chg="add mod">
          <ac:chgData name="髙田　陽斗" userId="349aba5d-2d55-469e-b606-bfbbf5033a9d" providerId="ADAL" clId="{F75CD730-4B93-4946-A438-1D617634E6A9}" dt="2024-07-25T01:53:41.684" v="2097" actId="1076"/>
          <ac:spMkLst>
            <pc:docMk/>
            <pc:sldMk cId="2864031869" sldId="293"/>
            <ac:spMk id="13" creationId="{D93FD1F1-52B8-C611-6AC5-E970D84C422A}"/>
          </ac:spMkLst>
        </pc:spChg>
        <pc:spChg chg="add mod">
          <ac:chgData name="髙田　陽斗" userId="349aba5d-2d55-469e-b606-bfbbf5033a9d" providerId="ADAL" clId="{F75CD730-4B93-4946-A438-1D617634E6A9}" dt="2024-07-25T01:53:06.347" v="2083"/>
          <ac:spMkLst>
            <pc:docMk/>
            <pc:sldMk cId="2864031869" sldId="293"/>
            <ac:spMk id="14" creationId="{F4AECC35-9E26-5A3C-4E45-9A168B926B4C}"/>
          </ac:spMkLst>
        </pc:spChg>
        <pc:spChg chg="add mod">
          <ac:chgData name="髙田　陽斗" userId="349aba5d-2d55-469e-b606-bfbbf5033a9d" providerId="ADAL" clId="{F75CD730-4B93-4946-A438-1D617634E6A9}" dt="2024-07-25T01:53:06.347" v="2083"/>
          <ac:spMkLst>
            <pc:docMk/>
            <pc:sldMk cId="2864031869" sldId="293"/>
            <ac:spMk id="15" creationId="{90567D77-7159-4748-EFA2-ED7E61AF718E}"/>
          </ac:spMkLst>
        </pc:spChg>
        <pc:spChg chg="add mod">
          <ac:chgData name="髙田　陽斗" userId="349aba5d-2d55-469e-b606-bfbbf5033a9d" providerId="ADAL" clId="{F75CD730-4B93-4946-A438-1D617634E6A9}" dt="2024-07-25T01:53:45.842" v="2098" actId="1076"/>
          <ac:spMkLst>
            <pc:docMk/>
            <pc:sldMk cId="2864031869" sldId="293"/>
            <ac:spMk id="16" creationId="{3C90707B-7B77-7A3D-E2B4-81699EC0BA43}"/>
          </ac:spMkLst>
        </pc:spChg>
        <pc:spChg chg="add mod">
          <ac:chgData name="髙田　陽斗" userId="349aba5d-2d55-469e-b606-bfbbf5033a9d" providerId="ADAL" clId="{F75CD730-4B93-4946-A438-1D617634E6A9}" dt="2024-07-25T01:53:06.347" v="2083"/>
          <ac:spMkLst>
            <pc:docMk/>
            <pc:sldMk cId="2864031869" sldId="293"/>
            <ac:spMk id="17" creationId="{2B8A3BC0-9AD2-9D7B-BB91-BC1931D6FC6E}"/>
          </ac:spMkLst>
        </pc:spChg>
        <pc:spChg chg="add mod">
          <ac:chgData name="髙田　陽斗" userId="349aba5d-2d55-469e-b606-bfbbf5033a9d" providerId="ADAL" clId="{F75CD730-4B93-4946-A438-1D617634E6A9}" dt="2024-07-25T01:53:53.079" v="2100" actId="1076"/>
          <ac:spMkLst>
            <pc:docMk/>
            <pc:sldMk cId="2864031869" sldId="293"/>
            <ac:spMk id="18" creationId="{D1DA6C8E-F1F6-83C7-9B9F-87A6BCF7E21E}"/>
          </ac:spMkLst>
        </pc:spChg>
        <pc:grpChg chg="add mod">
          <ac:chgData name="髙田　陽斗" userId="349aba5d-2d55-469e-b606-bfbbf5033a9d" providerId="ADAL" clId="{F75CD730-4B93-4946-A438-1D617634E6A9}" dt="2024-07-25T01:53:06.347" v="2083"/>
          <ac:grpSpMkLst>
            <pc:docMk/>
            <pc:sldMk cId="2864031869" sldId="293"/>
            <ac:grpSpMk id="2" creationId="{DCA4A724-FCA6-077E-50B1-5911E854D305}"/>
          </ac:grpSpMkLst>
        </pc:grpChg>
        <pc:grpChg chg="add mod">
          <ac:chgData name="髙田　陽斗" userId="349aba5d-2d55-469e-b606-bfbbf5033a9d" providerId="ADAL" clId="{F75CD730-4B93-4946-A438-1D617634E6A9}" dt="2024-07-25T01:53:06.347" v="2083"/>
          <ac:grpSpMkLst>
            <pc:docMk/>
            <pc:sldMk cId="2864031869" sldId="293"/>
            <ac:grpSpMk id="8" creationId="{5CA52111-252B-9645-09D6-E70A085AAF9D}"/>
          </ac:grpSpMkLst>
        </pc:grpChg>
        <pc:cxnChg chg="add mod">
          <ac:chgData name="髙田　陽斗" userId="349aba5d-2d55-469e-b606-bfbbf5033a9d" providerId="ADAL" clId="{F75CD730-4B93-4946-A438-1D617634E6A9}" dt="2024-07-25T01:53:06.347" v="2083"/>
          <ac:cxnSpMkLst>
            <pc:docMk/>
            <pc:sldMk cId="2864031869" sldId="293"/>
            <ac:cxnSpMk id="7" creationId="{C3D8299D-7686-E23A-5C66-6B65BF822929}"/>
          </ac:cxnSpMkLst>
        </pc:cxnChg>
      </pc:sldChg>
      <pc:sldChg chg="addSp delSp modSp new mod modTransition delAnim modAnim">
        <pc:chgData name="髙田　陽斗" userId="349aba5d-2d55-469e-b606-bfbbf5033a9d" providerId="ADAL" clId="{F75CD730-4B93-4946-A438-1D617634E6A9}" dt="2024-07-26T02:03:14.458" v="5453" actId="20577"/>
        <pc:sldMkLst>
          <pc:docMk/>
          <pc:sldMk cId="3386100215" sldId="294"/>
        </pc:sldMkLst>
        <pc:spChg chg="mod">
          <ac:chgData name="髙田　陽斗" userId="349aba5d-2d55-469e-b606-bfbbf5033a9d" providerId="ADAL" clId="{F75CD730-4B93-4946-A438-1D617634E6A9}" dt="2024-07-25T01:55:05.951" v="2135"/>
          <ac:spMkLst>
            <pc:docMk/>
            <pc:sldMk cId="3386100215" sldId="294"/>
            <ac:spMk id="4" creationId="{BE2F5D6F-C0BB-4C08-2174-5EED5C156EC5}"/>
          </ac:spMkLst>
        </pc:spChg>
        <pc:spChg chg="mod">
          <ac:chgData name="髙田　陽斗" userId="349aba5d-2d55-469e-b606-bfbbf5033a9d" providerId="ADAL" clId="{F75CD730-4B93-4946-A438-1D617634E6A9}" dt="2024-07-25T01:55:05.951" v="2135"/>
          <ac:spMkLst>
            <pc:docMk/>
            <pc:sldMk cId="3386100215" sldId="294"/>
            <ac:spMk id="5" creationId="{DC79D270-42F7-51FF-7B87-1606FEB7C270}"/>
          </ac:spMkLst>
        </pc:spChg>
        <pc:spChg chg="mod">
          <ac:chgData name="髙田　陽斗" userId="349aba5d-2d55-469e-b606-bfbbf5033a9d" providerId="ADAL" clId="{F75CD730-4B93-4946-A438-1D617634E6A9}" dt="2024-07-25T01:55:05.951" v="2135"/>
          <ac:spMkLst>
            <pc:docMk/>
            <pc:sldMk cId="3386100215" sldId="294"/>
            <ac:spMk id="6" creationId="{22AB3F69-125A-BBD3-DCB3-994B17D767D7}"/>
          </ac:spMkLst>
        </pc:spChg>
        <pc:spChg chg="mod">
          <ac:chgData name="髙田　陽斗" userId="349aba5d-2d55-469e-b606-bfbbf5033a9d" providerId="ADAL" clId="{F75CD730-4B93-4946-A438-1D617634E6A9}" dt="2024-07-25T01:55:05.951" v="2135"/>
          <ac:spMkLst>
            <pc:docMk/>
            <pc:sldMk cId="3386100215" sldId="294"/>
            <ac:spMk id="7" creationId="{17F39F8C-2B0C-B99C-4E46-365FE01AB713}"/>
          </ac:spMkLst>
        </pc:spChg>
        <pc:spChg chg="add mod">
          <ac:chgData name="髙田　陽斗" userId="349aba5d-2d55-469e-b606-bfbbf5033a9d" providerId="ADAL" clId="{F75CD730-4B93-4946-A438-1D617634E6A9}" dt="2024-07-25T01:55:05.951" v="2135"/>
          <ac:spMkLst>
            <pc:docMk/>
            <pc:sldMk cId="3386100215" sldId="294"/>
            <ac:spMk id="8" creationId="{39BFE58A-5557-060C-8F2C-8E7669CD543C}"/>
          </ac:spMkLst>
        </pc:spChg>
        <pc:spChg chg="mod">
          <ac:chgData name="髙田　陽斗" userId="349aba5d-2d55-469e-b606-bfbbf5033a9d" providerId="ADAL" clId="{F75CD730-4B93-4946-A438-1D617634E6A9}" dt="2024-07-25T01:55:05.951" v="2135"/>
          <ac:spMkLst>
            <pc:docMk/>
            <pc:sldMk cId="3386100215" sldId="294"/>
            <ac:spMk id="10" creationId="{47F6989B-91F0-786B-3FC8-4A6288ED8001}"/>
          </ac:spMkLst>
        </pc:spChg>
        <pc:spChg chg="mod">
          <ac:chgData name="髙田　陽斗" userId="349aba5d-2d55-469e-b606-bfbbf5033a9d" providerId="ADAL" clId="{F75CD730-4B93-4946-A438-1D617634E6A9}" dt="2024-07-25T01:55:05.951" v="2135"/>
          <ac:spMkLst>
            <pc:docMk/>
            <pc:sldMk cId="3386100215" sldId="294"/>
            <ac:spMk id="11" creationId="{0A764444-C545-0F3C-4B67-68A7E54CDDB7}"/>
          </ac:spMkLst>
        </pc:spChg>
        <pc:spChg chg="add mod">
          <ac:chgData name="髙田　陽斗" userId="349aba5d-2d55-469e-b606-bfbbf5033a9d" providerId="ADAL" clId="{F75CD730-4B93-4946-A438-1D617634E6A9}" dt="2024-07-25T01:55:05.951" v="2135"/>
          <ac:spMkLst>
            <pc:docMk/>
            <pc:sldMk cId="3386100215" sldId="294"/>
            <ac:spMk id="12" creationId="{11763892-BE28-64F0-B431-CF2FB208597C}"/>
          </ac:spMkLst>
        </pc:spChg>
        <pc:spChg chg="add mod">
          <ac:chgData name="髙田　陽斗" userId="349aba5d-2d55-469e-b606-bfbbf5033a9d" providerId="ADAL" clId="{F75CD730-4B93-4946-A438-1D617634E6A9}" dt="2024-07-25T01:55:05.951" v="2135"/>
          <ac:spMkLst>
            <pc:docMk/>
            <pc:sldMk cId="3386100215" sldId="294"/>
            <ac:spMk id="13" creationId="{01163C65-6066-ADEA-106C-6DF6CB9F3413}"/>
          </ac:spMkLst>
        </pc:spChg>
        <pc:spChg chg="add mod">
          <ac:chgData name="髙田　陽斗" userId="349aba5d-2d55-469e-b606-bfbbf5033a9d" providerId="ADAL" clId="{F75CD730-4B93-4946-A438-1D617634E6A9}" dt="2024-07-25T01:55:05.951" v="2135"/>
          <ac:spMkLst>
            <pc:docMk/>
            <pc:sldMk cId="3386100215" sldId="294"/>
            <ac:spMk id="14" creationId="{34E5EA95-DE8F-7856-817D-4ABECBE0ECD3}"/>
          </ac:spMkLst>
        </pc:spChg>
        <pc:spChg chg="add mod">
          <ac:chgData name="髙田　陽斗" userId="349aba5d-2d55-469e-b606-bfbbf5033a9d" providerId="ADAL" clId="{F75CD730-4B93-4946-A438-1D617634E6A9}" dt="2024-07-25T01:55:05.951" v="2135"/>
          <ac:spMkLst>
            <pc:docMk/>
            <pc:sldMk cId="3386100215" sldId="294"/>
            <ac:spMk id="16" creationId="{C4F4A04C-4BB7-A412-B899-0F29A11A6F98}"/>
          </ac:spMkLst>
        </pc:spChg>
        <pc:spChg chg="add mod">
          <ac:chgData name="髙田　陽斗" userId="349aba5d-2d55-469e-b606-bfbbf5033a9d" providerId="ADAL" clId="{F75CD730-4B93-4946-A438-1D617634E6A9}" dt="2024-07-25T02:06:06.267" v="2174" actId="1076"/>
          <ac:spMkLst>
            <pc:docMk/>
            <pc:sldMk cId="3386100215" sldId="294"/>
            <ac:spMk id="17" creationId="{FDCC98DF-D4E3-C907-1E31-52C93D228F8B}"/>
          </ac:spMkLst>
        </pc:spChg>
        <pc:spChg chg="add mod">
          <ac:chgData name="髙田　陽斗" userId="349aba5d-2d55-469e-b606-bfbbf5033a9d" providerId="ADAL" clId="{F75CD730-4B93-4946-A438-1D617634E6A9}" dt="2024-07-25T01:55:05.951" v="2135"/>
          <ac:spMkLst>
            <pc:docMk/>
            <pc:sldMk cId="3386100215" sldId="294"/>
            <ac:spMk id="18" creationId="{728D3220-4659-7249-64DA-C55256B287B7}"/>
          </ac:spMkLst>
        </pc:spChg>
        <pc:spChg chg="add del mod">
          <ac:chgData name="髙田　陽斗" userId="349aba5d-2d55-469e-b606-bfbbf5033a9d" providerId="ADAL" clId="{F75CD730-4B93-4946-A438-1D617634E6A9}" dt="2024-07-25T01:55:17.149" v="2146" actId="478"/>
          <ac:spMkLst>
            <pc:docMk/>
            <pc:sldMk cId="3386100215" sldId="294"/>
            <ac:spMk id="19" creationId="{75C6118A-879E-4E18-DFAB-46523F590AC0}"/>
          </ac:spMkLst>
        </pc:spChg>
        <pc:spChg chg="add mod">
          <ac:chgData name="髙田　陽斗" userId="349aba5d-2d55-469e-b606-bfbbf5033a9d" providerId="ADAL" clId="{F75CD730-4B93-4946-A438-1D617634E6A9}" dt="2024-07-25T02:13:04.675" v="2400" actId="1076"/>
          <ac:spMkLst>
            <pc:docMk/>
            <pc:sldMk cId="3386100215" sldId="294"/>
            <ac:spMk id="20" creationId="{EBED956F-DC11-316E-38D7-74E43A4F5263}"/>
          </ac:spMkLst>
        </pc:spChg>
        <pc:spChg chg="add mod">
          <ac:chgData name="髙田　陽斗" userId="349aba5d-2d55-469e-b606-bfbbf5033a9d" providerId="ADAL" clId="{F75CD730-4B93-4946-A438-1D617634E6A9}" dt="2024-07-25T01:57:35.116" v="2164" actId="1076"/>
          <ac:spMkLst>
            <pc:docMk/>
            <pc:sldMk cId="3386100215" sldId="294"/>
            <ac:spMk id="21" creationId="{CA5C1741-BE37-6E91-7D57-63CFF2B02742}"/>
          </ac:spMkLst>
        </pc:spChg>
        <pc:spChg chg="add mod">
          <ac:chgData name="髙田　陽斗" userId="349aba5d-2d55-469e-b606-bfbbf5033a9d" providerId="ADAL" clId="{F75CD730-4B93-4946-A438-1D617634E6A9}" dt="2024-07-25T01:57:42.530" v="2166" actId="1076"/>
          <ac:spMkLst>
            <pc:docMk/>
            <pc:sldMk cId="3386100215" sldId="294"/>
            <ac:spMk id="22" creationId="{1AD7F248-EE17-8734-0CEF-91A0DB49DA54}"/>
          </ac:spMkLst>
        </pc:spChg>
        <pc:grpChg chg="add mod">
          <ac:chgData name="髙田　陽斗" userId="349aba5d-2d55-469e-b606-bfbbf5033a9d" providerId="ADAL" clId="{F75CD730-4B93-4946-A438-1D617634E6A9}" dt="2024-07-25T01:55:05.951" v="2135"/>
          <ac:grpSpMkLst>
            <pc:docMk/>
            <pc:sldMk cId="3386100215" sldId="294"/>
            <ac:grpSpMk id="3" creationId="{B6541525-6695-B593-59C1-2EBDE9D4E459}"/>
          </ac:grpSpMkLst>
        </pc:grpChg>
        <pc:grpChg chg="add mod">
          <ac:chgData name="髙田　陽斗" userId="349aba5d-2d55-469e-b606-bfbbf5033a9d" providerId="ADAL" clId="{F75CD730-4B93-4946-A438-1D617634E6A9}" dt="2024-07-25T01:55:05.951" v="2135"/>
          <ac:grpSpMkLst>
            <pc:docMk/>
            <pc:sldMk cId="3386100215" sldId="294"/>
            <ac:grpSpMk id="9" creationId="{BC1BA8AA-9BCB-979A-5B5B-6B24A8787A4C}"/>
          </ac:grpSpMkLst>
        </pc:grpChg>
        <pc:graphicFrameChg chg="add mod modGraphic">
          <ac:chgData name="髙田　陽斗" userId="349aba5d-2d55-469e-b606-bfbbf5033a9d" providerId="ADAL" clId="{F75CD730-4B93-4946-A438-1D617634E6A9}" dt="2024-07-26T02:03:14.458" v="5453" actId="20577"/>
          <ac:graphicFrameMkLst>
            <pc:docMk/>
            <pc:sldMk cId="3386100215" sldId="294"/>
            <ac:graphicFrameMk id="15" creationId="{719CDCD4-3110-16EE-5A2D-34DE5253506C}"/>
          </ac:graphicFrameMkLst>
        </pc:graphicFrameChg>
        <pc:cxnChg chg="add mod">
          <ac:chgData name="髙田　陽斗" userId="349aba5d-2d55-469e-b606-bfbbf5033a9d" providerId="ADAL" clId="{F75CD730-4B93-4946-A438-1D617634E6A9}" dt="2024-07-25T01:55:05.951" v="2135"/>
          <ac:cxnSpMkLst>
            <pc:docMk/>
            <pc:sldMk cId="3386100215" sldId="294"/>
            <ac:cxnSpMk id="2" creationId="{323C1E55-BF9B-3E67-5E1A-9CA6D24225FD}"/>
          </ac:cxnSpMkLst>
        </pc:cxnChg>
        <pc:cxnChg chg="add mod">
          <ac:chgData name="髙田　陽斗" userId="349aba5d-2d55-469e-b606-bfbbf5033a9d" providerId="ADAL" clId="{F75CD730-4B93-4946-A438-1D617634E6A9}" dt="2024-07-25T01:58:17.040" v="2170" actId="1076"/>
          <ac:cxnSpMkLst>
            <pc:docMk/>
            <pc:sldMk cId="3386100215" sldId="294"/>
            <ac:cxnSpMk id="23" creationId="{2A49F6A1-97F4-F7C6-280E-86CB299AB10F}"/>
          </ac:cxnSpMkLst>
        </pc:cxnChg>
      </pc:sldChg>
      <pc:sldChg chg="addSp delSp modSp new mod modTransition delAnim modAnim">
        <pc:chgData name="髙田　陽斗" userId="349aba5d-2d55-469e-b606-bfbbf5033a9d" providerId="ADAL" clId="{F75CD730-4B93-4946-A438-1D617634E6A9}" dt="2024-07-26T01:35:51.584" v="5400"/>
        <pc:sldMkLst>
          <pc:docMk/>
          <pc:sldMk cId="647844927" sldId="295"/>
        </pc:sldMkLst>
        <pc:spChg chg="add del mod">
          <ac:chgData name="髙田　陽斗" userId="349aba5d-2d55-469e-b606-bfbbf5033a9d" providerId="ADAL" clId="{F75CD730-4B93-4946-A438-1D617634E6A9}" dt="2024-07-26T00:26:32.274" v="4772" actId="478"/>
          <ac:spMkLst>
            <pc:docMk/>
            <pc:sldMk cId="647844927" sldId="295"/>
            <ac:spMk id="2" creationId="{00A1EB2B-570A-53C3-D7FA-719191A1278F}"/>
          </ac:spMkLst>
        </pc:spChg>
        <pc:spChg chg="add del mod">
          <ac:chgData name="髙田　陽斗" userId="349aba5d-2d55-469e-b606-bfbbf5033a9d" providerId="ADAL" clId="{F75CD730-4B93-4946-A438-1D617634E6A9}" dt="2024-07-26T00:26:32.274" v="4772" actId="478"/>
          <ac:spMkLst>
            <pc:docMk/>
            <pc:sldMk cId="647844927" sldId="295"/>
            <ac:spMk id="3" creationId="{8C8D3E91-34D6-A91D-ADB9-9EF44CFD773D}"/>
          </ac:spMkLst>
        </pc:spChg>
        <pc:spChg chg="add del mod">
          <ac:chgData name="髙田　陽斗" userId="349aba5d-2d55-469e-b606-bfbbf5033a9d" providerId="ADAL" clId="{F75CD730-4B93-4946-A438-1D617634E6A9}" dt="2024-07-26T00:26:32.274" v="4772" actId="478"/>
          <ac:spMkLst>
            <pc:docMk/>
            <pc:sldMk cId="647844927" sldId="295"/>
            <ac:spMk id="4" creationId="{E609D1DC-08DB-E81C-4BDB-C0AD17E4F8D0}"/>
          </ac:spMkLst>
        </pc:spChg>
        <pc:spChg chg="add del mod">
          <ac:chgData name="髙田　陽斗" userId="349aba5d-2d55-469e-b606-bfbbf5033a9d" providerId="ADAL" clId="{F75CD730-4B93-4946-A438-1D617634E6A9}" dt="2024-07-26T00:26:32.274" v="4772" actId="478"/>
          <ac:spMkLst>
            <pc:docMk/>
            <pc:sldMk cId="647844927" sldId="295"/>
            <ac:spMk id="5" creationId="{90905F70-1A8A-0AAF-3CBF-BC852D3C4815}"/>
          </ac:spMkLst>
        </pc:spChg>
        <pc:spChg chg="add del mod">
          <ac:chgData name="髙田　陽斗" userId="349aba5d-2d55-469e-b606-bfbbf5033a9d" providerId="ADAL" clId="{F75CD730-4B93-4946-A438-1D617634E6A9}" dt="2024-07-26T00:26:32.274" v="4772" actId="478"/>
          <ac:spMkLst>
            <pc:docMk/>
            <pc:sldMk cId="647844927" sldId="295"/>
            <ac:spMk id="6" creationId="{83E886B3-0036-71CC-5834-AFD770CB2B20}"/>
          </ac:spMkLst>
        </pc:spChg>
        <pc:spChg chg="add del mod">
          <ac:chgData name="髙田　陽斗" userId="349aba5d-2d55-469e-b606-bfbbf5033a9d" providerId="ADAL" clId="{F75CD730-4B93-4946-A438-1D617634E6A9}" dt="2024-07-26T00:26:32.274" v="4772" actId="478"/>
          <ac:spMkLst>
            <pc:docMk/>
            <pc:sldMk cId="647844927" sldId="295"/>
            <ac:spMk id="7" creationId="{D5E3DC88-6EFC-8DB3-FB95-4ACC7DDC249F}"/>
          </ac:spMkLst>
        </pc:spChg>
        <pc:spChg chg="add del mod">
          <ac:chgData name="髙田　陽斗" userId="349aba5d-2d55-469e-b606-bfbbf5033a9d" providerId="ADAL" clId="{F75CD730-4B93-4946-A438-1D617634E6A9}" dt="2024-07-26T00:26:32.274" v="4772" actId="478"/>
          <ac:spMkLst>
            <pc:docMk/>
            <pc:sldMk cId="647844927" sldId="295"/>
            <ac:spMk id="8" creationId="{3040C9C9-8947-3FCA-4394-4B0B243FB3F3}"/>
          </ac:spMkLst>
        </pc:spChg>
        <pc:spChg chg="add del mod">
          <ac:chgData name="髙田　陽斗" userId="349aba5d-2d55-469e-b606-bfbbf5033a9d" providerId="ADAL" clId="{F75CD730-4B93-4946-A438-1D617634E6A9}" dt="2024-07-26T00:26:32.274" v="4772" actId="478"/>
          <ac:spMkLst>
            <pc:docMk/>
            <pc:sldMk cId="647844927" sldId="295"/>
            <ac:spMk id="9" creationId="{AA4106A0-7D90-B71B-021B-943A0314F36E}"/>
          </ac:spMkLst>
        </pc:spChg>
        <pc:spChg chg="add del mod">
          <ac:chgData name="髙田　陽斗" userId="349aba5d-2d55-469e-b606-bfbbf5033a9d" providerId="ADAL" clId="{F75CD730-4B93-4946-A438-1D617634E6A9}" dt="2024-07-26T00:26:32.274" v="4772" actId="478"/>
          <ac:spMkLst>
            <pc:docMk/>
            <pc:sldMk cId="647844927" sldId="295"/>
            <ac:spMk id="10" creationId="{5DE82DD5-3191-01B7-956E-CC26716E1140}"/>
          </ac:spMkLst>
        </pc:spChg>
        <pc:spChg chg="add del mod">
          <ac:chgData name="髙田　陽斗" userId="349aba5d-2d55-469e-b606-bfbbf5033a9d" providerId="ADAL" clId="{F75CD730-4B93-4946-A438-1D617634E6A9}" dt="2024-07-26T00:26:32.274" v="4772" actId="478"/>
          <ac:spMkLst>
            <pc:docMk/>
            <pc:sldMk cId="647844927" sldId="295"/>
            <ac:spMk id="11" creationId="{2EE83F8B-2D24-EEE4-FEC6-7EC839E90591}"/>
          </ac:spMkLst>
        </pc:spChg>
        <pc:spChg chg="add del mod">
          <ac:chgData name="髙田　陽斗" userId="349aba5d-2d55-469e-b606-bfbbf5033a9d" providerId="ADAL" clId="{F75CD730-4B93-4946-A438-1D617634E6A9}" dt="2024-07-26T00:26:32.274" v="4772" actId="478"/>
          <ac:spMkLst>
            <pc:docMk/>
            <pc:sldMk cId="647844927" sldId="295"/>
            <ac:spMk id="12" creationId="{8D96E8D5-66A2-79F6-0170-96AC094865A8}"/>
          </ac:spMkLst>
        </pc:spChg>
        <pc:spChg chg="mod">
          <ac:chgData name="髙田　陽斗" userId="349aba5d-2d55-469e-b606-bfbbf5033a9d" providerId="ADAL" clId="{F75CD730-4B93-4946-A438-1D617634E6A9}" dt="2024-07-25T02:06:34.132" v="2175"/>
          <ac:spMkLst>
            <pc:docMk/>
            <pc:sldMk cId="647844927" sldId="295"/>
            <ac:spMk id="14" creationId="{F1D2DD70-E024-5BEE-6C77-30CC0CAD2519}"/>
          </ac:spMkLst>
        </pc:spChg>
        <pc:spChg chg="mod">
          <ac:chgData name="髙田　陽斗" userId="349aba5d-2d55-469e-b606-bfbbf5033a9d" providerId="ADAL" clId="{F75CD730-4B93-4946-A438-1D617634E6A9}" dt="2024-07-25T02:06:34.132" v="2175"/>
          <ac:spMkLst>
            <pc:docMk/>
            <pc:sldMk cId="647844927" sldId="295"/>
            <ac:spMk id="15" creationId="{D9EEEA0F-F0D9-DC9B-2C96-8EDE8A08C49A}"/>
          </ac:spMkLst>
        </pc:spChg>
        <pc:spChg chg="mod">
          <ac:chgData name="髙田　陽斗" userId="349aba5d-2d55-469e-b606-bfbbf5033a9d" providerId="ADAL" clId="{F75CD730-4B93-4946-A438-1D617634E6A9}" dt="2024-07-25T02:06:34.132" v="2175"/>
          <ac:spMkLst>
            <pc:docMk/>
            <pc:sldMk cId="647844927" sldId="295"/>
            <ac:spMk id="16" creationId="{04A763CF-7497-0137-8CC4-A563ADC69889}"/>
          </ac:spMkLst>
        </pc:spChg>
        <pc:spChg chg="mod">
          <ac:chgData name="髙田　陽斗" userId="349aba5d-2d55-469e-b606-bfbbf5033a9d" providerId="ADAL" clId="{F75CD730-4B93-4946-A438-1D617634E6A9}" dt="2024-07-25T02:06:34.132" v="2175"/>
          <ac:spMkLst>
            <pc:docMk/>
            <pc:sldMk cId="647844927" sldId="295"/>
            <ac:spMk id="17" creationId="{8D43F81C-7F0D-BF28-C406-7C70F5895FF8}"/>
          </ac:spMkLst>
        </pc:spChg>
        <pc:spChg chg="add del mod">
          <ac:chgData name="髙田　陽斗" userId="349aba5d-2d55-469e-b606-bfbbf5033a9d" providerId="ADAL" clId="{F75CD730-4B93-4946-A438-1D617634E6A9}" dt="2024-07-26T00:26:32.274" v="4772" actId="478"/>
          <ac:spMkLst>
            <pc:docMk/>
            <pc:sldMk cId="647844927" sldId="295"/>
            <ac:spMk id="18" creationId="{99D4955B-0E1E-4A55-F999-D822F7C772EF}"/>
          </ac:spMkLst>
        </pc:spChg>
        <pc:spChg chg="add del mod">
          <ac:chgData name="髙田　陽斗" userId="349aba5d-2d55-469e-b606-bfbbf5033a9d" providerId="ADAL" clId="{F75CD730-4B93-4946-A438-1D617634E6A9}" dt="2024-07-26T00:26:32.274" v="4772" actId="478"/>
          <ac:spMkLst>
            <pc:docMk/>
            <pc:sldMk cId="647844927" sldId="295"/>
            <ac:spMk id="19" creationId="{70717372-7082-466A-9507-479E16A1474D}"/>
          </ac:spMkLst>
        </pc:spChg>
        <pc:spChg chg="mod">
          <ac:chgData name="髙田　陽斗" userId="349aba5d-2d55-469e-b606-bfbbf5033a9d" providerId="ADAL" clId="{F75CD730-4B93-4946-A438-1D617634E6A9}" dt="2024-07-25T02:06:34.132" v="2175"/>
          <ac:spMkLst>
            <pc:docMk/>
            <pc:sldMk cId="647844927" sldId="295"/>
            <ac:spMk id="21" creationId="{8B7EF7DE-42BB-C663-BCAE-F6DB8C3F8185}"/>
          </ac:spMkLst>
        </pc:spChg>
        <pc:spChg chg="mod">
          <ac:chgData name="髙田　陽斗" userId="349aba5d-2d55-469e-b606-bfbbf5033a9d" providerId="ADAL" clId="{F75CD730-4B93-4946-A438-1D617634E6A9}" dt="2024-07-25T02:06:34.132" v="2175"/>
          <ac:spMkLst>
            <pc:docMk/>
            <pc:sldMk cId="647844927" sldId="295"/>
            <ac:spMk id="22" creationId="{6E92FAC5-0C28-93C6-97E6-A762484B6FE3}"/>
          </ac:spMkLst>
        </pc:spChg>
        <pc:spChg chg="mod">
          <ac:chgData name="髙田　陽斗" userId="349aba5d-2d55-469e-b606-bfbbf5033a9d" providerId="ADAL" clId="{F75CD730-4B93-4946-A438-1D617634E6A9}" dt="2024-07-25T02:06:34.132" v="2175"/>
          <ac:spMkLst>
            <pc:docMk/>
            <pc:sldMk cId="647844927" sldId="295"/>
            <ac:spMk id="24" creationId="{FEA0B1D7-9E40-0224-D9F8-C184880D4A20}"/>
          </ac:spMkLst>
        </pc:spChg>
        <pc:spChg chg="mod">
          <ac:chgData name="髙田　陽斗" userId="349aba5d-2d55-469e-b606-bfbbf5033a9d" providerId="ADAL" clId="{F75CD730-4B93-4946-A438-1D617634E6A9}" dt="2024-07-25T02:06:34.132" v="2175"/>
          <ac:spMkLst>
            <pc:docMk/>
            <pc:sldMk cId="647844927" sldId="295"/>
            <ac:spMk id="25" creationId="{A46988D9-50B2-D7D9-7AE1-FB2A443FF2AB}"/>
          </ac:spMkLst>
        </pc:spChg>
        <pc:spChg chg="add del mod ord">
          <ac:chgData name="髙田　陽斗" userId="349aba5d-2d55-469e-b606-bfbbf5033a9d" providerId="ADAL" clId="{F75CD730-4B93-4946-A438-1D617634E6A9}" dt="2024-07-26T00:32:33.514" v="4827" actId="478"/>
          <ac:spMkLst>
            <pc:docMk/>
            <pc:sldMk cId="647844927" sldId="295"/>
            <ac:spMk id="26" creationId="{9DD6D2B5-1106-650C-9D29-01813F9BA569}"/>
          </ac:spMkLst>
        </pc:spChg>
        <pc:spChg chg="add del mod">
          <ac:chgData name="髙田　陽斗" userId="349aba5d-2d55-469e-b606-bfbbf5033a9d" providerId="ADAL" clId="{F75CD730-4B93-4946-A438-1D617634E6A9}" dt="2024-07-26T00:35:44.173" v="4842" actId="478"/>
          <ac:spMkLst>
            <pc:docMk/>
            <pc:sldMk cId="647844927" sldId="295"/>
            <ac:spMk id="29" creationId="{3458E4C7-3C59-A02C-3A4D-B7B7981AF088}"/>
          </ac:spMkLst>
        </pc:spChg>
        <pc:spChg chg="add mod">
          <ac:chgData name="髙田　陽斗" userId="349aba5d-2d55-469e-b606-bfbbf5033a9d" providerId="ADAL" clId="{F75CD730-4B93-4946-A438-1D617634E6A9}" dt="2024-07-26T00:36:39.070" v="4851" actId="1076"/>
          <ac:spMkLst>
            <pc:docMk/>
            <pc:sldMk cId="647844927" sldId="295"/>
            <ac:spMk id="32" creationId="{891DF095-F12A-28E4-0318-0A054EA7A97A}"/>
          </ac:spMkLst>
        </pc:spChg>
        <pc:grpChg chg="add del mod">
          <ac:chgData name="髙田　陽斗" userId="349aba5d-2d55-469e-b606-bfbbf5033a9d" providerId="ADAL" clId="{F75CD730-4B93-4946-A438-1D617634E6A9}" dt="2024-07-26T00:26:32.274" v="4772" actId="478"/>
          <ac:grpSpMkLst>
            <pc:docMk/>
            <pc:sldMk cId="647844927" sldId="295"/>
            <ac:grpSpMk id="13" creationId="{1CCEA121-A105-4D9D-9F67-13BB40A544CE}"/>
          </ac:grpSpMkLst>
        </pc:grpChg>
        <pc:grpChg chg="add del mod">
          <ac:chgData name="髙田　陽斗" userId="349aba5d-2d55-469e-b606-bfbbf5033a9d" providerId="ADAL" clId="{F75CD730-4B93-4946-A438-1D617634E6A9}" dt="2024-07-26T00:26:32.274" v="4772" actId="478"/>
          <ac:grpSpMkLst>
            <pc:docMk/>
            <pc:sldMk cId="647844927" sldId="295"/>
            <ac:grpSpMk id="20" creationId="{1B67BD1A-8493-AF52-0D7C-098699F8FF73}"/>
          </ac:grpSpMkLst>
        </pc:grpChg>
        <pc:grpChg chg="add del mod">
          <ac:chgData name="髙田　陽斗" userId="349aba5d-2d55-469e-b606-bfbbf5033a9d" providerId="ADAL" clId="{F75CD730-4B93-4946-A438-1D617634E6A9}" dt="2024-07-26T00:26:32.274" v="4772" actId="478"/>
          <ac:grpSpMkLst>
            <pc:docMk/>
            <pc:sldMk cId="647844927" sldId="295"/>
            <ac:grpSpMk id="23" creationId="{591F0AFA-5C26-357A-8B63-459FFA87F019}"/>
          </ac:grpSpMkLst>
        </pc:grpChg>
        <pc:picChg chg="add del mod">
          <ac:chgData name="髙田　陽斗" userId="349aba5d-2d55-469e-b606-bfbbf5033a9d" providerId="ADAL" clId="{F75CD730-4B93-4946-A438-1D617634E6A9}" dt="2024-07-26T00:35:48.994" v="4843" actId="478"/>
          <ac:picMkLst>
            <pc:docMk/>
            <pc:sldMk cId="647844927" sldId="295"/>
            <ac:picMk id="28" creationId="{E25DE06D-AEAD-62CC-C00C-C19431AF3D79}"/>
          </ac:picMkLst>
        </pc:picChg>
        <pc:picChg chg="add mod">
          <ac:chgData name="髙田　陽斗" userId="349aba5d-2d55-469e-b606-bfbbf5033a9d" providerId="ADAL" clId="{F75CD730-4B93-4946-A438-1D617634E6A9}" dt="2024-07-26T00:36:15.458" v="4849" actId="14100"/>
          <ac:picMkLst>
            <pc:docMk/>
            <pc:sldMk cId="647844927" sldId="295"/>
            <ac:picMk id="31" creationId="{05EFE453-F907-017E-E880-81C607CDBCBE}"/>
          </ac:picMkLst>
        </pc:picChg>
      </pc:sldChg>
      <pc:sldChg chg="addSp delSp modSp new mod modTransition delAnim modAnim">
        <pc:chgData name="髙田　陽斗" userId="349aba5d-2d55-469e-b606-bfbbf5033a9d" providerId="ADAL" clId="{F75CD730-4B93-4946-A438-1D617634E6A9}" dt="2024-07-26T01:36:48.709" v="5402"/>
        <pc:sldMkLst>
          <pc:docMk/>
          <pc:sldMk cId="36314170" sldId="296"/>
        </pc:sldMkLst>
        <pc:spChg chg="mod">
          <ac:chgData name="髙田　陽斗" userId="349aba5d-2d55-469e-b606-bfbbf5033a9d" providerId="ADAL" clId="{F75CD730-4B93-4946-A438-1D617634E6A9}" dt="2024-07-25T02:14:54.057" v="2401"/>
          <ac:spMkLst>
            <pc:docMk/>
            <pc:sldMk cId="36314170" sldId="296"/>
            <ac:spMk id="4" creationId="{8B611B92-8A4D-527E-D076-85471AF24FE3}"/>
          </ac:spMkLst>
        </pc:spChg>
        <pc:spChg chg="mod">
          <ac:chgData name="髙田　陽斗" userId="349aba5d-2d55-469e-b606-bfbbf5033a9d" providerId="ADAL" clId="{F75CD730-4B93-4946-A438-1D617634E6A9}" dt="2024-07-25T02:14:54.057" v="2401"/>
          <ac:spMkLst>
            <pc:docMk/>
            <pc:sldMk cId="36314170" sldId="296"/>
            <ac:spMk id="5" creationId="{73C16716-2177-B6FD-1446-7B180501CB07}"/>
          </ac:spMkLst>
        </pc:spChg>
        <pc:spChg chg="mod">
          <ac:chgData name="髙田　陽斗" userId="349aba5d-2d55-469e-b606-bfbbf5033a9d" providerId="ADAL" clId="{F75CD730-4B93-4946-A438-1D617634E6A9}" dt="2024-07-25T02:14:54.057" v="2401"/>
          <ac:spMkLst>
            <pc:docMk/>
            <pc:sldMk cId="36314170" sldId="296"/>
            <ac:spMk id="6" creationId="{13A5E7F5-68CA-31DB-EACE-F6B2AB050A6A}"/>
          </ac:spMkLst>
        </pc:spChg>
        <pc:spChg chg="mod">
          <ac:chgData name="髙田　陽斗" userId="349aba5d-2d55-469e-b606-bfbbf5033a9d" providerId="ADAL" clId="{F75CD730-4B93-4946-A438-1D617634E6A9}" dt="2024-07-25T02:14:54.057" v="2401"/>
          <ac:spMkLst>
            <pc:docMk/>
            <pc:sldMk cId="36314170" sldId="296"/>
            <ac:spMk id="7" creationId="{26B4B546-A35B-CCA3-68D2-415692EA3C76}"/>
          </ac:spMkLst>
        </pc:spChg>
        <pc:spChg chg="add mod">
          <ac:chgData name="髙田　陽斗" userId="349aba5d-2d55-469e-b606-bfbbf5033a9d" providerId="ADAL" clId="{F75CD730-4B93-4946-A438-1D617634E6A9}" dt="2024-07-25T02:19:04.832" v="2471" actId="1076"/>
          <ac:spMkLst>
            <pc:docMk/>
            <pc:sldMk cId="36314170" sldId="296"/>
            <ac:spMk id="8" creationId="{6A9AE52D-289A-EDB2-EBF9-EAC8640DC959}"/>
          </ac:spMkLst>
        </pc:spChg>
        <pc:spChg chg="mod">
          <ac:chgData name="髙田　陽斗" userId="349aba5d-2d55-469e-b606-bfbbf5033a9d" providerId="ADAL" clId="{F75CD730-4B93-4946-A438-1D617634E6A9}" dt="2024-07-25T02:14:54.057" v="2401"/>
          <ac:spMkLst>
            <pc:docMk/>
            <pc:sldMk cId="36314170" sldId="296"/>
            <ac:spMk id="10" creationId="{193EBBAF-514C-9782-3C97-0F85C251A4E7}"/>
          </ac:spMkLst>
        </pc:spChg>
        <pc:spChg chg="mod">
          <ac:chgData name="髙田　陽斗" userId="349aba5d-2d55-469e-b606-bfbbf5033a9d" providerId="ADAL" clId="{F75CD730-4B93-4946-A438-1D617634E6A9}" dt="2024-07-25T02:27:36.989" v="2559" actId="20577"/>
          <ac:spMkLst>
            <pc:docMk/>
            <pc:sldMk cId="36314170" sldId="296"/>
            <ac:spMk id="11" creationId="{2905F71C-BC16-231A-DB50-CAEF3B8C9AF0}"/>
          </ac:spMkLst>
        </pc:spChg>
        <pc:spChg chg="add mod">
          <ac:chgData name="髙田　陽斗" userId="349aba5d-2d55-469e-b606-bfbbf5033a9d" providerId="ADAL" clId="{F75CD730-4B93-4946-A438-1D617634E6A9}" dt="2024-07-25T02:14:54.057" v="2401"/>
          <ac:spMkLst>
            <pc:docMk/>
            <pc:sldMk cId="36314170" sldId="296"/>
            <ac:spMk id="12" creationId="{9B6355D9-0834-E554-85F7-EC1E9AB5ABDE}"/>
          </ac:spMkLst>
        </pc:spChg>
        <pc:spChg chg="add mod">
          <ac:chgData name="髙田　陽斗" userId="349aba5d-2d55-469e-b606-bfbbf5033a9d" providerId="ADAL" clId="{F75CD730-4B93-4946-A438-1D617634E6A9}" dt="2024-07-25T02:14:54.057" v="2401"/>
          <ac:spMkLst>
            <pc:docMk/>
            <pc:sldMk cId="36314170" sldId="296"/>
            <ac:spMk id="13" creationId="{8CC5750D-BD80-C583-01F1-1726805646F5}"/>
          </ac:spMkLst>
        </pc:spChg>
        <pc:spChg chg="add mod">
          <ac:chgData name="髙田　陽斗" userId="349aba5d-2d55-469e-b606-bfbbf5033a9d" providerId="ADAL" clId="{F75CD730-4B93-4946-A438-1D617634E6A9}" dt="2024-07-25T02:14:54.057" v="2401"/>
          <ac:spMkLst>
            <pc:docMk/>
            <pc:sldMk cId="36314170" sldId="296"/>
            <ac:spMk id="14" creationId="{FA74A79A-F053-65C7-8ACF-60CF7F25A7D5}"/>
          </ac:spMkLst>
        </pc:spChg>
        <pc:spChg chg="add del mod">
          <ac:chgData name="髙田　陽斗" userId="349aba5d-2d55-469e-b606-bfbbf5033a9d" providerId="ADAL" clId="{F75CD730-4B93-4946-A438-1D617634E6A9}" dt="2024-07-25T02:15:27.489" v="2402" actId="478"/>
          <ac:spMkLst>
            <pc:docMk/>
            <pc:sldMk cId="36314170" sldId="296"/>
            <ac:spMk id="16" creationId="{4FBE0F61-B884-416D-07E0-5762EF3215F3}"/>
          </ac:spMkLst>
        </pc:spChg>
        <pc:spChg chg="add del mod">
          <ac:chgData name="髙田　陽斗" userId="349aba5d-2d55-469e-b606-bfbbf5033a9d" providerId="ADAL" clId="{F75CD730-4B93-4946-A438-1D617634E6A9}" dt="2024-07-25T02:15:27.489" v="2402" actId="478"/>
          <ac:spMkLst>
            <pc:docMk/>
            <pc:sldMk cId="36314170" sldId="296"/>
            <ac:spMk id="17" creationId="{D8168D9A-A6AC-96E9-44F6-B69FE9E0CA0C}"/>
          </ac:spMkLst>
        </pc:spChg>
        <pc:spChg chg="add del mod">
          <ac:chgData name="髙田　陽斗" userId="349aba5d-2d55-469e-b606-bfbbf5033a9d" providerId="ADAL" clId="{F75CD730-4B93-4946-A438-1D617634E6A9}" dt="2024-07-25T02:15:27.489" v="2402" actId="478"/>
          <ac:spMkLst>
            <pc:docMk/>
            <pc:sldMk cId="36314170" sldId="296"/>
            <ac:spMk id="18" creationId="{303E199B-4EF7-BCD2-8FA0-6CB79771764E}"/>
          </ac:spMkLst>
        </pc:spChg>
        <pc:spChg chg="add del mod">
          <ac:chgData name="髙田　陽斗" userId="349aba5d-2d55-469e-b606-bfbbf5033a9d" providerId="ADAL" clId="{F75CD730-4B93-4946-A438-1D617634E6A9}" dt="2024-07-25T02:15:27.489" v="2402" actId="478"/>
          <ac:spMkLst>
            <pc:docMk/>
            <pc:sldMk cId="36314170" sldId="296"/>
            <ac:spMk id="19" creationId="{5C93B601-9AEF-936D-C782-EC83008CBAEB}"/>
          </ac:spMkLst>
        </pc:spChg>
        <pc:spChg chg="add del mod">
          <ac:chgData name="髙田　陽斗" userId="349aba5d-2d55-469e-b606-bfbbf5033a9d" providerId="ADAL" clId="{F75CD730-4B93-4946-A438-1D617634E6A9}" dt="2024-07-25T02:18:43.062" v="2440" actId="478"/>
          <ac:spMkLst>
            <pc:docMk/>
            <pc:sldMk cId="36314170" sldId="296"/>
            <ac:spMk id="20" creationId="{F8A918F6-AB57-2D97-3301-6A5DEC20C826}"/>
          </ac:spMkLst>
        </pc:spChg>
        <pc:spChg chg="add del mod">
          <ac:chgData name="髙田　陽斗" userId="349aba5d-2d55-469e-b606-bfbbf5033a9d" providerId="ADAL" clId="{F75CD730-4B93-4946-A438-1D617634E6A9}" dt="2024-07-25T02:18:43.062" v="2440" actId="478"/>
          <ac:spMkLst>
            <pc:docMk/>
            <pc:sldMk cId="36314170" sldId="296"/>
            <ac:spMk id="21" creationId="{5B4BEB6E-DB69-3517-247F-01475B3F2815}"/>
          </ac:spMkLst>
        </pc:spChg>
        <pc:spChg chg="add mod">
          <ac:chgData name="髙田　陽斗" userId="349aba5d-2d55-469e-b606-bfbbf5033a9d" providerId="ADAL" clId="{F75CD730-4B93-4946-A438-1D617634E6A9}" dt="2024-07-25T02:24:40.483" v="2508" actId="1076"/>
          <ac:spMkLst>
            <pc:docMk/>
            <pc:sldMk cId="36314170" sldId="296"/>
            <ac:spMk id="25" creationId="{68470F2E-B26B-F146-FFD0-69CE979CE971}"/>
          </ac:spMkLst>
        </pc:spChg>
        <pc:spChg chg="add mod">
          <ac:chgData name="髙田　陽斗" userId="349aba5d-2d55-469e-b606-bfbbf5033a9d" providerId="ADAL" clId="{F75CD730-4B93-4946-A438-1D617634E6A9}" dt="2024-07-25T02:25:10.676" v="2532" actId="20577"/>
          <ac:spMkLst>
            <pc:docMk/>
            <pc:sldMk cId="36314170" sldId="296"/>
            <ac:spMk id="26" creationId="{623912EE-AA5B-DD30-6304-C3D740DC52F9}"/>
          </ac:spMkLst>
        </pc:spChg>
        <pc:spChg chg="add mod">
          <ac:chgData name="髙田　陽斗" userId="349aba5d-2d55-469e-b606-bfbbf5033a9d" providerId="ADAL" clId="{F75CD730-4B93-4946-A438-1D617634E6A9}" dt="2024-07-25T02:24:58.394" v="2512" actId="1076"/>
          <ac:spMkLst>
            <pc:docMk/>
            <pc:sldMk cId="36314170" sldId="296"/>
            <ac:spMk id="27" creationId="{7365C9B2-A7D0-2706-6C36-0B5273348341}"/>
          </ac:spMkLst>
        </pc:spChg>
        <pc:spChg chg="add mod">
          <ac:chgData name="髙田　陽斗" userId="349aba5d-2d55-469e-b606-bfbbf5033a9d" providerId="ADAL" clId="{F75CD730-4B93-4946-A438-1D617634E6A9}" dt="2024-07-25T02:25:04.794" v="2522" actId="20577"/>
          <ac:spMkLst>
            <pc:docMk/>
            <pc:sldMk cId="36314170" sldId="296"/>
            <ac:spMk id="28" creationId="{B72C188C-6AD7-EECA-FB6D-829CD418BA7F}"/>
          </ac:spMkLst>
        </pc:spChg>
        <pc:spChg chg="add mod">
          <ac:chgData name="髙田　陽斗" userId="349aba5d-2d55-469e-b606-bfbbf5033a9d" providerId="ADAL" clId="{F75CD730-4B93-4946-A438-1D617634E6A9}" dt="2024-07-25T02:27:09.404" v="2537" actId="1076"/>
          <ac:spMkLst>
            <pc:docMk/>
            <pc:sldMk cId="36314170" sldId="296"/>
            <ac:spMk id="29" creationId="{5284617A-454B-820E-FBB6-3A3475C32756}"/>
          </ac:spMkLst>
        </pc:spChg>
        <pc:grpChg chg="add mod">
          <ac:chgData name="髙田　陽斗" userId="349aba5d-2d55-469e-b606-bfbbf5033a9d" providerId="ADAL" clId="{F75CD730-4B93-4946-A438-1D617634E6A9}" dt="2024-07-25T02:14:54.057" v="2401"/>
          <ac:grpSpMkLst>
            <pc:docMk/>
            <pc:sldMk cId="36314170" sldId="296"/>
            <ac:grpSpMk id="3" creationId="{114C8353-6F00-E5F7-AB68-D42B10EF0D6E}"/>
          </ac:grpSpMkLst>
        </pc:grpChg>
        <pc:grpChg chg="add mod">
          <ac:chgData name="髙田　陽斗" userId="349aba5d-2d55-469e-b606-bfbbf5033a9d" providerId="ADAL" clId="{F75CD730-4B93-4946-A438-1D617634E6A9}" dt="2024-07-25T02:14:54.057" v="2401"/>
          <ac:grpSpMkLst>
            <pc:docMk/>
            <pc:sldMk cId="36314170" sldId="296"/>
            <ac:grpSpMk id="9" creationId="{3FFD9983-C778-3473-C62D-28B47950F911}"/>
          </ac:grpSpMkLst>
        </pc:grpChg>
        <pc:graphicFrameChg chg="add del mod">
          <ac:chgData name="髙田　陽斗" userId="349aba5d-2d55-469e-b606-bfbbf5033a9d" providerId="ADAL" clId="{F75CD730-4B93-4946-A438-1D617634E6A9}" dt="2024-07-25T02:15:27.489" v="2402" actId="478"/>
          <ac:graphicFrameMkLst>
            <pc:docMk/>
            <pc:sldMk cId="36314170" sldId="296"/>
            <ac:graphicFrameMk id="15" creationId="{C7F26172-D975-91EB-5A60-6AFF15A1A123}"/>
          </ac:graphicFrameMkLst>
        </pc:graphicFrameChg>
        <pc:graphicFrameChg chg="add mod modGraphic">
          <ac:chgData name="髙田　陽斗" userId="349aba5d-2d55-469e-b606-bfbbf5033a9d" providerId="ADAL" clId="{F75CD730-4B93-4946-A438-1D617634E6A9}" dt="2024-07-25T02:24:16.292" v="2505" actId="20577"/>
          <ac:graphicFrameMkLst>
            <pc:docMk/>
            <pc:sldMk cId="36314170" sldId="296"/>
            <ac:graphicFrameMk id="23" creationId="{C27C885A-2608-D68E-C3AC-109216981FB1}"/>
          </ac:graphicFrameMkLst>
        </pc:graphicFrameChg>
        <pc:graphicFrameChg chg="add mod">
          <ac:chgData name="髙田　陽斗" userId="349aba5d-2d55-469e-b606-bfbbf5033a9d" providerId="ADAL" clId="{F75CD730-4B93-4946-A438-1D617634E6A9}" dt="2024-07-25T02:18:28.813" v="2439"/>
          <ac:graphicFrameMkLst>
            <pc:docMk/>
            <pc:sldMk cId="36314170" sldId="296"/>
            <ac:graphicFrameMk id="24" creationId="{924C1965-38F0-FB56-734E-232593C79F62}"/>
          </ac:graphicFrameMkLst>
        </pc:graphicFrameChg>
        <pc:cxnChg chg="add mod">
          <ac:chgData name="髙田　陽斗" userId="349aba5d-2d55-469e-b606-bfbbf5033a9d" providerId="ADAL" clId="{F75CD730-4B93-4946-A438-1D617634E6A9}" dt="2024-07-25T02:14:54.057" v="2401"/>
          <ac:cxnSpMkLst>
            <pc:docMk/>
            <pc:sldMk cId="36314170" sldId="296"/>
            <ac:cxnSpMk id="2" creationId="{E06BACAE-5451-F55F-9DEC-C822E69A1124}"/>
          </ac:cxnSpMkLst>
        </pc:cxnChg>
        <pc:cxnChg chg="add del mod">
          <ac:chgData name="髙田　陽斗" userId="349aba5d-2d55-469e-b606-bfbbf5033a9d" providerId="ADAL" clId="{F75CD730-4B93-4946-A438-1D617634E6A9}" dt="2024-07-25T02:18:43.062" v="2440" actId="478"/>
          <ac:cxnSpMkLst>
            <pc:docMk/>
            <pc:sldMk cId="36314170" sldId="296"/>
            <ac:cxnSpMk id="22" creationId="{41099FBD-890B-A709-8FFD-7D5DDE7F8575}"/>
          </ac:cxnSpMkLst>
        </pc:cxnChg>
      </pc:sldChg>
      <pc:sldChg chg="addSp delSp modSp new mod modTransition delAnim modAnim">
        <pc:chgData name="髙田　陽斗" userId="349aba5d-2d55-469e-b606-bfbbf5033a9d" providerId="ADAL" clId="{F75CD730-4B93-4946-A438-1D617634E6A9}" dt="2024-07-26T01:28:20.717" v="5343"/>
        <pc:sldMkLst>
          <pc:docMk/>
          <pc:sldMk cId="3687282361" sldId="297"/>
        </pc:sldMkLst>
        <pc:spChg chg="mod">
          <ac:chgData name="髙田　陽斗" userId="349aba5d-2d55-469e-b606-bfbbf5033a9d" providerId="ADAL" clId="{F75CD730-4B93-4946-A438-1D617634E6A9}" dt="2024-07-25T02:26:50.298" v="2534"/>
          <ac:spMkLst>
            <pc:docMk/>
            <pc:sldMk cId="3687282361" sldId="297"/>
            <ac:spMk id="4" creationId="{7842EE55-4D51-05A9-64B9-40427B634569}"/>
          </ac:spMkLst>
        </pc:spChg>
        <pc:spChg chg="mod">
          <ac:chgData name="髙田　陽斗" userId="349aba5d-2d55-469e-b606-bfbbf5033a9d" providerId="ADAL" clId="{F75CD730-4B93-4946-A438-1D617634E6A9}" dt="2024-07-25T02:27:30.357" v="2547" actId="20577"/>
          <ac:spMkLst>
            <pc:docMk/>
            <pc:sldMk cId="3687282361" sldId="297"/>
            <ac:spMk id="5" creationId="{FD3E58BD-0F13-4F16-0F74-1A466277669D}"/>
          </ac:spMkLst>
        </pc:spChg>
        <pc:spChg chg="mod">
          <ac:chgData name="髙田　陽斗" userId="349aba5d-2d55-469e-b606-bfbbf5033a9d" providerId="ADAL" clId="{F75CD730-4B93-4946-A438-1D617634E6A9}" dt="2024-07-25T02:26:50.298" v="2534"/>
          <ac:spMkLst>
            <pc:docMk/>
            <pc:sldMk cId="3687282361" sldId="297"/>
            <ac:spMk id="7" creationId="{5D69B5BA-1CBD-4C77-FE80-54D959BEED78}"/>
          </ac:spMkLst>
        </pc:spChg>
        <pc:spChg chg="mod">
          <ac:chgData name="髙田　陽斗" userId="349aba5d-2d55-469e-b606-bfbbf5033a9d" providerId="ADAL" clId="{F75CD730-4B93-4946-A438-1D617634E6A9}" dt="2024-07-25T02:26:50.298" v="2534"/>
          <ac:spMkLst>
            <pc:docMk/>
            <pc:sldMk cId="3687282361" sldId="297"/>
            <ac:spMk id="8" creationId="{D388C728-7E2D-0391-F62E-54CA9B82640C}"/>
          </ac:spMkLst>
        </pc:spChg>
        <pc:spChg chg="mod">
          <ac:chgData name="髙田　陽斗" userId="349aba5d-2d55-469e-b606-bfbbf5033a9d" providerId="ADAL" clId="{F75CD730-4B93-4946-A438-1D617634E6A9}" dt="2024-07-25T02:26:50.298" v="2534"/>
          <ac:spMkLst>
            <pc:docMk/>
            <pc:sldMk cId="3687282361" sldId="297"/>
            <ac:spMk id="9" creationId="{0AFE0650-1952-42C7-7440-DEDD532AD19C}"/>
          </ac:spMkLst>
        </pc:spChg>
        <pc:spChg chg="mod">
          <ac:chgData name="髙田　陽斗" userId="349aba5d-2d55-469e-b606-bfbbf5033a9d" providerId="ADAL" clId="{F75CD730-4B93-4946-A438-1D617634E6A9}" dt="2024-07-25T02:26:50.298" v="2534"/>
          <ac:spMkLst>
            <pc:docMk/>
            <pc:sldMk cId="3687282361" sldId="297"/>
            <ac:spMk id="10" creationId="{4B5E2EEB-9F27-37E7-F8A6-342E256756E9}"/>
          </ac:spMkLst>
        </pc:spChg>
        <pc:spChg chg="add del mod">
          <ac:chgData name="髙田　陽斗" userId="349aba5d-2d55-469e-b606-bfbbf5033a9d" providerId="ADAL" clId="{F75CD730-4B93-4946-A438-1D617634E6A9}" dt="2024-07-25T02:28:41.798" v="2560" actId="478"/>
          <ac:spMkLst>
            <pc:docMk/>
            <pc:sldMk cId="3687282361" sldId="297"/>
            <ac:spMk id="11" creationId="{65AD90C1-8D91-3778-4970-DF099C59FB26}"/>
          </ac:spMkLst>
        </pc:spChg>
        <pc:spChg chg="add del mod">
          <ac:chgData name="髙田　陽斗" userId="349aba5d-2d55-469e-b606-bfbbf5033a9d" providerId="ADAL" clId="{F75CD730-4B93-4946-A438-1D617634E6A9}" dt="2024-07-25T02:28:41.798" v="2560" actId="478"/>
          <ac:spMkLst>
            <pc:docMk/>
            <pc:sldMk cId="3687282361" sldId="297"/>
            <ac:spMk id="12" creationId="{2F07FE14-9A7D-D075-163D-494174108512}"/>
          </ac:spMkLst>
        </pc:spChg>
        <pc:spChg chg="add del mod">
          <ac:chgData name="髙田　陽斗" userId="349aba5d-2d55-469e-b606-bfbbf5033a9d" providerId="ADAL" clId="{F75CD730-4B93-4946-A438-1D617634E6A9}" dt="2024-07-25T02:28:41.798" v="2560" actId="478"/>
          <ac:spMkLst>
            <pc:docMk/>
            <pc:sldMk cId="3687282361" sldId="297"/>
            <ac:spMk id="13" creationId="{D16560B0-E225-4170-3B88-10253CF5FF1C}"/>
          </ac:spMkLst>
        </pc:spChg>
        <pc:spChg chg="add del mod">
          <ac:chgData name="髙田　陽斗" userId="349aba5d-2d55-469e-b606-bfbbf5033a9d" providerId="ADAL" clId="{F75CD730-4B93-4946-A438-1D617634E6A9}" dt="2024-07-25T02:28:41.798" v="2560" actId="478"/>
          <ac:spMkLst>
            <pc:docMk/>
            <pc:sldMk cId="3687282361" sldId="297"/>
            <ac:spMk id="14" creationId="{E192AF44-19AF-7F7A-8298-955F1763A7AA}"/>
          </ac:spMkLst>
        </pc:spChg>
        <pc:spChg chg="add del mod">
          <ac:chgData name="髙田　陽斗" userId="349aba5d-2d55-469e-b606-bfbbf5033a9d" providerId="ADAL" clId="{F75CD730-4B93-4946-A438-1D617634E6A9}" dt="2024-07-25T02:28:41.798" v="2560" actId="478"/>
          <ac:spMkLst>
            <pc:docMk/>
            <pc:sldMk cId="3687282361" sldId="297"/>
            <ac:spMk id="15" creationId="{672B0CC3-E93F-1C2D-0B60-5D8B7DB413E5}"/>
          </ac:spMkLst>
        </pc:spChg>
        <pc:spChg chg="add del mod">
          <ac:chgData name="髙田　陽斗" userId="349aba5d-2d55-469e-b606-bfbbf5033a9d" providerId="ADAL" clId="{F75CD730-4B93-4946-A438-1D617634E6A9}" dt="2024-07-25T02:28:41.798" v="2560" actId="478"/>
          <ac:spMkLst>
            <pc:docMk/>
            <pc:sldMk cId="3687282361" sldId="297"/>
            <ac:spMk id="16" creationId="{13CB25CD-276D-E6DA-D18A-9966D3BE93FF}"/>
          </ac:spMkLst>
        </pc:spChg>
        <pc:spChg chg="add del mod">
          <ac:chgData name="髙田　陽斗" userId="349aba5d-2d55-469e-b606-bfbbf5033a9d" providerId="ADAL" clId="{F75CD730-4B93-4946-A438-1D617634E6A9}" dt="2024-07-25T02:28:41.798" v="2560" actId="478"/>
          <ac:spMkLst>
            <pc:docMk/>
            <pc:sldMk cId="3687282361" sldId="297"/>
            <ac:spMk id="17" creationId="{4D053046-CCF7-2ACD-7AD8-4C9D82CE0237}"/>
          </ac:spMkLst>
        </pc:spChg>
        <pc:spChg chg="add del mod">
          <ac:chgData name="髙田　陽斗" userId="349aba5d-2d55-469e-b606-bfbbf5033a9d" providerId="ADAL" clId="{F75CD730-4B93-4946-A438-1D617634E6A9}" dt="2024-07-25T02:28:41.798" v="2560" actId="478"/>
          <ac:spMkLst>
            <pc:docMk/>
            <pc:sldMk cId="3687282361" sldId="297"/>
            <ac:spMk id="18" creationId="{3B36A301-7408-ED8F-1227-D6E8D932A111}"/>
          </ac:spMkLst>
        </pc:spChg>
        <pc:spChg chg="add del mod">
          <ac:chgData name="髙田　陽斗" userId="349aba5d-2d55-469e-b606-bfbbf5033a9d" providerId="ADAL" clId="{F75CD730-4B93-4946-A438-1D617634E6A9}" dt="2024-07-25T02:28:41.798" v="2560" actId="478"/>
          <ac:spMkLst>
            <pc:docMk/>
            <pc:sldMk cId="3687282361" sldId="297"/>
            <ac:spMk id="19" creationId="{4F6F30B7-A250-E261-3276-86F8A8F1BA25}"/>
          </ac:spMkLst>
        </pc:spChg>
        <pc:spChg chg="add del mod">
          <ac:chgData name="髙田　陽斗" userId="349aba5d-2d55-469e-b606-bfbbf5033a9d" providerId="ADAL" clId="{F75CD730-4B93-4946-A438-1D617634E6A9}" dt="2024-07-25T02:26:54.731" v="2535" actId="478"/>
          <ac:spMkLst>
            <pc:docMk/>
            <pc:sldMk cId="3687282361" sldId="297"/>
            <ac:spMk id="20" creationId="{3810D679-E886-E0E7-782F-FD2F9ADA1560}"/>
          </ac:spMkLst>
        </pc:spChg>
        <pc:spChg chg="add del mod">
          <ac:chgData name="髙田　陽斗" userId="349aba5d-2d55-469e-b606-bfbbf5033a9d" providerId="ADAL" clId="{F75CD730-4B93-4946-A438-1D617634E6A9}" dt="2024-07-25T02:28:41.798" v="2560" actId="478"/>
          <ac:spMkLst>
            <pc:docMk/>
            <pc:sldMk cId="3687282361" sldId="297"/>
            <ac:spMk id="21" creationId="{24F2E380-CDD4-1C79-E463-A77CAA023C81}"/>
          </ac:spMkLst>
        </pc:spChg>
        <pc:spChg chg="mod">
          <ac:chgData name="髙田　陽斗" userId="349aba5d-2d55-469e-b606-bfbbf5033a9d" providerId="ADAL" clId="{F75CD730-4B93-4946-A438-1D617634E6A9}" dt="2024-07-25T02:28:42.662" v="2561"/>
          <ac:spMkLst>
            <pc:docMk/>
            <pc:sldMk cId="3687282361" sldId="297"/>
            <ac:spMk id="24" creationId="{052AD24F-128E-CAF6-7E4C-49C8D3D9141A}"/>
          </ac:spMkLst>
        </pc:spChg>
        <pc:spChg chg="mod">
          <ac:chgData name="髙田　陽斗" userId="349aba5d-2d55-469e-b606-bfbbf5033a9d" providerId="ADAL" clId="{F75CD730-4B93-4946-A438-1D617634E6A9}" dt="2024-07-25T02:28:51.158" v="2573" actId="20577"/>
          <ac:spMkLst>
            <pc:docMk/>
            <pc:sldMk cId="3687282361" sldId="297"/>
            <ac:spMk id="25" creationId="{C7AAB0B0-AF9E-42A7-E7BF-75E517030467}"/>
          </ac:spMkLst>
        </pc:spChg>
        <pc:spChg chg="mod">
          <ac:chgData name="髙田　陽斗" userId="349aba5d-2d55-469e-b606-bfbbf5033a9d" providerId="ADAL" clId="{F75CD730-4B93-4946-A438-1D617634E6A9}" dt="2024-07-25T02:28:42.662" v="2561"/>
          <ac:spMkLst>
            <pc:docMk/>
            <pc:sldMk cId="3687282361" sldId="297"/>
            <ac:spMk id="27" creationId="{3CC0988D-E2D3-1B96-8381-BCD141A99D55}"/>
          </ac:spMkLst>
        </pc:spChg>
        <pc:spChg chg="mod">
          <ac:chgData name="髙田　陽斗" userId="349aba5d-2d55-469e-b606-bfbbf5033a9d" providerId="ADAL" clId="{F75CD730-4B93-4946-A438-1D617634E6A9}" dt="2024-07-25T02:28:42.662" v="2561"/>
          <ac:spMkLst>
            <pc:docMk/>
            <pc:sldMk cId="3687282361" sldId="297"/>
            <ac:spMk id="28" creationId="{D9DB24E1-3434-2AC4-FB34-608147341C19}"/>
          </ac:spMkLst>
        </pc:spChg>
        <pc:spChg chg="mod">
          <ac:chgData name="髙田　陽斗" userId="349aba5d-2d55-469e-b606-bfbbf5033a9d" providerId="ADAL" clId="{F75CD730-4B93-4946-A438-1D617634E6A9}" dt="2024-07-25T02:28:42.662" v="2561"/>
          <ac:spMkLst>
            <pc:docMk/>
            <pc:sldMk cId="3687282361" sldId="297"/>
            <ac:spMk id="29" creationId="{1EB53386-8EDF-30CE-103C-DAD4A612097B}"/>
          </ac:spMkLst>
        </pc:spChg>
        <pc:spChg chg="mod">
          <ac:chgData name="髙田　陽斗" userId="349aba5d-2d55-469e-b606-bfbbf5033a9d" providerId="ADAL" clId="{F75CD730-4B93-4946-A438-1D617634E6A9}" dt="2024-07-25T02:28:42.662" v="2561"/>
          <ac:spMkLst>
            <pc:docMk/>
            <pc:sldMk cId="3687282361" sldId="297"/>
            <ac:spMk id="30" creationId="{8BBD48F3-453D-B32B-9012-A9AF6E96D1A6}"/>
          </ac:spMkLst>
        </pc:spChg>
        <pc:spChg chg="add mod">
          <ac:chgData name="髙田　陽斗" userId="349aba5d-2d55-469e-b606-bfbbf5033a9d" providerId="ADAL" clId="{F75CD730-4B93-4946-A438-1D617634E6A9}" dt="2024-07-25T02:28:57.971" v="2582" actId="20577"/>
          <ac:spMkLst>
            <pc:docMk/>
            <pc:sldMk cId="3687282361" sldId="297"/>
            <ac:spMk id="31" creationId="{DAD63AA7-C62E-2C9D-0A51-318218AE633C}"/>
          </ac:spMkLst>
        </pc:spChg>
        <pc:spChg chg="add mod">
          <ac:chgData name="髙田　陽斗" userId="349aba5d-2d55-469e-b606-bfbbf5033a9d" providerId="ADAL" clId="{F75CD730-4B93-4946-A438-1D617634E6A9}" dt="2024-07-25T02:29:01.725" v="2591" actId="20577"/>
          <ac:spMkLst>
            <pc:docMk/>
            <pc:sldMk cId="3687282361" sldId="297"/>
            <ac:spMk id="32" creationId="{9F397835-5AAC-F3C3-031C-8452FA65E68D}"/>
          </ac:spMkLst>
        </pc:spChg>
        <pc:spChg chg="add mod">
          <ac:chgData name="髙田　陽斗" userId="349aba5d-2d55-469e-b606-bfbbf5033a9d" providerId="ADAL" clId="{F75CD730-4B93-4946-A438-1D617634E6A9}" dt="2024-07-25T02:28:42.662" v="2561"/>
          <ac:spMkLst>
            <pc:docMk/>
            <pc:sldMk cId="3687282361" sldId="297"/>
            <ac:spMk id="33" creationId="{790D2AC5-3277-011B-9F33-3A800C2C3F33}"/>
          </ac:spMkLst>
        </pc:spChg>
        <pc:spChg chg="add mod">
          <ac:chgData name="髙田　陽斗" userId="349aba5d-2d55-469e-b606-bfbbf5033a9d" providerId="ADAL" clId="{F75CD730-4B93-4946-A438-1D617634E6A9}" dt="2024-07-25T02:28:42.662" v="2561"/>
          <ac:spMkLst>
            <pc:docMk/>
            <pc:sldMk cId="3687282361" sldId="297"/>
            <ac:spMk id="34" creationId="{F754C2E0-D2F5-D13A-6900-3672B0B5C48E}"/>
          </ac:spMkLst>
        </pc:spChg>
        <pc:spChg chg="add mod">
          <ac:chgData name="髙田　陽斗" userId="349aba5d-2d55-469e-b606-bfbbf5033a9d" providerId="ADAL" clId="{F75CD730-4B93-4946-A438-1D617634E6A9}" dt="2024-07-25T02:29:46.202" v="2632" actId="20577"/>
          <ac:spMkLst>
            <pc:docMk/>
            <pc:sldMk cId="3687282361" sldId="297"/>
            <ac:spMk id="35" creationId="{310F584E-3D13-E57C-66D4-D0C67C09619E}"/>
          </ac:spMkLst>
        </pc:spChg>
        <pc:spChg chg="add mod">
          <ac:chgData name="髙田　陽斗" userId="349aba5d-2d55-469e-b606-bfbbf5033a9d" providerId="ADAL" clId="{F75CD730-4B93-4946-A438-1D617634E6A9}" dt="2024-07-25T02:30:04.051" v="2647" actId="14100"/>
          <ac:spMkLst>
            <pc:docMk/>
            <pc:sldMk cId="3687282361" sldId="297"/>
            <ac:spMk id="36" creationId="{CA1D7ADE-978A-DA6C-8189-896A9EE87E98}"/>
          </ac:spMkLst>
        </pc:spChg>
        <pc:spChg chg="add mod">
          <ac:chgData name="髙田　陽斗" userId="349aba5d-2d55-469e-b606-bfbbf5033a9d" providerId="ADAL" clId="{F75CD730-4B93-4946-A438-1D617634E6A9}" dt="2024-07-25T02:28:42.662" v="2561"/>
          <ac:spMkLst>
            <pc:docMk/>
            <pc:sldMk cId="3687282361" sldId="297"/>
            <ac:spMk id="37" creationId="{9619E4E7-180E-B924-7D0B-83AE3F5BCBE8}"/>
          </ac:spMkLst>
        </pc:spChg>
        <pc:spChg chg="add mod">
          <ac:chgData name="髙田　陽斗" userId="349aba5d-2d55-469e-b606-bfbbf5033a9d" providerId="ADAL" clId="{F75CD730-4B93-4946-A438-1D617634E6A9}" dt="2024-07-25T02:28:42.662" v="2561"/>
          <ac:spMkLst>
            <pc:docMk/>
            <pc:sldMk cId="3687282361" sldId="297"/>
            <ac:spMk id="38" creationId="{C159301A-0E88-1423-1EB6-AB5AF9B92312}"/>
          </ac:spMkLst>
        </pc:spChg>
        <pc:spChg chg="add mod">
          <ac:chgData name="髙田　陽斗" userId="349aba5d-2d55-469e-b606-bfbbf5033a9d" providerId="ADAL" clId="{F75CD730-4B93-4946-A438-1D617634E6A9}" dt="2024-07-25T03:34:42.276" v="3452" actId="1076"/>
          <ac:spMkLst>
            <pc:docMk/>
            <pc:sldMk cId="3687282361" sldId="297"/>
            <ac:spMk id="39" creationId="{8546D4F7-E902-9AD5-6747-A459E3483AD9}"/>
          </ac:spMkLst>
        </pc:spChg>
        <pc:spChg chg="add mod">
          <ac:chgData name="髙田　陽斗" userId="349aba5d-2d55-469e-b606-bfbbf5033a9d" providerId="ADAL" clId="{F75CD730-4B93-4946-A438-1D617634E6A9}" dt="2024-07-25T02:28:42.662" v="2561"/>
          <ac:spMkLst>
            <pc:docMk/>
            <pc:sldMk cId="3687282361" sldId="297"/>
            <ac:spMk id="40" creationId="{2EA9B77D-BE8C-6CF0-92E4-04A5C6F5CE24}"/>
          </ac:spMkLst>
        </pc:spChg>
        <pc:spChg chg="add mod">
          <ac:chgData name="髙田　陽斗" userId="349aba5d-2d55-469e-b606-bfbbf5033a9d" providerId="ADAL" clId="{F75CD730-4B93-4946-A438-1D617634E6A9}" dt="2024-07-25T02:28:42.662" v="2561"/>
          <ac:spMkLst>
            <pc:docMk/>
            <pc:sldMk cId="3687282361" sldId="297"/>
            <ac:spMk id="41" creationId="{6E7E9986-BCB8-D253-4D45-28B2AE7FF0BE}"/>
          </ac:spMkLst>
        </pc:spChg>
        <pc:spChg chg="add mod">
          <ac:chgData name="髙田　陽斗" userId="349aba5d-2d55-469e-b606-bfbbf5033a9d" providerId="ADAL" clId="{F75CD730-4B93-4946-A438-1D617634E6A9}" dt="2024-07-25T02:30:07.764" v="2648" actId="1076"/>
          <ac:spMkLst>
            <pc:docMk/>
            <pc:sldMk cId="3687282361" sldId="297"/>
            <ac:spMk id="42" creationId="{30A37367-5BF5-2BA9-A800-8D439266E592}"/>
          </ac:spMkLst>
        </pc:spChg>
        <pc:spChg chg="add mod">
          <ac:chgData name="髙田　陽斗" userId="349aba5d-2d55-469e-b606-bfbbf5033a9d" providerId="ADAL" clId="{F75CD730-4B93-4946-A438-1D617634E6A9}" dt="2024-07-25T02:30:11.047" v="2649" actId="1076"/>
          <ac:spMkLst>
            <pc:docMk/>
            <pc:sldMk cId="3687282361" sldId="297"/>
            <ac:spMk id="43" creationId="{A070B500-A59C-848E-C666-A52F5D61D465}"/>
          </ac:spMkLst>
        </pc:spChg>
        <pc:spChg chg="add mod">
          <ac:chgData name="髙田　陽斗" userId="349aba5d-2d55-469e-b606-bfbbf5033a9d" providerId="ADAL" clId="{F75CD730-4B93-4946-A438-1D617634E6A9}" dt="2024-07-25T02:28:42.662" v="2561"/>
          <ac:spMkLst>
            <pc:docMk/>
            <pc:sldMk cId="3687282361" sldId="297"/>
            <ac:spMk id="44" creationId="{F4F8F547-19C0-1A86-D16E-C01E0C74E737}"/>
          </ac:spMkLst>
        </pc:spChg>
        <pc:spChg chg="add mod">
          <ac:chgData name="髙田　陽斗" userId="349aba5d-2d55-469e-b606-bfbbf5033a9d" providerId="ADAL" clId="{F75CD730-4B93-4946-A438-1D617634E6A9}" dt="2024-07-25T02:28:42.662" v="2561"/>
          <ac:spMkLst>
            <pc:docMk/>
            <pc:sldMk cId="3687282361" sldId="297"/>
            <ac:spMk id="45" creationId="{73766FC3-F6C9-6630-B513-62B3CD3C44A8}"/>
          </ac:spMkLst>
        </pc:spChg>
        <pc:grpChg chg="add del mod">
          <ac:chgData name="髙田　陽斗" userId="349aba5d-2d55-469e-b606-bfbbf5033a9d" providerId="ADAL" clId="{F75CD730-4B93-4946-A438-1D617634E6A9}" dt="2024-07-25T02:28:41.798" v="2560" actId="478"/>
          <ac:grpSpMkLst>
            <pc:docMk/>
            <pc:sldMk cId="3687282361" sldId="297"/>
            <ac:grpSpMk id="3" creationId="{40DB9E99-BB7A-EE52-99E7-4201EB483D9A}"/>
          </ac:grpSpMkLst>
        </pc:grpChg>
        <pc:grpChg chg="add del mod">
          <ac:chgData name="髙田　陽斗" userId="349aba5d-2d55-469e-b606-bfbbf5033a9d" providerId="ADAL" clId="{F75CD730-4B93-4946-A438-1D617634E6A9}" dt="2024-07-25T02:28:41.798" v="2560" actId="478"/>
          <ac:grpSpMkLst>
            <pc:docMk/>
            <pc:sldMk cId="3687282361" sldId="297"/>
            <ac:grpSpMk id="6" creationId="{1A7FDEE4-7C5D-96E6-9EBF-17C160C453E6}"/>
          </ac:grpSpMkLst>
        </pc:grpChg>
        <pc:grpChg chg="add mod">
          <ac:chgData name="髙田　陽斗" userId="349aba5d-2d55-469e-b606-bfbbf5033a9d" providerId="ADAL" clId="{F75CD730-4B93-4946-A438-1D617634E6A9}" dt="2024-07-25T02:28:42.662" v="2561"/>
          <ac:grpSpMkLst>
            <pc:docMk/>
            <pc:sldMk cId="3687282361" sldId="297"/>
            <ac:grpSpMk id="23" creationId="{CAB889D9-E576-13AB-68D7-B59380604CB8}"/>
          </ac:grpSpMkLst>
        </pc:grpChg>
        <pc:grpChg chg="add mod">
          <ac:chgData name="髙田　陽斗" userId="349aba5d-2d55-469e-b606-bfbbf5033a9d" providerId="ADAL" clId="{F75CD730-4B93-4946-A438-1D617634E6A9}" dt="2024-07-25T02:28:42.662" v="2561"/>
          <ac:grpSpMkLst>
            <pc:docMk/>
            <pc:sldMk cId="3687282361" sldId="297"/>
            <ac:grpSpMk id="26" creationId="{D7F3A132-52DC-D5F9-16A2-814387F6FCE4}"/>
          </ac:grpSpMkLst>
        </pc:grpChg>
        <pc:cxnChg chg="add del mod">
          <ac:chgData name="髙田　陽斗" userId="349aba5d-2d55-469e-b606-bfbbf5033a9d" providerId="ADAL" clId="{F75CD730-4B93-4946-A438-1D617634E6A9}" dt="2024-07-25T02:28:41.798" v="2560" actId="478"/>
          <ac:cxnSpMkLst>
            <pc:docMk/>
            <pc:sldMk cId="3687282361" sldId="297"/>
            <ac:cxnSpMk id="2" creationId="{4C7213C5-F8A2-CBE1-68BA-CB8656F612DE}"/>
          </ac:cxnSpMkLst>
        </pc:cxnChg>
        <pc:cxnChg chg="add mod">
          <ac:chgData name="髙田　陽斗" userId="349aba5d-2d55-469e-b606-bfbbf5033a9d" providerId="ADAL" clId="{F75CD730-4B93-4946-A438-1D617634E6A9}" dt="2024-07-25T02:28:42.662" v="2561"/>
          <ac:cxnSpMkLst>
            <pc:docMk/>
            <pc:sldMk cId="3687282361" sldId="297"/>
            <ac:cxnSpMk id="22" creationId="{B467302B-A747-909A-2823-CE958B62E449}"/>
          </ac:cxnSpMkLst>
        </pc:cxnChg>
      </pc:sldChg>
      <pc:sldChg chg="addSp modSp new mod modTransition modAnim">
        <pc:chgData name="髙田　陽斗" userId="349aba5d-2d55-469e-b606-bfbbf5033a9d" providerId="ADAL" clId="{F75CD730-4B93-4946-A438-1D617634E6A9}" dt="2024-07-26T01:28:20.717" v="5343"/>
        <pc:sldMkLst>
          <pc:docMk/>
          <pc:sldMk cId="219091209" sldId="298"/>
        </pc:sldMkLst>
        <pc:spChg chg="mod">
          <ac:chgData name="髙田　陽斗" userId="349aba5d-2d55-469e-b606-bfbbf5033a9d" providerId="ADAL" clId="{F75CD730-4B93-4946-A438-1D617634E6A9}" dt="2024-07-25T02:30:52.129" v="2651"/>
          <ac:spMkLst>
            <pc:docMk/>
            <pc:sldMk cId="219091209" sldId="298"/>
            <ac:spMk id="3" creationId="{EC84659C-DD25-ECE9-F1BD-D3F9236F0240}"/>
          </ac:spMkLst>
        </pc:spChg>
        <pc:spChg chg="mod">
          <ac:chgData name="髙田　陽斗" userId="349aba5d-2d55-469e-b606-bfbbf5033a9d" providerId="ADAL" clId="{F75CD730-4B93-4946-A438-1D617634E6A9}" dt="2024-07-25T02:30:52.129" v="2651"/>
          <ac:spMkLst>
            <pc:docMk/>
            <pc:sldMk cId="219091209" sldId="298"/>
            <ac:spMk id="4" creationId="{6BB3D1F8-2336-08AD-392D-F7180C31AD50}"/>
          </ac:spMkLst>
        </pc:spChg>
        <pc:spChg chg="mod">
          <ac:chgData name="髙田　陽斗" userId="349aba5d-2d55-469e-b606-bfbbf5033a9d" providerId="ADAL" clId="{F75CD730-4B93-4946-A438-1D617634E6A9}" dt="2024-07-25T02:30:52.129" v="2651"/>
          <ac:spMkLst>
            <pc:docMk/>
            <pc:sldMk cId="219091209" sldId="298"/>
            <ac:spMk id="5" creationId="{98C63E0B-5D53-C2BC-190F-15E975F11927}"/>
          </ac:spMkLst>
        </pc:spChg>
        <pc:spChg chg="mod">
          <ac:chgData name="髙田　陽斗" userId="349aba5d-2d55-469e-b606-bfbbf5033a9d" providerId="ADAL" clId="{F75CD730-4B93-4946-A438-1D617634E6A9}" dt="2024-07-25T02:30:52.129" v="2651"/>
          <ac:spMkLst>
            <pc:docMk/>
            <pc:sldMk cId="219091209" sldId="298"/>
            <ac:spMk id="6" creationId="{4420F58A-4EB2-5EA5-FEF4-9F8BF7708893}"/>
          </ac:spMkLst>
        </pc:spChg>
        <pc:spChg chg="mod">
          <ac:chgData name="髙田　陽斗" userId="349aba5d-2d55-469e-b606-bfbbf5033a9d" providerId="ADAL" clId="{F75CD730-4B93-4946-A438-1D617634E6A9}" dt="2024-07-25T02:30:52.129" v="2651"/>
          <ac:spMkLst>
            <pc:docMk/>
            <pc:sldMk cId="219091209" sldId="298"/>
            <ac:spMk id="9" creationId="{A2675D1C-4518-CEDF-605E-A7F1AD9EB7EC}"/>
          </ac:spMkLst>
        </pc:spChg>
        <pc:spChg chg="mod">
          <ac:chgData name="髙田　陽斗" userId="349aba5d-2d55-469e-b606-bfbbf5033a9d" providerId="ADAL" clId="{F75CD730-4B93-4946-A438-1D617634E6A9}" dt="2024-07-25T02:31:08.506" v="2683" actId="20577"/>
          <ac:spMkLst>
            <pc:docMk/>
            <pc:sldMk cId="219091209" sldId="298"/>
            <ac:spMk id="10" creationId="{34AADB21-A124-7FCD-C23A-45FBB4EA1186}"/>
          </ac:spMkLst>
        </pc:spChg>
        <pc:spChg chg="add mod">
          <ac:chgData name="髙田　陽斗" userId="349aba5d-2d55-469e-b606-bfbbf5033a9d" providerId="ADAL" clId="{F75CD730-4B93-4946-A438-1D617634E6A9}" dt="2024-07-25T02:30:52.129" v="2651"/>
          <ac:spMkLst>
            <pc:docMk/>
            <pc:sldMk cId="219091209" sldId="298"/>
            <ac:spMk id="11" creationId="{B2697229-762F-065A-A30F-C342530F8D57}"/>
          </ac:spMkLst>
        </pc:spChg>
        <pc:spChg chg="add mod">
          <ac:chgData name="髙田　陽斗" userId="349aba5d-2d55-469e-b606-bfbbf5033a9d" providerId="ADAL" clId="{F75CD730-4B93-4946-A438-1D617634E6A9}" dt="2024-07-25T02:30:57.923" v="2662" actId="20577"/>
          <ac:spMkLst>
            <pc:docMk/>
            <pc:sldMk cId="219091209" sldId="298"/>
            <ac:spMk id="12" creationId="{E7C6DBB4-6A1E-6F32-A3E7-7528984DB0F6}"/>
          </ac:spMkLst>
        </pc:spChg>
        <pc:spChg chg="add mod">
          <ac:chgData name="髙田　陽斗" userId="349aba5d-2d55-469e-b606-bfbbf5033a9d" providerId="ADAL" clId="{F75CD730-4B93-4946-A438-1D617634E6A9}" dt="2024-07-25T02:31:13.492" v="2693" actId="20577"/>
          <ac:spMkLst>
            <pc:docMk/>
            <pc:sldMk cId="219091209" sldId="298"/>
            <ac:spMk id="13" creationId="{F9EB8321-18BB-2B0C-6F58-EADD270F93AA}"/>
          </ac:spMkLst>
        </pc:spChg>
        <pc:spChg chg="add mod">
          <ac:chgData name="髙田　陽斗" userId="349aba5d-2d55-469e-b606-bfbbf5033a9d" providerId="ADAL" clId="{F75CD730-4B93-4946-A438-1D617634E6A9}" dt="2024-07-25T02:30:52.129" v="2651"/>
          <ac:spMkLst>
            <pc:docMk/>
            <pc:sldMk cId="219091209" sldId="298"/>
            <ac:spMk id="14" creationId="{CDFD5AFC-F2EA-610C-01A0-3E785F4D7247}"/>
          </ac:spMkLst>
        </pc:spChg>
        <pc:spChg chg="add mod">
          <ac:chgData name="髙田　陽斗" userId="349aba5d-2d55-469e-b606-bfbbf5033a9d" providerId="ADAL" clId="{F75CD730-4B93-4946-A438-1D617634E6A9}" dt="2024-07-25T02:30:52.129" v="2651"/>
          <ac:spMkLst>
            <pc:docMk/>
            <pc:sldMk cId="219091209" sldId="298"/>
            <ac:spMk id="15" creationId="{F16249A9-B731-5033-ACDA-5BB17307D31B}"/>
          </ac:spMkLst>
        </pc:spChg>
        <pc:spChg chg="add mod">
          <ac:chgData name="髙田　陽斗" userId="349aba5d-2d55-469e-b606-bfbbf5033a9d" providerId="ADAL" clId="{F75CD730-4B93-4946-A438-1D617634E6A9}" dt="2024-07-25T02:30:52.129" v="2651"/>
          <ac:spMkLst>
            <pc:docMk/>
            <pc:sldMk cId="219091209" sldId="298"/>
            <ac:spMk id="16" creationId="{33044B60-EE6D-9ADE-8F83-D91395644646}"/>
          </ac:spMkLst>
        </pc:spChg>
        <pc:spChg chg="add mod">
          <ac:chgData name="髙田　陽斗" userId="349aba5d-2d55-469e-b606-bfbbf5033a9d" providerId="ADAL" clId="{F75CD730-4B93-4946-A438-1D617634E6A9}" dt="2024-07-25T02:30:52.129" v="2651"/>
          <ac:spMkLst>
            <pc:docMk/>
            <pc:sldMk cId="219091209" sldId="298"/>
            <ac:spMk id="17" creationId="{F31A67FC-E0DC-A316-D1D7-48C9D0F882CF}"/>
          </ac:spMkLst>
        </pc:spChg>
        <pc:spChg chg="add mod">
          <ac:chgData name="髙田　陽斗" userId="349aba5d-2d55-469e-b606-bfbbf5033a9d" providerId="ADAL" clId="{F75CD730-4B93-4946-A438-1D617634E6A9}" dt="2024-07-25T02:30:52.129" v="2651"/>
          <ac:spMkLst>
            <pc:docMk/>
            <pc:sldMk cId="219091209" sldId="298"/>
            <ac:spMk id="18" creationId="{1A8B1E51-CBFE-1F8E-A868-E8904455AA56}"/>
          </ac:spMkLst>
        </pc:spChg>
        <pc:grpChg chg="add mod">
          <ac:chgData name="髙田　陽斗" userId="349aba5d-2d55-469e-b606-bfbbf5033a9d" providerId="ADAL" clId="{F75CD730-4B93-4946-A438-1D617634E6A9}" dt="2024-07-25T02:30:52.129" v="2651"/>
          <ac:grpSpMkLst>
            <pc:docMk/>
            <pc:sldMk cId="219091209" sldId="298"/>
            <ac:grpSpMk id="2" creationId="{495B2D81-37BE-CF3A-0C71-4CA872F93CE3}"/>
          </ac:grpSpMkLst>
        </pc:grpChg>
        <pc:grpChg chg="add mod">
          <ac:chgData name="髙田　陽斗" userId="349aba5d-2d55-469e-b606-bfbbf5033a9d" providerId="ADAL" clId="{F75CD730-4B93-4946-A438-1D617634E6A9}" dt="2024-07-25T02:30:52.129" v="2651"/>
          <ac:grpSpMkLst>
            <pc:docMk/>
            <pc:sldMk cId="219091209" sldId="298"/>
            <ac:grpSpMk id="8" creationId="{6C7B75E0-7D46-CF85-FFBA-3A17DBD8644E}"/>
          </ac:grpSpMkLst>
        </pc:grpChg>
        <pc:cxnChg chg="add mod">
          <ac:chgData name="髙田　陽斗" userId="349aba5d-2d55-469e-b606-bfbbf5033a9d" providerId="ADAL" clId="{F75CD730-4B93-4946-A438-1D617634E6A9}" dt="2024-07-25T02:30:52.129" v="2651"/>
          <ac:cxnSpMkLst>
            <pc:docMk/>
            <pc:sldMk cId="219091209" sldId="298"/>
            <ac:cxnSpMk id="7" creationId="{69A2A539-9DC2-8A13-8E97-17B042120CEF}"/>
          </ac:cxnSpMkLst>
        </pc:cxnChg>
      </pc:sldChg>
      <pc:sldChg chg="addSp delSp modSp new mod modTransition delAnim modAnim">
        <pc:chgData name="髙田　陽斗" userId="349aba5d-2d55-469e-b606-bfbbf5033a9d" providerId="ADAL" clId="{F75CD730-4B93-4946-A438-1D617634E6A9}" dt="2024-07-26T01:37:17.963" v="5408"/>
        <pc:sldMkLst>
          <pc:docMk/>
          <pc:sldMk cId="3898586431" sldId="299"/>
        </pc:sldMkLst>
        <pc:spChg chg="mod">
          <ac:chgData name="髙田　陽斗" userId="349aba5d-2d55-469e-b606-bfbbf5033a9d" providerId="ADAL" clId="{F75CD730-4B93-4946-A438-1D617634E6A9}" dt="2024-07-25T02:31:34.479" v="2695"/>
          <ac:spMkLst>
            <pc:docMk/>
            <pc:sldMk cId="3898586431" sldId="299"/>
            <ac:spMk id="4" creationId="{E0CB4848-A313-7F5C-625D-A71D38A08FE5}"/>
          </ac:spMkLst>
        </pc:spChg>
        <pc:spChg chg="mod">
          <ac:chgData name="髙田　陽斗" userId="349aba5d-2d55-469e-b606-bfbbf5033a9d" providerId="ADAL" clId="{F75CD730-4B93-4946-A438-1D617634E6A9}" dt="2024-07-25T02:31:34.479" v="2695"/>
          <ac:spMkLst>
            <pc:docMk/>
            <pc:sldMk cId="3898586431" sldId="299"/>
            <ac:spMk id="5" creationId="{17F5C426-8001-1610-253E-D41D97CE70A9}"/>
          </ac:spMkLst>
        </pc:spChg>
        <pc:spChg chg="mod">
          <ac:chgData name="髙田　陽斗" userId="349aba5d-2d55-469e-b606-bfbbf5033a9d" providerId="ADAL" clId="{F75CD730-4B93-4946-A438-1D617634E6A9}" dt="2024-07-25T02:31:34.479" v="2695"/>
          <ac:spMkLst>
            <pc:docMk/>
            <pc:sldMk cId="3898586431" sldId="299"/>
            <ac:spMk id="6" creationId="{68869F29-F09E-6101-D64E-232CA9498347}"/>
          </ac:spMkLst>
        </pc:spChg>
        <pc:spChg chg="mod">
          <ac:chgData name="髙田　陽斗" userId="349aba5d-2d55-469e-b606-bfbbf5033a9d" providerId="ADAL" clId="{F75CD730-4B93-4946-A438-1D617634E6A9}" dt="2024-07-25T02:31:34.479" v="2695"/>
          <ac:spMkLst>
            <pc:docMk/>
            <pc:sldMk cId="3898586431" sldId="299"/>
            <ac:spMk id="7" creationId="{C9E0BF7B-295F-21BB-E8E7-60DFE406F340}"/>
          </ac:spMkLst>
        </pc:spChg>
        <pc:spChg chg="add mod">
          <ac:chgData name="髙田　陽斗" userId="349aba5d-2d55-469e-b606-bfbbf5033a9d" providerId="ADAL" clId="{F75CD730-4B93-4946-A438-1D617634E6A9}" dt="2024-07-25T02:31:34.479" v="2695"/>
          <ac:spMkLst>
            <pc:docMk/>
            <pc:sldMk cId="3898586431" sldId="299"/>
            <ac:spMk id="8" creationId="{A0D7648D-2024-E533-6F07-C4297D3BCB6F}"/>
          </ac:spMkLst>
        </pc:spChg>
        <pc:spChg chg="mod">
          <ac:chgData name="髙田　陽斗" userId="349aba5d-2d55-469e-b606-bfbbf5033a9d" providerId="ADAL" clId="{F75CD730-4B93-4946-A438-1D617634E6A9}" dt="2024-07-25T02:31:34.479" v="2695"/>
          <ac:spMkLst>
            <pc:docMk/>
            <pc:sldMk cId="3898586431" sldId="299"/>
            <ac:spMk id="10" creationId="{FF5D8730-3ED4-B974-DAE8-045C795CEDF6}"/>
          </ac:spMkLst>
        </pc:spChg>
        <pc:spChg chg="mod">
          <ac:chgData name="髙田　陽斗" userId="349aba5d-2d55-469e-b606-bfbbf5033a9d" providerId="ADAL" clId="{F75CD730-4B93-4946-A438-1D617634E6A9}" dt="2024-07-25T02:31:34.479" v="2695"/>
          <ac:spMkLst>
            <pc:docMk/>
            <pc:sldMk cId="3898586431" sldId="299"/>
            <ac:spMk id="11" creationId="{3115FEB3-37C5-2D39-EE99-DD2906E32896}"/>
          </ac:spMkLst>
        </pc:spChg>
        <pc:spChg chg="add mod">
          <ac:chgData name="髙田　陽斗" userId="349aba5d-2d55-469e-b606-bfbbf5033a9d" providerId="ADAL" clId="{F75CD730-4B93-4946-A438-1D617634E6A9}" dt="2024-07-25T02:31:34.479" v="2695"/>
          <ac:spMkLst>
            <pc:docMk/>
            <pc:sldMk cId="3898586431" sldId="299"/>
            <ac:spMk id="12" creationId="{E39E509E-E077-F1FA-5913-D07D99C5C0A6}"/>
          </ac:spMkLst>
        </pc:spChg>
        <pc:spChg chg="add mod">
          <ac:chgData name="髙田　陽斗" userId="349aba5d-2d55-469e-b606-bfbbf5033a9d" providerId="ADAL" clId="{F75CD730-4B93-4946-A438-1D617634E6A9}" dt="2024-07-25T02:31:34.479" v="2695"/>
          <ac:spMkLst>
            <pc:docMk/>
            <pc:sldMk cId="3898586431" sldId="299"/>
            <ac:spMk id="13" creationId="{D89F8652-56A7-DAAC-A4F7-1468C8FE5D23}"/>
          </ac:spMkLst>
        </pc:spChg>
        <pc:spChg chg="add mod">
          <ac:chgData name="髙田　陽斗" userId="349aba5d-2d55-469e-b606-bfbbf5033a9d" providerId="ADAL" clId="{F75CD730-4B93-4946-A438-1D617634E6A9}" dt="2024-07-25T02:31:34.479" v="2695"/>
          <ac:spMkLst>
            <pc:docMk/>
            <pc:sldMk cId="3898586431" sldId="299"/>
            <ac:spMk id="14" creationId="{9FF80B90-7370-27C9-F8B8-9342B78C15DC}"/>
          </ac:spMkLst>
        </pc:spChg>
        <pc:spChg chg="add mod">
          <ac:chgData name="髙田　陽斗" userId="349aba5d-2d55-469e-b606-bfbbf5033a9d" providerId="ADAL" clId="{F75CD730-4B93-4946-A438-1D617634E6A9}" dt="2024-07-25T02:31:34.479" v="2695"/>
          <ac:spMkLst>
            <pc:docMk/>
            <pc:sldMk cId="3898586431" sldId="299"/>
            <ac:spMk id="16" creationId="{9041A7A0-ECC2-9A3F-8162-9AD8660B432E}"/>
          </ac:spMkLst>
        </pc:spChg>
        <pc:spChg chg="add mod">
          <ac:chgData name="髙田　陽斗" userId="349aba5d-2d55-469e-b606-bfbbf5033a9d" providerId="ADAL" clId="{F75CD730-4B93-4946-A438-1D617634E6A9}" dt="2024-07-25T02:31:34.479" v="2695"/>
          <ac:spMkLst>
            <pc:docMk/>
            <pc:sldMk cId="3898586431" sldId="299"/>
            <ac:spMk id="17" creationId="{7D6EE003-921E-4EF8-B6CC-31424991DC8B}"/>
          </ac:spMkLst>
        </pc:spChg>
        <pc:spChg chg="add mod">
          <ac:chgData name="髙田　陽斗" userId="349aba5d-2d55-469e-b606-bfbbf5033a9d" providerId="ADAL" clId="{F75CD730-4B93-4946-A438-1D617634E6A9}" dt="2024-07-25T02:31:34.479" v="2695"/>
          <ac:spMkLst>
            <pc:docMk/>
            <pc:sldMk cId="3898586431" sldId="299"/>
            <ac:spMk id="18" creationId="{D59D2462-3C5D-280E-0681-9C0FC25ED134}"/>
          </ac:spMkLst>
        </pc:spChg>
        <pc:spChg chg="add mod">
          <ac:chgData name="髙田　陽斗" userId="349aba5d-2d55-469e-b606-bfbbf5033a9d" providerId="ADAL" clId="{F75CD730-4B93-4946-A438-1D617634E6A9}" dt="2024-07-25T02:31:34.479" v="2695"/>
          <ac:spMkLst>
            <pc:docMk/>
            <pc:sldMk cId="3898586431" sldId="299"/>
            <ac:spMk id="19" creationId="{31C2CB5D-76CB-9DFD-0CB5-E5084B4DD0E6}"/>
          </ac:spMkLst>
        </pc:spChg>
        <pc:spChg chg="add del mod">
          <ac:chgData name="髙田　陽斗" userId="349aba5d-2d55-469e-b606-bfbbf5033a9d" providerId="ADAL" clId="{F75CD730-4B93-4946-A438-1D617634E6A9}" dt="2024-07-25T02:33:47.820" v="2724" actId="478"/>
          <ac:spMkLst>
            <pc:docMk/>
            <pc:sldMk cId="3898586431" sldId="299"/>
            <ac:spMk id="20" creationId="{03323B6F-BDB0-D4E4-8ED4-5DCED996DBDA}"/>
          </ac:spMkLst>
        </pc:spChg>
        <pc:spChg chg="add mod">
          <ac:chgData name="髙田　陽斗" userId="349aba5d-2d55-469e-b606-bfbbf5033a9d" providerId="ADAL" clId="{F75CD730-4B93-4946-A438-1D617634E6A9}" dt="2024-07-25T02:32:49.233" v="2721" actId="1076"/>
          <ac:spMkLst>
            <pc:docMk/>
            <pc:sldMk cId="3898586431" sldId="299"/>
            <ac:spMk id="21" creationId="{F4D26537-D473-A410-FDEC-A2496E8AE366}"/>
          </ac:spMkLst>
        </pc:spChg>
        <pc:spChg chg="add mod">
          <ac:chgData name="髙田　陽斗" userId="349aba5d-2d55-469e-b606-bfbbf5033a9d" providerId="ADAL" clId="{F75CD730-4B93-4946-A438-1D617634E6A9}" dt="2024-07-25T02:32:49.233" v="2721" actId="1076"/>
          <ac:spMkLst>
            <pc:docMk/>
            <pc:sldMk cId="3898586431" sldId="299"/>
            <ac:spMk id="22" creationId="{36AA9ED8-8EF8-C2EE-CA85-F51EE306AF57}"/>
          </ac:spMkLst>
        </pc:spChg>
        <pc:spChg chg="add mod">
          <ac:chgData name="髙田　陽斗" userId="349aba5d-2d55-469e-b606-bfbbf5033a9d" providerId="ADAL" clId="{F75CD730-4B93-4946-A438-1D617634E6A9}" dt="2024-07-25T02:36:10.837" v="2804" actId="1076"/>
          <ac:spMkLst>
            <pc:docMk/>
            <pc:sldMk cId="3898586431" sldId="299"/>
            <ac:spMk id="23" creationId="{326B470F-AFC2-40DC-861C-788CF59F6972}"/>
          </ac:spMkLst>
        </pc:spChg>
        <pc:spChg chg="add mod">
          <ac:chgData name="髙田　陽斗" userId="349aba5d-2d55-469e-b606-bfbbf5033a9d" providerId="ADAL" clId="{F75CD730-4B93-4946-A438-1D617634E6A9}" dt="2024-07-25T02:36:23.892" v="2809" actId="20577"/>
          <ac:spMkLst>
            <pc:docMk/>
            <pc:sldMk cId="3898586431" sldId="299"/>
            <ac:spMk id="24" creationId="{BA0E9072-8081-7EA5-13FA-1E28889A89B9}"/>
          </ac:spMkLst>
        </pc:spChg>
        <pc:grpChg chg="add mod">
          <ac:chgData name="髙田　陽斗" userId="349aba5d-2d55-469e-b606-bfbbf5033a9d" providerId="ADAL" clId="{F75CD730-4B93-4946-A438-1D617634E6A9}" dt="2024-07-25T02:31:34.479" v="2695"/>
          <ac:grpSpMkLst>
            <pc:docMk/>
            <pc:sldMk cId="3898586431" sldId="299"/>
            <ac:grpSpMk id="3" creationId="{FCD4E6BD-6354-CB96-FE0F-C9231D9D0537}"/>
          </ac:grpSpMkLst>
        </pc:grpChg>
        <pc:grpChg chg="add mod">
          <ac:chgData name="髙田　陽斗" userId="349aba5d-2d55-469e-b606-bfbbf5033a9d" providerId="ADAL" clId="{F75CD730-4B93-4946-A438-1D617634E6A9}" dt="2024-07-25T02:31:34.479" v="2695"/>
          <ac:grpSpMkLst>
            <pc:docMk/>
            <pc:sldMk cId="3898586431" sldId="299"/>
            <ac:grpSpMk id="9" creationId="{A99D1C2C-60B6-813C-95D3-3F7265DA7A1E}"/>
          </ac:grpSpMkLst>
        </pc:grpChg>
        <pc:graphicFrameChg chg="add mod modGraphic">
          <ac:chgData name="髙田　陽斗" userId="349aba5d-2d55-469e-b606-bfbbf5033a9d" providerId="ADAL" clId="{F75CD730-4B93-4946-A438-1D617634E6A9}" dt="2024-07-25T02:32:32.808" v="2719" actId="20577"/>
          <ac:graphicFrameMkLst>
            <pc:docMk/>
            <pc:sldMk cId="3898586431" sldId="299"/>
            <ac:graphicFrameMk id="15" creationId="{9974457C-72D6-DCA5-2CA4-7806E652EA0C}"/>
          </ac:graphicFrameMkLst>
        </pc:graphicFrameChg>
        <pc:cxnChg chg="add mod">
          <ac:chgData name="髙田　陽斗" userId="349aba5d-2d55-469e-b606-bfbbf5033a9d" providerId="ADAL" clId="{F75CD730-4B93-4946-A438-1D617634E6A9}" dt="2024-07-25T02:31:34.479" v="2695"/>
          <ac:cxnSpMkLst>
            <pc:docMk/>
            <pc:sldMk cId="3898586431" sldId="299"/>
            <ac:cxnSpMk id="2" creationId="{60641F4E-C425-8D79-B2EF-A77ADE39A6DE}"/>
          </ac:cxnSpMkLst>
        </pc:cxnChg>
      </pc:sldChg>
      <pc:sldChg chg="addSp delSp modSp new mod modTransition addAnim delAnim modAnim">
        <pc:chgData name="髙田　陽斗" userId="349aba5d-2d55-469e-b606-bfbbf5033a9d" providerId="ADAL" clId="{F75CD730-4B93-4946-A438-1D617634E6A9}" dt="2024-07-26T01:37:29.351" v="5409"/>
        <pc:sldMkLst>
          <pc:docMk/>
          <pc:sldMk cId="2897535492" sldId="300"/>
        </pc:sldMkLst>
        <pc:spChg chg="add del mod">
          <ac:chgData name="髙田　陽斗" userId="349aba5d-2d55-469e-b606-bfbbf5033a9d" providerId="ADAL" clId="{F75CD730-4B93-4946-A438-1D617634E6A9}" dt="2024-07-26T00:25:02.511" v="4759" actId="478"/>
          <ac:spMkLst>
            <pc:docMk/>
            <pc:sldMk cId="2897535492" sldId="300"/>
            <ac:spMk id="2" creationId="{7912885D-2220-C59F-EE65-DF144796D8C2}"/>
          </ac:spMkLst>
        </pc:spChg>
        <pc:spChg chg="add del mod">
          <ac:chgData name="髙田　陽斗" userId="349aba5d-2d55-469e-b606-bfbbf5033a9d" providerId="ADAL" clId="{F75CD730-4B93-4946-A438-1D617634E6A9}" dt="2024-07-26T00:25:02.511" v="4759" actId="478"/>
          <ac:spMkLst>
            <pc:docMk/>
            <pc:sldMk cId="2897535492" sldId="300"/>
            <ac:spMk id="3" creationId="{2480CA51-EF1E-6DD4-8263-946D60F93AC8}"/>
          </ac:spMkLst>
        </pc:spChg>
        <pc:spChg chg="add del mod">
          <ac:chgData name="髙田　陽斗" userId="349aba5d-2d55-469e-b606-bfbbf5033a9d" providerId="ADAL" clId="{F75CD730-4B93-4946-A438-1D617634E6A9}" dt="2024-07-26T00:25:02.511" v="4759" actId="478"/>
          <ac:spMkLst>
            <pc:docMk/>
            <pc:sldMk cId="2897535492" sldId="300"/>
            <ac:spMk id="4" creationId="{203E55A2-D692-BE63-4FAA-F5CA2EDC9D14}"/>
          </ac:spMkLst>
        </pc:spChg>
        <pc:spChg chg="add del mod">
          <ac:chgData name="髙田　陽斗" userId="349aba5d-2d55-469e-b606-bfbbf5033a9d" providerId="ADAL" clId="{F75CD730-4B93-4946-A438-1D617634E6A9}" dt="2024-07-26T00:25:02.511" v="4759" actId="478"/>
          <ac:spMkLst>
            <pc:docMk/>
            <pc:sldMk cId="2897535492" sldId="300"/>
            <ac:spMk id="5" creationId="{297F7AE8-4A7F-FDD3-A980-765BE9BE2D3F}"/>
          </ac:spMkLst>
        </pc:spChg>
        <pc:spChg chg="add del mod">
          <ac:chgData name="髙田　陽斗" userId="349aba5d-2d55-469e-b606-bfbbf5033a9d" providerId="ADAL" clId="{F75CD730-4B93-4946-A438-1D617634E6A9}" dt="2024-07-26T00:25:02.511" v="4759" actId="478"/>
          <ac:spMkLst>
            <pc:docMk/>
            <pc:sldMk cId="2897535492" sldId="300"/>
            <ac:spMk id="6" creationId="{656C1E77-3A58-DDE0-0A64-B959DE368E02}"/>
          </ac:spMkLst>
        </pc:spChg>
        <pc:spChg chg="add del mod">
          <ac:chgData name="髙田　陽斗" userId="349aba5d-2d55-469e-b606-bfbbf5033a9d" providerId="ADAL" clId="{F75CD730-4B93-4946-A438-1D617634E6A9}" dt="2024-07-26T00:25:02.511" v="4759" actId="478"/>
          <ac:spMkLst>
            <pc:docMk/>
            <pc:sldMk cId="2897535492" sldId="300"/>
            <ac:spMk id="7" creationId="{A1ECB885-479F-24C5-D20B-B8849C239BF6}"/>
          </ac:spMkLst>
        </pc:spChg>
        <pc:spChg chg="add del mod">
          <ac:chgData name="髙田　陽斗" userId="349aba5d-2d55-469e-b606-bfbbf5033a9d" providerId="ADAL" clId="{F75CD730-4B93-4946-A438-1D617634E6A9}" dt="2024-07-26T00:25:02.511" v="4759" actId="478"/>
          <ac:spMkLst>
            <pc:docMk/>
            <pc:sldMk cId="2897535492" sldId="300"/>
            <ac:spMk id="8" creationId="{9318F2CB-F36D-5E11-74FF-8ED7E8094CCC}"/>
          </ac:spMkLst>
        </pc:spChg>
        <pc:spChg chg="add del mod">
          <ac:chgData name="髙田　陽斗" userId="349aba5d-2d55-469e-b606-bfbbf5033a9d" providerId="ADAL" clId="{F75CD730-4B93-4946-A438-1D617634E6A9}" dt="2024-07-26T00:25:02.511" v="4759" actId="478"/>
          <ac:spMkLst>
            <pc:docMk/>
            <pc:sldMk cId="2897535492" sldId="300"/>
            <ac:spMk id="9" creationId="{0D399B2D-3537-1D85-8612-B2CA5F02ABFE}"/>
          </ac:spMkLst>
        </pc:spChg>
        <pc:spChg chg="add del mod">
          <ac:chgData name="髙田　陽斗" userId="349aba5d-2d55-469e-b606-bfbbf5033a9d" providerId="ADAL" clId="{F75CD730-4B93-4946-A438-1D617634E6A9}" dt="2024-07-26T00:25:02.511" v="4759" actId="478"/>
          <ac:spMkLst>
            <pc:docMk/>
            <pc:sldMk cId="2897535492" sldId="300"/>
            <ac:spMk id="10" creationId="{C28B3C11-1EF2-3C56-6E98-8FD5A592D347}"/>
          </ac:spMkLst>
        </pc:spChg>
        <pc:spChg chg="add del mod">
          <ac:chgData name="髙田　陽斗" userId="349aba5d-2d55-469e-b606-bfbbf5033a9d" providerId="ADAL" clId="{F75CD730-4B93-4946-A438-1D617634E6A9}" dt="2024-07-26T00:25:02.511" v="4759" actId="478"/>
          <ac:spMkLst>
            <pc:docMk/>
            <pc:sldMk cId="2897535492" sldId="300"/>
            <ac:spMk id="11" creationId="{54C3F70B-50ED-8371-C675-D19AEA9728B1}"/>
          </ac:spMkLst>
        </pc:spChg>
        <pc:spChg chg="add del mod">
          <ac:chgData name="髙田　陽斗" userId="349aba5d-2d55-469e-b606-bfbbf5033a9d" providerId="ADAL" clId="{F75CD730-4B93-4946-A438-1D617634E6A9}" dt="2024-07-26T00:25:02.511" v="4759" actId="478"/>
          <ac:spMkLst>
            <pc:docMk/>
            <pc:sldMk cId="2897535492" sldId="300"/>
            <ac:spMk id="12" creationId="{21944506-C712-7D6B-3FAD-DCD19F62A718}"/>
          </ac:spMkLst>
        </pc:spChg>
        <pc:spChg chg="mod">
          <ac:chgData name="髙田　陽斗" userId="349aba5d-2d55-469e-b606-bfbbf5033a9d" providerId="ADAL" clId="{F75CD730-4B93-4946-A438-1D617634E6A9}" dt="2024-07-25T02:38:53.165" v="2810"/>
          <ac:spMkLst>
            <pc:docMk/>
            <pc:sldMk cId="2897535492" sldId="300"/>
            <ac:spMk id="14" creationId="{6A434494-569C-8724-53B6-AA85CE8524DB}"/>
          </ac:spMkLst>
        </pc:spChg>
        <pc:spChg chg="mod">
          <ac:chgData name="髙田　陽斗" userId="349aba5d-2d55-469e-b606-bfbbf5033a9d" providerId="ADAL" clId="{F75CD730-4B93-4946-A438-1D617634E6A9}" dt="2024-07-25T02:38:53.165" v="2810"/>
          <ac:spMkLst>
            <pc:docMk/>
            <pc:sldMk cId="2897535492" sldId="300"/>
            <ac:spMk id="15" creationId="{1C09AB0C-77C5-7CFB-DE8F-F71FA7C513A0}"/>
          </ac:spMkLst>
        </pc:spChg>
        <pc:spChg chg="mod">
          <ac:chgData name="髙田　陽斗" userId="349aba5d-2d55-469e-b606-bfbbf5033a9d" providerId="ADAL" clId="{F75CD730-4B93-4946-A438-1D617634E6A9}" dt="2024-07-25T02:38:53.165" v="2810"/>
          <ac:spMkLst>
            <pc:docMk/>
            <pc:sldMk cId="2897535492" sldId="300"/>
            <ac:spMk id="16" creationId="{6407D474-6BD4-921E-B446-F51411648CB1}"/>
          </ac:spMkLst>
        </pc:spChg>
        <pc:spChg chg="mod">
          <ac:chgData name="髙田　陽斗" userId="349aba5d-2d55-469e-b606-bfbbf5033a9d" providerId="ADAL" clId="{F75CD730-4B93-4946-A438-1D617634E6A9}" dt="2024-07-25T02:38:53.165" v="2810"/>
          <ac:spMkLst>
            <pc:docMk/>
            <pc:sldMk cId="2897535492" sldId="300"/>
            <ac:spMk id="17" creationId="{AF1BC9AD-1A9C-C373-F193-0F0E97C208AA}"/>
          </ac:spMkLst>
        </pc:spChg>
        <pc:spChg chg="add del mod">
          <ac:chgData name="髙田　陽斗" userId="349aba5d-2d55-469e-b606-bfbbf5033a9d" providerId="ADAL" clId="{F75CD730-4B93-4946-A438-1D617634E6A9}" dt="2024-07-26T00:25:02.511" v="4759" actId="478"/>
          <ac:spMkLst>
            <pc:docMk/>
            <pc:sldMk cId="2897535492" sldId="300"/>
            <ac:spMk id="18" creationId="{40620DDC-8788-63F4-B8A6-5AB018202145}"/>
          </ac:spMkLst>
        </pc:spChg>
        <pc:spChg chg="add del mod">
          <ac:chgData name="髙田　陽斗" userId="349aba5d-2d55-469e-b606-bfbbf5033a9d" providerId="ADAL" clId="{F75CD730-4B93-4946-A438-1D617634E6A9}" dt="2024-07-26T00:25:02.511" v="4759" actId="478"/>
          <ac:spMkLst>
            <pc:docMk/>
            <pc:sldMk cId="2897535492" sldId="300"/>
            <ac:spMk id="19" creationId="{7EAAAC89-05D5-EEAD-2559-A2384FF1A0DC}"/>
          </ac:spMkLst>
        </pc:spChg>
        <pc:spChg chg="mod">
          <ac:chgData name="髙田　陽斗" userId="349aba5d-2d55-469e-b606-bfbbf5033a9d" providerId="ADAL" clId="{F75CD730-4B93-4946-A438-1D617634E6A9}" dt="2024-07-25T02:38:53.165" v="2810"/>
          <ac:spMkLst>
            <pc:docMk/>
            <pc:sldMk cId="2897535492" sldId="300"/>
            <ac:spMk id="21" creationId="{1A9D9519-4E35-C97A-BE09-7B95C3CE99BA}"/>
          </ac:spMkLst>
        </pc:spChg>
        <pc:spChg chg="mod">
          <ac:chgData name="髙田　陽斗" userId="349aba5d-2d55-469e-b606-bfbbf5033a9d" providerId="ADAL" clId="{F75CD730-4B93-4946-A438-1D617634E6A9}" dt="2024-07-25T02:38:53.165" v="2810"/>
          <ac:spMkLst>
            <pc:docMk/>
            <pc:sldMk cId="2897535492" sldId="300"/>
            <ac:spMk id="22" creationId="{4F365560-B7FE-9B9D-4951-CAB9943C33A3}"/>
          </ac:spMkLst>
        </pc:spChg>
        <pc:spChg chg="mod">
          <ac:chgData name="髙田　陽斗" userId="349aba5d-2d55-469e-b606-bfbbf5033a9d" providerId="ADAL" clId="{F75CD730-4B93-4946-A438-1D617634E6A9}" dt="2024-07-25T02:38:53.165" v="2810"/>
          <ac:spMkLst>
            <pc:docMk/>
            <pc:sldMk cId="2897535492" sldId="300"/>
            <ac:spMk id="24" creationId="{EE8F67CB-4C51-E0C8-6832-DA2F29F998F8}"/>
          </ac:spMkLst>
        </pc:spChg>
        <pc:spChg chg="mod">
          <ac:chgData name="髙田　陽斗" userId="349aba5d-2d55-469e-b606-bfbbf5033a9d" providerId="ADAL" clId="{F75CD730-4B93-4946-A438-1D617634E6A9}" dt="2024-07-25T02:38:53.165" v="2810"/>
          <ac:spMkLst>
            <pc:docMk/>
            <pc:sldMk cId="2897535492" sldId="300"/>
            <ac:spMk id="25" creationId="{E1D43978-A7BB-A4BD-5DB9-E1723C731857}"/>
          </ac:spMkLst>
        </pc:spChg>
        <pc:spChg chg="add del mod ord">
          <ac:chgData name="髙田　陽斗" userId="349aba5d-2d55-469e-b606-bfbbf5033a9d" providerId="ADAL" clId="{F75CD730-4B93-4946-A438-1D617634E6A9}" dt="2024-07-26T00:37:25.128" v="4861" actId="1076"/>
          <ac:spMkLst>
            <pc:docMk/>
            <pc:sldMk cId="2897535492" sldId="300"/>
            <ac:spMk id="26" creationId="{1C5F27D6-46B5-43F7-8705-209FA3D6E496}"/>
          </ac:spMkLst>
        </pc:spChg>
        <pc:spChg chg="add mod">
          <ac:chgData name="髙田　陽斗" userId="349aba5d-2d55-469e-b606-bfbbf5033a9d" providerId="ADAL" clId="{F75CD730-4B93-4946-A438-1D617634E6A9}" dt="2024-07-26T00:32:09.644" v="4806" actId="1076"/>
          <ac:spMkLst>
            <pc:docMk/>
            <pc:sldMk cId="2897535492" sldId="300"/>
            <ac:spMk id="29" creationId="{4A4962C9-6263-47A4-4EB7-F6CA9E8885FF}"/>
          </ac:spMkLst>
        </pc:spChg>
        <pc:grpChg chg="add del mod">
          <ac:chgData name="髙田　陽斗" userId="349aba5d-2d55-469e-b606-bfbbf5033a9d" providerId="ADAL" clId="{F75CD730-4B93-4946-A438-1D617634E6A9}" dt="2024-07-26T00:25:02.511" v="4759" actId="478"/>
          <ac:grpSpMkLst>
            <pc:docMk/>
            <pc:sldMk cId="2897535492" sldId="300"/>
            <ac:grpSpMk id="13" creationId="{A2C4179D-CE5B-1522-47E9-A2F445C10F23}"/>
          </ac:grpSpMkLst>
        </pc:grpChg>
        <pc:grpChg chg="add del mod">
          <ac:chgData name="髙田　陽斗" userId="349aba5d-2d55-469e-b606-bfbbf5033a9d" providerId="ADAL" clId="{F75CD730-4B93-4946-A438-1D617634E6A9}" dt="2024-07-26T00:25:02.511" v="4759" actId="478"/>
          <ac:grpSpMkLst>
            <pc:docMk/>
            <pc:sldMk cId="2897535492" sldId="300"/>
            <ac:grpSpMk id="20" creationId="{13129CCC-5D96-0D90-D922-7FD6DDFAE5A9}"/>
          </ac:grpSpMkLst>
        </pc:grpChg>
        <pc:grpChg chg="add del mod">
          <ac:chgData name="髙田　陽斗" userId="349aba5d-2d55-469e-b606-bfbbf5033a9d" providerId="ADAL" clId="{F75CD730-4B93-4946-A438-1D617634E6A9}" dt="2024-07-26T00:25:02.511" v="4759" actId="478"/>
          <ac:grpSpMkLst>
            <pc:docMk/>
            <pc:sldMk cId="2897535492" sldId="300"/>
            <ac:grpSpMk id="23" creationId="{477908EC-D4B9-E67C-565C-211B47FB339C}"/>
          </ac:grpSpMkLst>
        </pc:grpChg>
        <pc:picChg chg="add del mod">
          <ac:chgData name="髙田　陽斗" userId="349aba5d-2d55-469e-b606-bfbbf5033a9d" providerId="ADAL" clId="{F75CD730-4B93-4946-A438-1D617634E6A9}" dt="2024-07-26T00:36:48.994" v="4852" actId="478"/>
          <ac:picMkLst>
            <pc:docMk/>
            <pc:sldMk cId="2897535492" sldId="300"/>
            <ac:picMk id="28" creationId="{7E37A483-7AB5-87B1-4065-7AEF6E487E31}"/>
          </ac:picMkLst>
        </pc:picChg>
        <pc:picChg chg="add mod">
          <ac:chgData name="髙田　陽斗" userId="349aba5d-2d55-469e-b606-bfbbf5033a9d" providerId="ADAL" clId="{F75CD730-4B93-4946-A438-1D617634E6A9}" dt="2024-07-26T00:37:17.165" v="4859" actId="14100"/>
          <ac:picMkLst>
            <pc:docMk/>
            <pc:sldMk cId="2897535492" sldId="300"/>
            <ac:picMk id="31" creationId="{ADF5CAF8-E301-CA1A-DADC-64DEC5ABEFB5}"/>
          </ac:picMkLst>
        </pc:picChg>
      </pc:sldChg>
      <pc:sldChg chg="addSp delSp modSp new mod modTransition modAnim">
        <pc:chgData name="髙田　陽斗" userId="349aba5d-2d55-469e-b606-bfbbf5033a9d" providerId="ADAL" clId="{F75CD730-4B93-4946-A438-1D617634E6A9}" dt="2024-07-26T01:37:58.599" v="5415"/>
        <pc:sldMkLst>
          <pc:docMk/>
          <pc:sldMk cId="3166589167" sldId="301"/>
        </pc:sldMkLst>
        <pc:spChg chg="mod">
          <ac:chgData name="髙田　陽斗" userId="349aba5d-2d55-469e-b606-bfbbf5033a9d" providerId="ADAL" clId="{F75CD730-4B93-4946-A438-1D617634E6A9}" dt="2024-07-25T02:39:22.688" v="2813"/>
          <ac:spMkLst>
            <pc:docMk/>
            <pc:sldMk cId="3166589167" sldId="301"/>
            <ac:spMk id="4" creationId="{89FD4C56-80E8-A190-128B-1EE909120C9C}"/>
          </ac:spMkLst>
        </pc:spChg>
        <pc:spChg chg="mod">
          <ac:chgData name="髙田　陽斗" userId="349aba5d-2d55-469e-b606-bfbbf5033a9d" providerId="ADAL" clId="{F75CD730-4B93-4946-A438-1D617634E6A9}" dt="2024-07-25T02:39:22.688" v="2813"/>
          <ac:spMkLst>
            <pc:docMk/>
            <pc:sldMk cId="3166589167" sldId="301"/>
            <ac:spMk id="5" creationId="{9106C58E-1787-AA60-6006-6F056D02B48F}"/>
          </ac:spMkLst>
        </pc:spChg>
        <pc:spChg chg="mod">
          <ac:chgData name="髙田　陽斗" userId="349aba5d-2d55-469e-b606-bfbbf5033a9d" providerId="ADAL" clId="{F75CD730-4B93-4946-A438-1D617634E6A9}" dt="2024-07-25T02:39:22.688" v="2813"/>
          <ac:spMkLst>
            <pc:docMk/>
            <pc:sldMk cId="3166589167" sldId="301"/>
            <ac:spMk id="6" creationId="{CEE2FAD7-9ADB-B98C-AA69-7C6EA4307DFD}"/>
          </ac:spMkLst>
        </pc:spChg>
        <pc:spChg chg="mod">
          <ac:chgData name="髙田　陽斗" userId="349aba5d-2d55-469e-b606-bfbbf5033a9d" providerId="ADAL" clId="{F75CD730-4B93-4946-A438-1D617634E6A9}" dt="2024-07-25T02:39:22.688" v="2813"/>
          <ac:spMkLst>
            <pc:docMk/>
            <pc:sldMk cId="3166589167" sldId="301"/>
            <ac:spMk id="7" creationId="{F219FF67-D496-ADFB-41AC-8980C4DB3C5F}"/>
          </ac:spMkLst>
        </pc:spChg>
        <pc:spChg chg="add mod">
          <ac:chgData name="髙田　陽斗" userId="349aba5d-2d55-469e-b606-bfbbf5033a9d" providerId="ADAL" clId="{F75CD730-4B93-4946-A438-1D617634E6A9}" dt="2024-07-25T02:39:22.688" v="2813"/>
          <ac:spMkLst>
            <pc:docMk/>
            <pc:sldMk cId="3166589167" sldId="301"/>
            <ac:spMk id="8" creationId="{21720229-90E4-2173-54B5-AF5BF5988109}"/>
          </ac:spMkLst>
        </pc:spChg>
        <pc:spChg chg="mod">
          <ac:chgData name="髙田　陽斗" userId="349aba5d-2d55-469e-b606-bfbbf5033a9d" providerId="ADAL" clId="{F75CD730-4B93-4946-A438-1D617634E6A9}" dt="2024-07-25T02:39:22.688" v="2813"/>
          <ac:spMkLst>
            <pc:docMk/>
            <pc:sldMk cId="3166589167" sldId="301"/>
            <ac:spMk id="10" creationId="{B61FE810-31A0-2421-C803-2F86800A5161}"/>
          </ac:spMkLst>
        </pc:spChg>
        <pc:spChg chg="mod">
          <ac:chgData name="髙田　陽斗" userId="349aba5d-2d55-469e-b606-bfbbf5033a9d" providerId="ADAL" clId="{F75CD730-4B93-4946-A438-1D617634E6A9}" dt="2024-07-25T02:42:41.350" v="2945" actId="20577"/>
          <ac:spMkLst>
            <pc:docMk/>
            <pc:sldMk cId="3166589167" sldId="301"/>
            <ac:spMk id="11" creationId="{60D4FF0C-5F9F-89B4-5ED4-B6AFBD855556}"/>
          </ac:spMkLst>
        </pc:spChg>
        <pc:spChg chg="add mod">
          <ac:chgData name="髙田　陽斗" userId="349aba5d-2d55-469e-b606-bfbbf5033a9d" providerId="ADAL" clId="{F75CD730-4B93-4946-A438-1D617634E6A9}" dt="2024-07-25T02:39:22.688" v="2813"/>
          <ac:spMkLst>
            <pc:docMk/>
            <pc:sldMk cId="3166589167" sldId="301"/>
            <ac:spMk id="12" creationId="{399CF218-D3A9-E6B3-5B51-EF5E21E2151A}"/>
          </ac:spMkLst>
        </pc:spChg>
        <pc:spChg chg="add mod">
          <ac:chgData name="髙田　陽斗" userId="349aba5d-2d55-469e-b606-bfbbf5033a9d" providerId="ADAL" clId="{F75CD730-4B93-4946-A438-1D617634E6A9}" dt="2024-07-25T02:39:22.688" v="2813"/>
          <ac:spMkLst>
            <pc:docMk/>
            <pc:sldMk cId="3166589167" sldId="301"/>
            <ac:spMk id="13" creationId="{29E02C00-506B-F695-7096-3572D6D123FA}"/>
          </ac:spMkLst>
        </pc:spChg>
        <pc:spChg chg="add mod">
          <ac:chgData name="髙田　陽斗" userId="349aba5d-2d55-469e-b606-bfbbf5033a9d" providerId="ADAL" clId="{F75CD730-4B93-4946-A438-1D617634E6A9}" dt="2024-07-25T02:39:22.688" v="2813"/>
          <ac:spMkLst>
            <pc:docMk/>
            <pc:sldMk cId="3166589167" sldId="301"/>
            <ac:spMk id="14" creationId="{E92EB062-9E98-1A38-7A66-016354F96887}"/>
          </ac:spMkLst>
        </pc:spChg>
        <pc:spChg chg="add del mod">
          <ac:chgData name="髙田　陽斗" userId="349aba5d-2d55-469e-b606-bfbbf5033a9d" providerId="ADAL" clId="{F75CD730-4B93-4946-A438-1D617634E6A9}" dt="2024-07-25T02:39:33.464" v="2814" actId="478"/>
          <ac:spMkLst>
            <pc:docMk/>
            <pc:sldMk cId="3166589167" sldId="301"/>
            <ac:spMk id="16" creationId="{2158EB2A-F38E-E4A1-B1E4-A409F99BB666}"/>
          </ac:spMkLst>
        </pc:spChg>
        <pc:spChg chg="add del mod">
          <ac:chgData name="髙田　陽斗" userId="349aba5d-2d55-469e-b606-bfbbf5033a9d" providerId="ADAL" clId="{F75CD730-4B93-4946-A438-1D617634E6A9}" dt="2024-07-25T02:39:33.464" v="2814" actId="478"/>
          <ac:spMkLst>
            <pc:docMk/>
            <pc:sldMk cId="3166589167" sldId="301"/>
            <ac:spMk id="17" creationId="{508861D5-6D93-1470-B206-4E06F7F8154F}"/>
          </ac:spMkLst>
        </pc:spChg>
        <pc:spChg chg="add del mod">
          <ac:chgData name="髙田　陽斗" userId="349aba5d-2d55-469e-b606-bfbbf5033a9d" providerId="ADAL" clId="{F75CD730-4B93-4946-A438-1D617634E6A9}" dt="2024-07-25T02:39:33.464" v="2814" actId="478"/>
          <ac:spMkLst>
            <pc:docMk/>
            <pc:sldMk cId="3166589167" sldId="301"/>
            <ac:spMk id="18" creationId="{B0FCCD7E-2707-E41D-8B0D-E6235269CF61}"/>
          </ac:spMkLst>
        </pc:spChg>
        <pc:spChg chg="add del mod">
          <ac:chgData name="髙田　陽斗" userId="349aba5d-2d55-469e-b606-bfbbf5033a9d" providerId="ADAL" clId="{F75CD730-4B93-4946-A438-1D617634E6A9}" dt="2024-07-25T02:39:33.464" v="2814" actId="478"/>
          <ac:spMkLst>
            <pc:docMk/>
            <pc:sldMk cId="3166589167" sldId="301"/>
            <ac:spMk id="19" creationId="{9552A738-FB4A-2DE0-4C87-90A0CE94481B}"/>
          </ac:spMkLst>
        </pc:spChg>
        <pc:spChg chg="add mod ord">
          <ac:chgData name="髙田　陽斗" userId="349aba5d-2d55-469e-b606-bfbbf5033a9d" providerId="ADAL" clId="{F75CD730-4B93-4946-A438-1D617634E6A9}" dt="2024-07-26T00:32:10.383" v="4810" actId="166"/>
          <ac:spMkLst>
            <pc:docMk/>
            <pc:sldMk cId="3166589167" sldId="301"/>
            <ac:spMk id="20" creationId="{2DEB04C8-C627-FED4-9486-2B01A8D9FC86}"/>
          </ac:spMkLst>
        </pc:spChg>
        <pc:spChg chg="mod">
          <ac:chgData name="髙田　陽斗" userId="349aba5d-2d55-469e-b606-bfbbf5033a9d" providerId="ADAL" clId="{F75CD730-4B93-4946-A438-1D617634E6A9}" dt="2024-07-25T02:40:58.485" v="2851"/>
          <ac:spMkLst>
            <pc:docMk/>
            <pc:sldMk cId="3166589167" sldId="301"/>
            <ac:spMk id="24" creationId="{3BD87597-D4CF-FDC9-9B9D-F1959AED7E73}"/>
          </ac:spMkLst>
        </pc:spChg>
        <pc:spChg chg="mod">
          <ac:chgData name="髙田　陽斗" userId="349aba5d-2d55-469e-b606-bfbbf5033a9d" providerId="ADAL" clId="{F75CD730-4B93-4946-A438-1D617634E6A9}" dt="2024-07-25T02:40:58.485" v="2851"/>
          <ac:spMkLst>
            <pc:docMk/>
            <pc:sldMk cId="3166589167" sldId="301"/>
            <ac:spMk id="25" creationId="{60FA45E6-7F37-44EA-B69E-7A4FE037EA32}"/>
          </ac:spMkLst>
        </pc:spChg>
        <pc:spChg chg="mod">
          <ac:chgData name="髙田　陽斗" userId="349aba5d-2d55-469e-b606-bfbbf5033a9d" providerId="ADAL" clId="{F75CD730-4B93-4946-A438-1D617634E6A9}" dt="2024-07-25T02:40:58.485" v="2851"/>
          <ac:spMkLst>
            <pc:docMk/>
            <pc:sldMk cId="3166589167" sldId="301"/>
            <ac:spMk id="26" creationId="{348ACC58-D02F-6E8D-E76D-65AAB1A2CC2A}"/>
          </ac:spMkLst>
        </pc:spChg>
        <pc:spChg chg="mod">
          <ac:chgData name="髙田　陽斗" userId="349aba5d-2d55-469e-b606-bfbbf5033a9d" providerId="ADAL" clId="{F75CD730-4B93-4946-A438-1D617634E6A9}" dt="2024-07-25T02:40:58.485" v="2851"/>
          <ac:spMkLst>
            <pc:docMk/>
            <pc:sldMk cId="3166589167" sldId="301"/>
            <ac:spMk id="27" creationId="{E915774B-3A8A-5623-1C89-33FA5F519186}"/>
          </ac:spMkLst>
        </pc:spChg>
        <pc:spChg chg="add mod">
          <ac:chgData name="髙田　陽斗" userId="349aba5d-2d55-469e-b606-bfbbf5033a9d" providerId="ADAL" clId="{F75CD730-4B93-4946-A438-1D617634E6A9}" dt="2024-07-25T02:40:58.485" v="2851"/>
          <ac:spMkLst>
            <pc:docMk/>
            <pc:sldMk cId="3166589167" sldId="301"/>
            <ac:spMk id="28" creationId="{9AE652E9-FD0B-22A7-9CE6-35C0D8984EF4}"/>
          </ac:spMkLst>
        </pc:spChg>
        <pc:spChg chg="mod">
          <ac:chgData name="髙田　陽斗" userId="349aba5d-2d55-469e-b606-bfbbf5033a9d" providerId="ADAL" clId="{F75CD730-4B93-4946-A438-1D617634E6A9}" dt="2024-07-25T02:40:58.485" v="2851"/>
          <ac:spMkLst>
            <pc:docMk/>
            <pc:sldMk cId="3166589167" sldId="301"/>
            <ac:spMk id="30" creationId="{539A6CF4-7E90-309B-A752-357751777D3E}"/>
          </ac:spMkLst>
        </pc:spChg>
        <pc:spChg chg="mod">
          <ac:chgData name="髙田　陽斗" userId="349aba5d-2d55-469e-b606-bfbbf5033a9d" providerId="ADAL" clId="{F75CD730-4B93-4946-A438-1D617634E6A9}" dt="2024-07-25T02:40:58.485" v="2851"/>
          <ac:spMkLst>
            <pc:docMk/>
            <pc:sldMk cId="3166589167" sldId="301"/>
            <ac:spMk id="31" creationId="{312DE28A-89A5-AF23-FD7F-C2B604E3A4AB}"/>
          </ac:spMkLst>
        </pc:spChg>
        <pc:spChg chg="add mod">
          <ac:chgData name="髙田　陽斗" userId="349aba5d-2d55-469e-b606-bfbbf5033a9d" providerId="ADAL" clId="{F75CD730-4B93-4946-A438-1D617634E6A9}" dt="2024-07-25T02:40:58.485" v="2851"/>
          <ac:spMkLst>
            <pc:docMk/>
            <pc:sldMk cId="3166589167" sldId="301"/>
            <ac:spMk id="32" creationId="{4086593C-930B-61AE-6523-10826BAA2FFE}"/>
          </ac:spMkLst>
        </pc:spChg>
        <pc:spChg chg="add mod">
          <ac:chgData name="髙田　陽斗" userId="349aba5d-2d55-469e-b606-bfbbf5033a9d" providerId="ADAL" clId="{F75CD730-4B93-4946-A438-1D617634E6A9}" dt="2024-07-25T02:40:58.485" v="2851"/>
          <ac:spMkLst>
            <pc:docMk/>
            <pc:sldMk cId="3166589167" sldId="301"/>
            <ac:spMk id="33" creationId="{15886EC4-BA44-A56D-2F2E-CEC10CD348FE}"/>
          </ac:spMkLst>
        </pc:spChg>
        <pc:spChg chg="add mod">
          <ac:chgData name="髙田　陽斗" userId="349aba5d-2d55-469e-b606-bfbbf5033a9d" providerId="ADAL" clId="{F75CD730-4B93-4946-A438-1D617634E6A9}" dt="2024-07-25T02:40:58.485" v="2851"/>
          <ac:spMkLst>
            <pc:docMk/>
            <pc:sldMk cId="3166589167" sldId="301"/>
            <ac:spMk id="34" creationId="{A8EEDEF6-F607-DFE4-928B-0932B0289887}"/>
          </ac:spMkLst>
        </pc:spChg>
        <pc:spChg chg="add mod">
          <ac:chgData name="髙田　陽斗" userId="349aba5d-2d55-469e-b606-bfbbf5033a9d" providerId="ADAL" clId="{F75CD730-4B93-4946-A438-1D617634E6A9}" dt="2024-07-25T02:40:58.485" v="2851"/>
          <ac:spMkLst>
            <pc:docMk/>
            <pc:sldMk cId="3166589167" sldId="301"/>
            <ac:spMk id="36" creationId="{BD83FDE0-8593-224F-DD08-0E226C479A33}"/>
          </ac:spMkLst>
        </pc:spChg>
        <pc:spChg chg="add mod">
          <ac:chgData name="髙田　陽斗" userId="349aba5d-2d55-469e-b606-bfbbf5033a9d" providerId="ADAL" clId="{F75CD730-4B93-4946-A438-1D617634E6A9}" dt="2024-07-25T02:40:58.485" v="2851"/>
          <ac:spMkLst>
            <pc:docMk/>
            <pc:sldMk cId="3166589167" sldId="301"/>
            <ac:spMk id="37" creationId="{884B0058-7A7F-33D4-1E26-D81A96B823EF}"/>
          </ac:spMkLst>
        </pc:spChg>
        <pc:spChg chg="add mod">
          <ac:chgData name="髙田　陽斗" userId="349aba5d-2d55-469e-b606-bfbbf5033a9d" providerId="ADAL" clId="{F75CD730-4B93-4946-A438-1D617634E6A9}" dt="2024-07-25T02:40:58.485" v="2851"/>
          <ac:spMkLst>
            <pc:docMk/>
            <pc:sldMk cId="3166589167" sldId="301"/>
            <ac:spMk id="38" creationId="{5CFA0B6C-C5D9-8397-F013-D767C35578BA}"/>
          </ac:spMkLst>
        </pc:spChg>
        <pc:spChg chg="add mod">
          <ac:chgData name="髙田　陽斗" userId="349aba5d-2d55-469e-b606-bfbbf5033a9d" providerId="ADAL" clId="{F75CD730-4B93-4946-A438-1D617634E6A9}" dt="2024-07-25T02:40:58.485" v="2851"/>
          <ac:spMkLst>
            <pc:docMk/>
            <pc:sldMk cId="3166589167" sldId="301"/>
            <ac:spMk id="39" creationId="{8AE7B0ED-EF17-A243-7C2A-FD6FEACA8C79}"/>
          </ac:spMkLst>
        </pc:spChg>
        <pc:spChg chg="add mod">
          <ac:chgData name="髙田　陽斗" userId="349aba5d-2d55-469e-b606-bfbbf5033a9d" providerId="ADAL" clId="{F75CD730-4B93-4946-A438-1D617634E6A9}" dt="2024-07-25T02:40:58.485" v="2851"/>
          <ac:spMkLst>
            <pc:docMk/>
            <pc:sldMk cId="3166589167" sldId="301"/>
            <ac:spMk id="40" creationId="{845AC517-F05F-831F-96BD-B2A02B57D621}"/>
          </ac:spMkLst>
        </pc:spChg>
        <pc:spChg chg="add mod">
          <ac:chgData name="髙田　陽斗" userId="349aba5d-2d55-469e-b606-bfbbf5033a9d" providerId="ADAL" clId="{F75CD730-4B93-4946-A438-1D617634E6A9}" dt="2024-07-25T02:41:18.990" v="2869" actId="1076"/>
          <ac:spMkLst>
            <pc:docMk/>
            <pc:sldMk cId="3166589167" sldId="301"/>
            <ac:spMk id="41" creationId="{EA8FC1AF-FE1A-14BF-7768-B616BCEE8158}"/>
          </ac:spMkLst>
        </pc:spChg>
        <pc:spChg chg="add mod">
          <ac:chgData name="髙田　陽斗" userId="349aba5d-2d55-469e-b606-bfbbf5033a9d" providerId="ADAL" clId="{F75CD730-4B93-4946-A438-1D617634E6A9}" dt="2024-07-25T02:41:29.158" v="2885" actId="20577"/>
          <ac:spMkLst>
            <pc:docMk/>
            <pc:sldMk cId="3166589167" sldId="301"/>
            <ac:spMk id="42" creationId="{7DB646AB-27CC-EA19-0612-E928B6F2E7F5}"/>
          </ac:spMkLst>
        </pc:spChg>
        <pc:grpChg chg="add mod">
          <ac:chgData name="髙田　陽斗" userId="349aba5d-2d55-469e-b606-bfbbf5033a9d" providerId="ADAL" clId="{F75CD730-4B93-4946-A438-1D617634E6A9}" dt="2024-07-25T02:39:22.688" v="2813"/>
          <ac:grpSpMkLst>
            <pc:docMk/>
            <pc:sldMk cId="3166589167" sldId="301"/>
            <ac:grpSpMk id="3" creationId="{759A5EAB-C5F4-4368-DD12-3527DEC7099E}"/>
          </ac:grpSpMkLst>
        </pc:grpChg>
        <pc:grpChg chg="add mod">
          <ac:chgData name="髙田　陽斗" userId="349aba5d-2d55-469e-b606-bfbbf5033a9d" providerId="ADAL" clId="{F75CD730-4B93-4946-A438-1D617634E6A9}" dt="2024-07-25T02:39:22.688" v="2813"/>
          <ac:grpSpMkLst>
            <pc:docMk/>
            <pc:sldMk cId="3166589167" sldId="301"/>
            <ac:grpSpMk id="9" creationId="{E43CCCAE-0DFD-5BF9-E3FB-B9ED7A2C6A72}"/>
          </ac:grpSpMkLst>
        </pc:grpChg>
        <pc:grpChg chg="add mod">
          <ac:chgData name="髙田　陽斗" userId="349aba5d-2d55-469e-b606-bfbbf5033a9d" providerId="ADAL" clId="{F75CD730-4B93-4946-A438-1D617634E6A9}" dt="2024-07-25T02:40:58.485" v="2851"/>
          <ac:grpSpMkLst>
            <pc:docMk/>
            <pc:sldMk cId="3166589167" sldId="301"/>
            <ac:grpSpMk id="23" creationId="{189A3DFB-B623-3D87-804A-68FAF7FC2D58}"/>
          </ac:grpSpMkLst>
        </pc:grpChg>
        <pc:grpChg chg="add mod">
          <ac:chgData name="髙田　陽斗" userId="349aba5d-2d55-469e-b606-bfbbf5033a9d" providerId="ADAL" clId="{F75CD730-4B93-4946-A438-1D617634E6A9}" dt="2024-07-25T02:40:58.485" v="2851"/>
          <ac:grpSpMkLst>
            <pc:docMk/>
            <pc:sldMk cId="3166589167" sldId="301"/>
            <ac:grpSpMk id="29" creationId="{0A5BB08C-4DF5-7A31-05B8-B37DD150903B}"/>
          </ac:grpSpMkLst>
        </pc:grpChg>
        <pc:graphicFrameChg chg="add del mod">
          <ac:chgData name="髙田　陽斗" userId="349aba5d-2d55-469e-b606-bfbbf5033a9d" providerId="ADAL" clId="{F75CD730-4B93-4946-A438-1D617634E6A9}" dt="2024-07-25T02:39:33.464" v="2814" actId="478"/>
          <ac:graphicFrameMkLst>
            <pc:docMk/>
            <pc:sldMk cId="3166589167" sldId="301"/>
            <ac:graphicFrameMk id="15" creationId="{DA6C4707-0D9C-2D09-3EED-47771DD9ECBE}"/>
          </ac:graphicFrameMkLst>
        </pc:graphicFrameChg>
        <pc:graphicFrameChg chg="add mod modGraphic">
          <ac:chgData name="髙田　陽斗" userId="349aba5d-2d55-469e-b606-bfbbf5033a9d" providerId="ADAL" clId="{F75CD730-4B93-4946-A438-1D617634E6A9}" dt="2024-07-25T02:42:11.225" v="2933" actId="122"/>
          <ac:graphicFrameMkLst>
            <pc:docMk/>
            <pc:sldMk cId="3166589167" sldId="301"/>
            <ac:graphicFrameMk id="21" creationId="{D517B02D-DD93-5452-1F6B-9538E12204E6}"/>
          </ac:graphicFrameMkLst>
        </pc:graphicFrameChg>
        <pc:graphicFrameChg chg="add mod">
          <ac:chgData name="髙田　陽斗" userId="349aba5d-2d55-469e-b606-bfbbf5033a9d" providerId="ADAL" clId="{F75CD730-4B93-4946-A438-1D617634E6A9}" dt="2024-07-25T02:40:58.485" v="2851"/>
          <ac:graphicFrameMkLst>
            <pc:docMk/>
            <pc:sldMk cId="3166589167" sldId="301"/>
            <ac:graphicFrameMk id="35" creationId="{B55A3233-1E89-4660-A262-75945E82322F}"/>
          </ac:graphicFrameMkLst>
        </pc:graphicFrameChg>
        <pc:cxnChg chg="add mod">
          <ac:chgData name="髙田　陽斗" userId="349aba5d-2d55-469e-b606-bfbbf5033a9d" providerId="ADAL" clId="{F75CD730-4B93-4946-A438-1D617634E6A9}" dt="2024-07-25T02:39:22.688" v="2813"/>
          <ac:cxnSpMkLst>
            <pc:docMk/>
            <pc:sldMk cId="3166589167" sldId="301"/>
            <ac:cxnSpMk id="2" creationId="{33FCE250-150F-EC3A-5C20-A0B4BD024F9D}"/>
          </ac:cxnSpMkLst>
        </pc:cxnChg>
        <pc:cxnChg chg="add mod">
          <ac:chgData name="髙田　陽斗" userId="349aba5d-2d55-469e-b606-bfbbf5033a9d" providerId="ADAL" clId="{F75CD730-4B93-4946-A438-1D617634E6A9}" dt="2024-07-25T02:40:58.485" v="2851"/>
          <ac:cxnSpMkLst>
            <pc:docMk/>
            <pc:sldMk cId="3166589167" sldId="301"/>
            <ac:cxnSpMk id="22" creationId="{9F4532C5-0730-40B5-1993-C1499961DF92}"/>
          </ac:cxnSpMkLst>
        </pc:cxnChg>
      </pc:sldChg>
      <pc:sldChg chg="addSp delSp modSp new mod modTransition delAnim modAnim">
        <pc:chgData name="髙田　陽斗" userId="349aba5d-2d55-469e-b606-bfbbf5033a9d" providerId="ADAL" clId="{F75CD730-4B93-4946-A438-1D617634E6A9}" dt="2024-07-26T01:38:24.727" v="5422"/>
        <pc:sldMkLst>
          <pc:docMk/>
          <pc:sldMk cId="4280334893" sldId="302"/>
        </pc:sldMkLst>
        <pc:spChg chg="mod">
          <ac:chgData name="髙田　陽斗" userId="349aba5d-2d55-469e-b606-bfbbf5033a9d" providerId="ADAL" clId="{F75CD730-4B93-4946-A438-1D617634E6A9}" dt="2024-07-25T02:44:43.469" v="2946"/>
          <ac:spMkLst>
            <pc:docMk/>
            <pc:sldMk cId="4280334893" sldId="302"/>
            <ac:spMk id="3" creationId="{0F335F4B-9FA4-5889-FC8D-59890B193E61}"/>
          </ac:spMkLst>
        </pc:spChg>
        <pc:spChg chg="mod">
          <ac:chgData name="髙田　陽斗" userId="349aba5d-2d55-469e-b606-bfbbf5033a9d" providerId="ADAL" clId="{F75CD730-4B93-4946-A438-1D617634E6A9}" dt="2024-07-25T02:44:43.469" v="2946"/>
          <ac:spMkLst>
            <pc:docMk/>
            <pc:sldMk cId="4280334893" sldId="302"/>
            <ac:spMk id="4" creationId="{3DE08FFF-4751-EA6A-1254-6EB934AE7494}"/>
          </ac:spMkLst>
        </pc:spChg>
        <pc:spChg chg="mod">
          <ac:chgData name="髙田　陽斗" userId="349aba5d-2d55-469e-b606-bfbbf5033a9d" providerId="ADAL" clId="{F75CD730-4B93-4946-A438-1D617634E6A9}" dt="2024-07-25T02:44:43.469" v="2946"/>
          <ac:spMkLst>
            <pc:docMk/>
            <pc:sldMk cId="4280334893" sldId="302"/>
            <ac:spMk id="5" creationId="{7A3CD0FD-5450-2A52-D34D-252DAC1F21DE}"/>
          </ac:spMkLst>
        </pc:spChg>
        <pc:spChg chg="mod">
          <ac:chgData name="髙田　陽斗" userId="349aba5d-2d55-469e-b606-bfbbf5033a9d" providerId="ADAL" clId="{F75CD730-4B93-4946-A438-1D617634E6A9}" dt="2024-07-25T02:44:43.469" v="2946"/>
          <ac:spMkLst>
            <pc:docMk/>
            <pc:sldMk cId="4280334893" sldId="302"/>
            <ac:spMk id="6" creationId="{51A7A4CF-20E9-2E5E-17E4-19D970DAA47A}"/>
          </ac:spMkLst>
        </pc:spChg>
        <pc:spChg chg="mod">
          <ac:chgData name="髙田　陽斗" userId="349aba5d-2d55-469e-b606-bfbbf5033a9d" providerId="ADAL" clId="{F75CD730-4B93-4946-A438-1D617634E6A9}" dt="2024-07-25T02:44:43.469" v="2946"/>
          <ac:spMkLst>
            <pc:docMk/>
            <pc:sldMk cId="4280334893" sldId="302"/>
            <ac:spMk id="9" creationId="{ADB956BC-686F-DD9B-CF70-BD76076387B3}"/>
          </ac:spMkLst>
        </pc:spChg>
        <pc:spChg chg="mod">
          <ac:chgData name="髙田　陽斗" userId="349aba5d-2d55-469e-b606-bfbbf5033a9d" providerId="ADAL" clId="{F75CD730-4B93-4946-A438-1D617634E6A9}" dt="2024-07-25T02:45:05.815" v="2997" actId="20577"/>
          <ac:spMkLst>
            <pc:docMk/>
            <pc:sldMk cId="4280334893" sldId="302"/>
            <ac:spMk id="10" creationId="{A53A8A45-1DB9-0EB1-8FE0-70BD1A20706C}"/>
          </ac:spMkLst>
        </pc:spChg>
        <pc:spChg chg="add mod">
          <ac:chgData name="髙田　陽斗" userId="349aba5d-2d55-469e-b606-bfbbf5033a9d" providerId="ADAL" clId="{F75CD730-4B93-4946-A438-1D617634E6A9}" dt="2024-07-25T02:44:43.469" v="2946"/>
          <ac:spMkLst>
            <pc:docMk/>
            <pc:sldMk cId="4280334893" sldId="302"/>
            <ac:spMk id="11" creationId="{1D541C9C-3567-3B57-4FE2-EFA03A00CC93}"/>
          </ac:spMkLst>
        </pc:spChg>
        <pc:spChg chg="add mod">
          <ac:chgData name="髙田　陽斗" userId="349aba5d-2d55-469e-b606-bfbbf5033a9d" providerId="ADAL" clId="{F75CD730-4B93-4946-A438-1D617634E6A9}" dt="2024-07-25T03:00:01.495" v="3315" actId="20577"/>
          <ac:spMkLst>
            <pc:docMk/>
            <pc:sldMk cId="4280334893" sldId="302"/>
            <ac:spMk id="12" creationId="{4BA17C53-046B-CC8E-FF4A-E17BD8D6DEA3}"/>
          </ac:spMkLst>
        </pc:spChg>
        <pc:spChg chg="add del mod">
          <ac:chgData name="髙田　陽斗" userId="349aba5d-2d55-469e-b606-bfbbf5033a9d" providerId="ADAL" clId="{F75CD730-4B93-4946-A438-1D617634E6A9}" dt="2024-07-25T02:45:50.849" v="3019" actId="478"/>
          <ac:spMkLst>
            <pc:docMk/>
            <pc:sldMk cId="4280334893" sldId="302"/>
            <ac:spMk id="13" creationId="{A5797593-43C1-413D-2149-23742B8F76D7}"/>
          </ac:spMkLst>
        </pc:spChg>
        <pc:spChg chg="add mod">
          <ac:chgData name="髙田　陽斗" userId="349aba5d-2d55-469e-b606-bfbbf5033a9d" providerId="ADAL" clId="{F75CD730-4B93-4946-A438-1D617634E6A9}" dt="2024-07-25T02:44:43.469" v="2946"/>
          <ac:spMkLst>
            <pc:docMk/>
            <pc:sldMk cId="4280334893" sldId="302"/>
            <ac:spMk id="14" creationId="{B118F0F2-D322-7359-14F8-79BD855680EB}"/>
          </ac:spMkLst>
        </pc:spChg>
        <pc:spChg chg="add mod">
          <ac:chgData name="髙田　陽斗" userId="349aba5d-2d55-469e-b606-bfbbf5033a9d" providerId="ADAL" clId="{F75CD730-4B93-4946-A438-1D617634E6A9}" dt="2024-07-25T02:44:43.469" v="2946"/>
          <ac:spMkLst>
            <pc:docMk/>
            <pc:sldMk cId="4280334893" sldId="302"/>
            <ac:spMk id="15" creationId="{93185491-870E-24F9-0B5E-0BE8852024C1}"/>
          </ac:spMkLst>
        </pc:spChg>
        <pc:spChg chg="add del mod">
          <ac:chgData name="髙田　陽斗" userId="349aba5d-2d55-469e-b606-bfbbf5033a9d" providerId="ADAL" clId="{F75CD730-4B93-4946-A438-1D617634E6A9}" dt="2024-07-25T02:45:47.209" v="3017" actId="478"/>
          <ac:spMkLst>
            <pc:docMk/>
            <pc:sldMk cId="4280334893" sldId="302"/>
            <ac:spMk id="16" creationId="{E991BAFA-A4FB-F020-BD8F-16649BE93283}"/>
          </ac:spMkLst>
        </pc:spChg>
        <pc:spChg chg="add mod">
          <ac:chgData name="髙田　陽斗" userId="349aba5d-2d55-469e-b606-bfbbf5033a9d" providerId="ADAL" clId="{F75CD730-4B93-4946-A438-1D617634E6A9}" dt="2024-07-25T02:44:43.469" v="2946"/>
          <ac:spMkLst>
            <pc:docMk/>
            <pc:sldMk cId="4280334893" sldId="302"/>
            <ac:spMk id="17" creationId="{09F59225-0F80-FB1D-277F-A181109610DB}"/>
          </ac:spMkLst>
        </pc:spChg>
        <pc:spChg chg="add del mod">
          <ac:chgData name="髙田　陽斗" userId="349aba5d-2d55-469e-b606-bfbbf5033a9d" providerId="ADAL" clId="{F75CD730-4B93-4946-A438-1D617634E6A9}" dt="2024-07-25T02:45:47.209" v="3017" actId="478"/>
          <ac:spMkLst>
            <pc:docMk/>
            <pc:sldMk cId="4280334893" sldId="302"/>
            <ac:spMk id="18" creationId="{1DDAC105-D0B3-0626-D595-81EBF2809055}"/>
          </ac:spMkLst>
        </pc:spChg>
        <pc:spChg chg="add mod">
          <ac:chgData name="髙田　陽斗" userId="349aba5d-2d55-469e-b606-bfbbf5033a9d" providerId="ADAL" clId="{F75CD730-4B93-4946-A438-1D617634E6A9}" dt="2024-07-25T02:46:46.219" v="3070" actId="1076"/>
          <ac:spMkLst>
            <pc:docMk/>
            <pc:sldMk cId="4280334893" sldId="302"/>
            <ac:spMk id="19" creationId="{663628CB-6595-1C4E-83CA-90302FB6CF69}"/>
          </ac:spMkLst>
        </pc:spChg>
        <pc:spChg chg="add mod">
          <ac:chgData name="髙田　陽斗" userId="349aba5d-2d55-469e-b606-bfbbf5033a9d" providerId="ADAL" clId="{F75CD730-4B93-4946-A438-1D617634E6A9}" dt="2024-07-25T02:48:03.428" v="3125" actId="1076"/>
          <ac:spMkLst>
            <pc:docMk/>
            <pc:sldMk cId="4280334893" sldId="302"/>
            <ac:spMk id="20" creationId="{2F7AF91E-DEB4-4903-A7DF-DEDDA901385B}"/>
          </ac:spMkLst>
        </pc:spChg>
        <pc:spChg chg="add mod">
          <ac:chgData name="髙田　陽斗" userId="349aba5d-2d55-469e-b606-bfbbf5033a9d" providerId="ADAL" clId="{F75CD730-4B93-4946-A438-1D617634E6A9}" dt="2024-07-25T02:49:38.229" v="3132" actId="1076"/>
          <ac:spMkLst>
            <pc:docMk/>
            <pc:sldMk cId="4280334893" sldId="302"/>
            <ac:spMk id="21" creationId="{41930345-AE4D-F417-31CD-59CCA08E47ED}"/>
          </ac:spMkLst>
        </pc:spChg>
        <pc:spChg chg="add mod">
          <ac:chgData name="髙田　陽斗" userId="349aba5d-2d55-469e-b606-bfbbf5033a9d" providerId="ADAL" clId="{F75CD730-4B93-4946-A438-1D617634E6A9}" dt="2024-07-25T02:47:54.306" v="3123" actId="1076"/>
          <ac:spMkLst>
            <pc:docMk/>
            <pc:sldMk cId="4280334893" sldId="302"/>
            <ac:spMk id="22" creationId="{0406EE0D-8467-661A-6D0C-05273FF954EF}"/>
          </ac:spMkLst>
        </pc:spChg>
        <pc:spChg chg="add mod">
          <ac:chgData name="髙田　陽斗" userId="349aba5d-2d55-469e-b606-bfbbf5033a9d" providerId="ADAL" clId="{F75CD730-4B93-4946-A438-1D617634E6A9}" dt="2024-07-25T02:49:34.448" v="3131" actId="1076"/>
          <ac:spMkLst>
            <pc:docMk/>
            <pc:sldMk cId="4280334893" sldId="302"/>
            <ac:spMk id="23" creationId="{F150B454-6435-EB90-3FBE-2949857F7C96}"/>
          </ac:spMkLst>
        </pc:spChg>
        <pc:grpChg chg="add mod">
          <ac:chgData name="髙田　陽斗" userId="349aba5d-2d55-469e-b606-bfbbf5033a9d" providerId="ADAL" clId="{F75CD730-4B93-4946-A438-1D617634E6A9}" dt="2024-07-25T02:44:43.469" v="2946"/>
          <ac:grpSpMkLst>
            <pc:docMk/>
            <pc:sldMk cId="4280334893" sldId="302"/>
            <ac:grpSpMk id="2" creationId="{D03DD485-1DF1-B899-4394-6EC10E8A5A5B}"/>
          </ac:grpSpMkLst>
        </pc:grpChg>
        <pc:grpChg chg="add mod">
          <ac:chgData name="髙田　陽斗" userId="349aba5d-2d55-469e-b606-bfbbf5033a9d" providerId="ADAL" clId="{F75CD730-4B93-4946-A438-1D617634E6A9}" dt="2024-07-25T02:44:43.469" v="2946"/>
          <ac:grpSpMkLst>
            <pc:docMk/>
            <pc:sldMk cId="4280334893" sldId="302"/>
            <ac:grpSpMk id="8" creationId="{73B07873-635E-839C-4F4C-C3DE7A5BDA5E}"/>
          </ac:grpSpMkLst>
        </pc:grpChg>
        <pc:cxnChg chg="add mod">
          <ac:chgData name="髙田　陽斗" userId="349aba5d-2d55-469e-b606-bfbbf5033a9d" providerId="ADAL" clId="{F75CD730-4B93-4946-A438-1D617634E6A9}" dt="2024-07-25T02:44:43.469" v="2946"/>
          <ac:cxnSpMkLst>
            <pc:docMk/>
            <pc:sldMk cId="4280334893" sldId="302"/>
            <ac:cxnSpMk id="7" creationId="{EF1BC316-E00B-66F0-37FD-AB09AEA5F4DE}"/>
          </ac:cxnSpMkLst>
        </pc:cxnChg>
      </pc:sldChg>
      <pc:sldChg chg="addSp delSp modSp new mod modTransition delAnim modAnim">
        <pc:chgData name="髙田　陽斗" userId="349aba5d-2d55-469e-b606-bfbbf5033a9d" providerId="ADAL" clId="{F75CD730-4B93-4946-A438-1D617634E6A9}" dt="2024-07-26T01:38:35.415" v="5423"/>
        <pc:sldMkLst>
          <pc:docMk/>
          <pc:sldMk cId="2875629196" sldId="303"/>
        </pc:sldMkLst>
        <pc:spChg chg="add mod">
          <ac:chgData name="髙田　陽斗" userId="349aba5d-2d55-469e-b606-bfbbf5033a9d" providerId="ADAL" clId="{F75CD730-4B93-4946-A438-1D617634E6A9}" dt="2024-07-25T02:50:10.949" v="3134"/>
          <ac:spMkLst>
            <pc:docMk/>
            <pc:sldMk cId="2875629196" sldId="303"/>
            <ac:spMk id="2" creationId="{01531309-A25F-9D68-9720-23250193D914}"/>
          </ac:spMkLst>
        </pc:spChg>
        <pc:spChg chg="add mod">
          <ac:chgData name="髙田　陽斗" userId="349aba5d-2d55-469e-b606-bfbbf5033a9d" providerId="ADAL" clId="{F75CD730-4B93-4946-A438-1D617634E6A9}" dt="2024-07-25T02:50:10.949" v="3134"/>
          <ac:spMkLst>
            <pc:docMk/>
            <pc:sldMk cId="2875629196" sldId="303"/>
            <ac:spMk id="3" creationId="{2D1A7597-5ED8-7C8E-5223-3B2887B81BD7}"/>
          </ac:spMkLst>
        </pc:spChg>
        <pc:spChg chg="add mod">
          <ac:chgData name="髙田　陽斗" userId="349aba5d-2d55-469e-b606-bfbbf5033a9d" providerId="ADAL" clId="{F75CD730-4B93-4946-A438-1D617634E6A9}" dt="2024-07-25T02:50:10.949" v="3134"/>
          <ac:spMkLst>
            <pc:docMk/>
            <pc:sldMk cId="2875629196" sldId="303"/>
            <ac:spMk id="4" creationId="{6CAF22C1-536A-9E44-F2BD-D0E9D7BFD239}"/>
          </ac:spMkLst>
        </pc:spChg>
        <pc:spChg chg="add mod">
          <ac:chgData name="髙田　陽斗" userId="349aba5d-2d55-469e-b606-bfbbf5033a9d" providerId="ADAL" clId="{F75CD730-4B93-4946-A438-1D617634E6A9}" dt="2024-07-25T02:50:10.949" v="3134"/>
          <ac:spMkLst>
            <pc:docMk/>
            <pc:sldMk cId="2875629196" sldId="303"/>
            <ac:spMk id="5" creationId="{FDFF1784-34FA-2385-DA16-77D032A98281}"/>
          </ac:spMkLst>
        </pc:spChg>
        <pc:spChg chg="add mod">
          <ac:chgData name="髙田　陽斗" userId="349aba5d-2d55-469e-b606-bfbbf5033a9d" providerId="ADAL" clId="{F75CD730-4B93-4946-A438-1D617634E6A9}" dt="2024-07-25T02:50:10.949" v="3134"/>
          <ac:spMkLst>
            <pc:docMk/>
            <pc:sldMk cId="2875629196" sldId="303"/>
            <ac:spMk id="6" creationId="{C0C6FBF2-B3E9-DB69-D826-BD8357E56466}"/>
          </ac:spMkLst>
        </pc:spChg>
        <pc:spChg chg="add mod">
          <ac:chgData name="髙田　陽斗" userId="349aba5d-2d55-469e-b606-bfbbf5033a9d" providerId="ADAL" clId="{F75CD730-4B93-4946-A438-1D617634E6A9}" dt="2024-07-25T02:50:10.949" v="3134"/>
          <ac:spMkLst>
            <pc:docMk/>
            <pc:sldMk cId="2875629196" sldId="303"/>
            <ac:spMk id="7" creationId="{5E851008-C994-BA1A-A3D3-EDFE3948168D}"/>
          </ac:spMkLst>
        </pc:spChg>
        <pc:spChg chg="add mod">
          <ac:chgData name="髙田　陽斗" userId="349aba5d-2d55-469e-b606-bfbbf5033a9d" providerId="ADAL" clId="{F75CD730-4B93-4946-A438-1D617634E6A9}" dt="2024-07-25T02:50:10.949" v="3134"/>
          <ac:spMkLst>
            <pc:docMk/>
            <pc:sldMk cId="2875629196" sldId="303"/>
            <ac:spMk id="8" creationId="{E70A256E-C093-4039-9403-456884C9DD42}"/>
          </ac:spMkLst>
        </pc:spChg>
        <pc:spChg chg="add mod">
          <ac:chgData name="髙田　陽斗" userId="349aba5d-2d55-469e-b606-bfbbf5033a9d" providerId="ADAL" clId="{F75CD730-4B93-4946-A438-1D617634E6A9}" dt="2024-07-25T02:50:10.949" v="3134"/>
          <ac:spMkLst>
            <pc:docMk/>
            <pc:sldMk cId="2875629196" sldId="303"/>
            <ac:spMk id="9" creationId="{82121289-57FB-0C6E-E0A2-F984C00870E2}"/>
          </ac:spMkLst>
        </pc:spChg>
        <pc:spChg chg="add mod">
          <ac:chgData name="髙田　陽斗" userId="349aba5d-2d55-469e-b606-bfbbf5033a9d" providerId="ADAL" clId="{F75CD730-4B93-4946-A438-1D617634E6A9}" dt="2024-07-25T02:50:10.949" v="3134"/>
          <ac:spMkLst>
            <pc:docMk/>
            <pc:sldMk cId="2875629196" sldId="303"/>
            <ac:spMk id="10" creationId="{0B828DA1-C707-548D-05C7-FA4EAA28F0D7}"/>
          </ac:spMkLst>
        </pc:spChg>
        <pc:spChg chg="add mod">
          <ac:chgData name="髙田　陽斗" userId="349aba5d-2d55-469e-b606-bfbbf5033a9d" providerId="ADAL" clId="{F75CD730-4B93-4946-A438-1D617634E6A9}" dt="2024-07-25T02:50:10.949" v="3134"/>
          <ac:spMkLst>
            <pc:docMk/>
            <pc:sldMk cId="2875629196" sldId="303"/>
            <ac:spMk id="11" creationId="{63B88662-FF28-CEC7-8226-3A71DE4072AE}"/>
          </ac:spMkLst>
        </pc:spChg>
        <pc:spChg chg="add mod">
          <ac:chgData name="髙田　陽斗" userId="349aba5d-2d55-469e-b606-bfbbf5033a9d" providerId="ADAL" clId="{F75CD730-4B93-4946-A438-1D617634E6A9}" dt="2024-07-25T02:50:10.949" v="3134"/>
          <ac:spMkLst>
            <pc:docMk/>
            <pc:sldMk cId="2875629196" sldId="303"/>
            <ac:spMk id="12" creationId="{4F85648B-8682-4F44-E092-14D518C93D68}"/>
          </ac:spMkLst>
        </pc:spChg>
        <pc:spChg chg="add mod">
          <ac:chgData name="髙田　陽斗" userId="349aba5d-2d55-469e-b606-bfbbf5033a9d" providerId="ADAL" clId="{F75CD730-4B93-4946-A438-1D617634E6A9}" dt="2024-07-25T02:50:10.949" v="3134"/>
          <ac:spMkLst>
            <pc:docMk/>
            <pc:sldMk cId="2875629196" sldId="303"/>
            <ac:spMk id="13" creationId="{3A7A877C-59DB-99AC-3201-5A102912B3A3}"/>
          </ac:spMkLst>
        </pc:spChg>
        <pc:spChg chg="add mod">
          <ac:chgData name="髙田　陽斗" userId="349aba5d-2d55-469e-b606-bfbbf5033a9d" providerId="ADAL" clId="{F75CD730-4B93-4946-A438-1D617634E6A9}" dt="2024-07-25T02:50:10.949" v="3134"/>
          <ac:spMkLst>
            <pc:docMk/>
            <pc:sldMk cId="2875629196" sldId="303"/>
            <ac:spMk id="14" creationId="{112ADA9C-3890-B4E3-1917-BDAE569DFADD}"/>
          </ac:spMkLst>
        </pc:spChg>
        <pc:spChg chg="add mod">
          <ac:chgData name="髙田　陽斗" userId="349aba5d-2d55-469e-b606-bfbbf5033a9d" providerId="ADAL" clId="{F75CD730-4B93-4946-A438-1D617634E6A9}" dt="2024-07-25T02:50:10.949" v="3134"/>
          <ac:spMkLst>
            <pc:docMk/>
            <pc:sldMk cId="2875629196" sldId="303"/>
            <ac:spMk id="15" creationId="{CF342615-6DDB-3C5C-7EE8-4BF14CEE365A}"/>
          </ac:spMkLst>
        </pc:spChg>
        <pc:spChg chg="add mod">
          <ac:chgData name="髙田　陽斗" userId="349aba5d-2d55-469e-b606-bfbbf5033a9d" providerId="ADAL" clId="{F75CD730-4B93-4946-A438-1D617634E6A9}" dt="2024-07-25T02:50:10.949" v="3134"/>
          <ac:spMkLst>
            <pc:docMk/>
            <pc:sldMk cId="2875629196" sldId="303"/>
            <ac:spMk id="16" creationId="{1D37C86D-34BE-3AD7-E5F2-6B7FAB045593}"/>
          </ac:spMkLst>
        </pc:spChg>
        <pc:spChg chg="add del mod">
          <ac:chgData name="髙田　陽斗" userId="349aba5d-2d55-469e-b606-bfbbf5033a9d" providerId="ADAL" clId="{F75CD730-4B93-4946-A438-1D617634E6A9}" dt="2024-07-25T02:50:21.908" v="3137" actId="478"/>
          <ac:spMkLst>
            <pc:docMk/>
            <pc:sldMk cId="2875629196" sldId="303"/>
            <ac:spMk id="17" creationId="{C3575324-2B4F-BACD-6C0D-1B2F1164D630}"/>
          </ac:spMkLst>
        </pc:spChg>
        <pc:spChg chg="add del mod">
          <ac:chgData name="髙田　陽斗" userId="349aba5d-2d55-469e-b606-bfbbf5033a9d" providerId="ADAL" clId="{F75CD730-4B93-4946-A438-1D617634E6A9}" dt="2024-07-25T02:50:19.922" v="3136" actId="478"/>
          <ac:spMkLst>
            <pc:docMk/>
            <pc:sldMk cId="2875629196" sldId="303"/>
            <ac:spMk id="18" creationId="{29BE1B04-7FCA-D424-7DEB-7FB756C61F52}"/>
          </ac:spMkLst>
        </pc:spChg>
        <pc:spChg chg="add mod">
          <ac:chgData name="髙田　陽斗" userId="349aba5d-2d55-469e-b606-bfbbf5033a9d" providerId="ADAL" clId="{F75CD730-4B93-4946-A438-1D617634E6A9}" dt="2024-07-25T02:50:10.949" v="3134"/>
          <ac:spMkLst>
            <pc:docMk/>
            <pc:sldMk cId="2875629196" sldId="303"/>
            <ac:spMk id="19" creationId="{E6000D6B-39CA-CA82-F058-66962BA6B47A}"/>
          </ac:spMkLst>
        </pc:spChg>
        <pc:spChg chg="add mod">
          <ac:chgData name="髙田　陽斗" userId="349aba5d-2d55-469e-b606-bfbbf5033a9d" providerId="ADAL" clId="{F75CD730-4B93-4946-A438-1D617634E6A9}" dt="2024-07-25T02:50:16.383" v="3135" actId="1076"/>
          <ac:spMkLst>
            <pc:docMk/>
            <pc:sldMk cId="2875629196" sldId="303"/>
            <ac:spMk id="20" creationId="{70C9D4F5-A12C-7CB7-A8C1-5B1D5E90F3D8}"/>
          </ac:spMkLst>
        </pc:spChg>
      </pc:sldChg>
      <pc:sldChg chg="addSp delSp modSp new mod modTransition modAnim">
        <pc:chgData name="髙田　陽斗" userId="349aba5d-2d55-469e-b606-bfbbf5033a9d" providerId="ADAL" clId="{F75CD730-4B93-4946-A438-1D617634E6A9}" dt="2024-07-26T02:19:06.904" v="5467"/>
        <pc:sldMkLst>
          <pc:docMk/>
          <pc:sldMk cId="3081468620" sldId="304"/>
        </pc:sldMkLst>
        <pc:spChg chg="add mod">
          <ac:chgData name="髙田　陽斗" userId="349aba5d-2d55-469e-b606-bfbbf5033a9d" providerId="ADAL" clId="{F75CD730-4B93-4946-A438-1D617634E6A9}" dt="2024-07-25T02:51:33.466" v="3146"/>
          <ac:spMkLst>
            <pc:docMk/>
            <pc:sldMk cId="3081468620" sldId="304"/>
            <ac:spMk id="2" creationId="{8C65DE0E-10E8-2A9D-16A4-EF1CECAF8FDA}"/>
          </ac:spMkLst>
        </pc:spChg>
        <pc:spChg chg="add mod">
          <ac:chgData name="髙田　陽斗" userId="349aba5d-2d55-469e-b606-bfbbf5033a9d" providerId="ADAL" clId="{F75CD730-4B93-4946-A438-1D617634E6A9}" dt="2024-07-25T02:51:33.466" v="3146"/>
          <ac:spMkLst>
            <pc:docMk/>
            <pc:sldMk cId="3081468620" sldId="304"/>
            <ac:spMk id="3" creationId="{AD11F87D-977C-62E7-D45E-87402AD2C3A3}"/>
          </ac:spMkLst>
        </pc:spChg>
        <pc:spChg chg="add mod">
          <ac:chgData name="髙田　陽斗" userId="349aba5d-2d55-469e-b606-bfbbf5033a9d" providerId="ADAL" clId="{F75CD730-4B93-4946-A438-1D617634E6A9}" dt="2024-07-25T02:51:33.466" v="3146"/>
          <ac:spMkLst>
            <pc:docMk/>
            <pc:sldMk cId="3081468620" sldId="304"/>
            <ac:spMk id="4" creationId="{B4D91ECD-0AA3-F94E-956A-4DA3CD0D78C3}"/>
          </ac:spMkLst>
        </pc:spChg>
        <pc:spChg chg="add mod">
          <ac:chgData name="髙田　陽斗" userId="349aba5d-2d55-469e-b606-bfbbf5033a9d" providerId="ADAL" clId="{F75CD730-4B93-4946-A438-1D617634E6A9}" dt="2024-07-25T02:51:58.905" v="3185" actId="1076"/>
          <ac:spMkLst>
            <pc:docMk/>
            <pc:sldMk cId="3081468620" sldId="304"/>
            <ac:spMk id="5" creationId="{5BCBE102-2683-F482-422D-CDFE688C1FCF}"/>
          </ac:spMkLst>
        </pc:spChg>
        <pc:spChg chg="add mod">
          <ac:chgData name="髙田　陽斗" userId="349aba5d-2d55-469e-b606-bfbbf5033a9d" providerId="ADAL" clId="{F75CD730-4B93-4946-A438-1D617634E6A9}" dt="2024-07-25T02:53:14.918" v="3199" actId="14100"/>
          <ac:spMkLst>
            <pc:docMk/>
            <pc:sldMk cId="3081468620" sldId="304"/>
            <ac:spMk id="6" creationId="{8D6EE092-1B32-0102-64F4-EC8543A9B335}"/>
          </ac:spMkLst>
        </pc:spChg>
        <pc:spChg chg="add mod">
          <ac:chgData name="髙田　陽斗" userId="349aba5d-2d55-469e-b606-bfbbf5033a9d" providerId="ADAL" clId="{F75CD730-4B93-4946-A438-1D617634E6A9}" dt="2024-07-25T02:51:33.466" v="3146"/>
          <ac:spMkLst>
            <pc:docMk/>
            <pc:sldMk cId="3081468620" sldId="304"/>
            <ac:spMk id="7" creationId="{6556B698-BA19-2B08-6072-4BF03622223C}"/>
          </ac:spMkLst>
        </pc:spChg>
        <pc:spChg chg="add mod">
          <ac:chgData name="髙田　陽斗" userId="349aba5d-2d55-469e-b606-bfbbf5033a9d" providerId="ADAL" clId="{F75CD730-4B93-4946-A438-1D617634E6A9}" dt="2024-07-25T02:51:33.466" v="3146"/>
          <ac:spMkLst>
            <pc:docMk/>
            <pc:sldMk cId="3081468620" sldId="304"/>
            <ac:spMk id="8" creationId="{704DAC4C-17BB-7E91-B443-FA525F7C5E02}"/>
          </ac:spMkLst>
        </pc:spChg>
        <pc:spChg chg="add mod">
          <ac:chgData name="髙田　陽斗" userId="349aba5d-2d55-469e-b606-bfbbf5033a9d" providerId="ADAL" clId="{F75CD730-4B93-4946-A438-1D617634E6A9}" dt="2024-07-25T02:53:32.636" v="3201" actId="14100"/>
          <ac:spMkLst>
            <pc:docMk/>
            <pc:sldMk cId="3081468620" sldId="304"/>
            <ac:spMk id="9" creationId="{5DA0A06F-87A9-C22D-87B6-DDC605246E00}"/>
          </ac:spMkLst>
        </pc:spChg>
        <pc:spChg chg="add del mod">
          <ac:chgData name="髙田　陽斗" userId="349aba5d-2d55-469e-b606-bfbbf5033a9d" providerId="ADAL" clId="{F75CD730-4B93-4946-A438-1D617634E6A9}" dt="2024-07-25T02:52:49.478" v="3194" actId="478"/>
          <ac:spMkLst>
            <pc:docMk/>
            <pc:sldMk cId="3081468620" sldId="304"/>
            <ac:spMk id="10" creationId="{AE5A21BE-A0CB-EEEC-5CCE-110BCF449B05}"/>
          </ac:spMkLst>
        </pc:spChg>
        <pc:spChg chg="add mod">
          <ac:chgData name="髙田　陽斗" userId="349aba5d-2d55-469e-b606-bfbbf5033a9d" providerId="ADAL" clId="{F75CD730-4B93-4946-A438-1D617634E6A9}" dt="2024-07-25T02:53:57.451" v="3239" actId="20577"/>
          <ac:spMkLst>
            <pc:docMk/>
            <pc:sldMk cId="3081468620" sldId="304"/>
            <ac:spMk id="11" creationId="{22FB3124-9CF8-3145-A4D7-CACF85449A43}"/>
          </ac:spMkLst>
        </pc:spChg>
        <pc:spChg chg="add del mod">
          <ac:chgData name="髙田　陽斗" userId="349aba5d-2d55-469e-b606-bfbbf5033a9d" providerId="ADAL" clId="{F75CD730-4B93-4946-A438-1D617634E6A9}" dt="2024-07-25T02:52:54.701" v="3196" actId="478"/>
          <ac:spMkLst>
            <pc:docMk/>
            <pc:sldMk cId="3081468620" sldId="304"/>
            <ac:spMk id="12" creationId="{2E977BAE-4C1F-08DE-32A4-D1F37F181D0A}"/>
          </ac:spMkLst>
        </pc:spChg>
        <pc:spChg chg="add del mod">
          <ac:chgData name="髙田　陽斗" userId="349aba5d-2d55-469e-b606-bfbbf5033a9d" providerId="ADAL" clId="{F75CD730-4B93-4946-A438-1D617634E6A9}" dt="2024-07-25T02:52:45.441" v="3193" actId="478"/>
          <ac:spMkLst>
            <pc:docMk/>
            <pc:sldMk cId="3081468620" sldId="304"/>
            <ac:spMk id="13" creationId="{DFD07944-AA75-8F9C-7988-880837040A44}"/>
          </ac:spMkLst>
        </pc:spChg>
        <pc:spChg chg="add del mod">
          <ac:chgData name="髙田　陽斗" userId="349aba5d-2d55-469e-b606-bfbbf5033a9d" providerId="ADAL" clId="{F75CD730-4B93-4946-A438-1D617634E6A9}" dt="2024-07-25T02:52:43.595" v="3192" actId="478"/>
          <ac:spMkLst>
            <pc:docMk/>
            <pc:sldMk cId="3081468620" sldId="304"/>
            <ac:spMk id="14" creationId="{BD229C28-F11F-8D06-1309-E7AA27DE3C52}"/>
          </ac:spMkLst>
        </pc:spChg>
        <pc:spChg chg="add mod">
          <ac:chgData name="髙田　陽斗" userId="349aba5d-2d55-469e-b606-bfbbf5033a9d" providerId="ADAL" clId="{F75CD730-4B93-4946-A438-1D617634E6A9}" dt="2024-07-25T02:53:28.035" v="3200" actId="14100"/>
          <ac:spMkLst>
            <pc:docMk/>
            <pc:sldMk cId="3081468620" sldId="304"/>
            <ac:spMk id="15" creationId="{749282BF-F4A8-3B8D-BE12-ED283DCF8D6A}"/>
          </ac:spMkLst>
        </pc:spChg>
        <pc:spChg chg="add mod">
          <ac:chgData name="髙田　陽斗" userId="349aba5d-2d55-469e-b606-bfbbf5033a9d" providerId="ADAL" clId="{F75CD730-4B93-4946-A438-1D617634E6A9}" dt="2024-07-25T02:58:17.001" v="3301" actId="1076"/>
          <ac:spMkLst>
            <pc:docMk/>
            <pc:sldMk cId="3081468620" sldId="304"/>
            <ac:spMk id="16" creationId="{F42D8656-6F15-6D27-0CB8-77ABE5326B5F}"/>
          </ac:spMkLst>
        </pc:spChg>
        <pc:spChg chg="add del mod">
          <ac:chgData name="髙田　陽斗" userId="349aba5d-2d55-469e-b606-bfbbf5033a9d" providerId="ADAL" clId="{F75CD730-4B93-4946-A438-1D617634E6A9}" dt="2024-07-25T02:58:44.805" v="3304" actId="478"/>
          <ac:spMkLst>
            <pc:docMk/>
            <pc:sldMk cId="3081468620" sldId="304"/>
            <ac:spMk id="17" creationId="{6A1055D4-6B90-78BE-CCAE-ED4C789FC394}"/>
          </ac:spMkLst>
        </pc:spChg>
        <pc:spChg chg="add mod">
          <ac:chgData name="髙田　陽斗" userId="349aba5d-2d55-469e-b606-bfbbf5033a9d" providerId="ADAL" clId="{F75CD730-4B93-4946-A438-1D617634E6A9}" dt="2024-07-25T02:58:26.717" v="3302" actId="1076"/>
          <ac:spMkLst>
            <pc:docMk/>
            <pc:sldMk cId="3081468620" sldId="304"/>
            <ac:spMk id="18" creationId="{8D9BE2D8-A25D-CD76-7C40-8CE3F6A73212}"/>
          </ac:spMkLst>
        </pc:spChg>
        <pc:spChg chg="add mod">
          <ac:chgData name="髙田　陽斗" userId="349aba5d-2d55-469e-b606-bfbbf5033a9d" providerId="ADAL" clId="{F75CD730-4B93-4946-A438-1D617634E6A9}" dt="2024-07-25T02:58:57.218" v="3306" actId="1076"/>
          <ac:spMkLst>
            <pc:docMk/>
            <pc:sldMk cId="3081468620" sldId="304"/>
            <ac:spMk id="19" creationId="{0D0A22FD-4515-AA3D-24EE-537BBE2C74AC}"/>
          </ac:spMkLst>
        </pc:spChg>
        <pc:spChg chg="add mod">
          <ac:chgData name="髙田　陽斗" userId="349aba5d-2d55-469e-b606-bfbbf5033a9d" providerId="ADAL" clId="{F75CD730-4B93-4946-A438-1D617634E6A9}" dt="2024-07-25T02:58:48.579" v="3305" actId="1076"/>
          <ac:spMkLst>
            <pc:docMk/>
            <pc:sldMk cId="3081468620" sldId="304"/>
            <ac:spMk id="20" creationId="{C75821F5-2965-B157-2AC7-E47FF381B256}"/>
          </ac:spMkLst>
        </pc:spChg>
        <pc:spChg chg="add del mod">
          <ac:chgData name="髙田　陽斗" userId="349aba5d-2d55-469e-b606-bfbbf5033a9d" providerId="ADAL" clId="{F75CD730-4B93-4946-A438-1D617634E6A9}" dt="2024-07-25T02:59:28.866" v="3309"/>
          <ac:spMkLst>
            <pc:docMk/>
            <pc:sldMk cId="3081468620" sldId="304"/>
            <ac:spMk id="21" creationId="{6775100E-174C-2E6C-43A3-C39CD1FDAEA8}"/>
          </ac:spMkLst>
        </pc:spChg>
        <pc:spChg chg="add mod">
          <ac:chgData name="髙田　陽斗" userId="349aba5d-2d55-469e-b606-bfbbf5033a9d" providerId="ADAL" clId="{F75CD730-4B93-4946-A438-1D617634E6A9}" dt="2024-07-25T02:59:56.822" v="3313" actId="767"/>
          <ac:spMkLst>
            <pc:docMk/>
            <pc:sldMk cId="3081468620" sldId="304"/>
            <ac:spMk id="22" creationId="{713CF058-3594-72A1-210D-DCCEF4ED22C0}"/>
          </ac:spMkLst>
        </pc:spChg>
        <pc:spChg chg="add mod">
          <ac:chgData name="髙田　陽斗" userId="349aba5d-2d55-469e-b606-bfbbf5033a9d" providerId="ADAL" clId="{F75CD730-4B93-4946-A438-1D617634E6A9}" dt="2024-07-25T03:00:55.192" v="3322" actId="1076"/>
          <ac:spMkLst>
            <pc:docMk/>
            <pc:sldMk cId="3081468620" sldId="304"/>
            <ac:spMk id="23" creationId="{70ED3829-FDDD-F4E5-BD7D-1A8A09C6041A}"/>
          </ac:spMkLst>
        </pc:spChg>
      </pc:sldChg>
      <pc:sldChg chg="addSp delSp modSp new mod modTransition delAnim modAnim">
        <pc:chgData name="髙田　陽斗" userId="349aba5d-2d55-469e-b606-bfbbf5033a9d" providerId="ADAL" clId="{F75CD730-4B93-4946-A438-1D617634E6A9}" dt="2024-07-26T01:38:48.771" v="5426"/>
        <pc:sldMkLst>
          <pc:docMk/>
          <pc:sldMk cId="1225813917" sldId="305"/>
        </pc:sldMkLst>
        <pc:spChg chg="add mod">
          <ac:chgData name="髙田　陽斗" userId="349aba5d-2d55-469e-b606-bfbbf5033a9d" providerId="ADAL" clId="{F75CD730-4B93-4946-A438-1D617634E6A9}" dt="2024-07-25T03:28:35.031" v="3325"/>
          <ac:spMkLst>
            <pc:docMk/>
            <pc:sldMk cId="1225813917" sldId="305"/>
            <ac:spMk id="2" creationId="{3DF2A630-9850-5FAE-9086-871E41D1C2A2}"/>
          </ac:spMkLst>
        </pc:spChg>
        <pc:spChg chg="add mod">
          <ac:chgData name="髙田　陽斗" userId="349aba5d-2d55-469e-b606-bfbbf5033a9d" providerId="ADAL" clId="{F75CD730-4B93-4946-A438-1D617634E6A9}" dt="2024-07-25T03:28:35.031" v="3325"/>
          <ac:spMkLst>
            <pc:docMk/>
            <pc:sldMk cId="1225813917" sldId="305"/>
            <ac:spMk id="3" creationId="{5942AAFA-DCC9-DB7B-F74C-2899C6F986DC}"/>
          </ac:spMkLst>
        </pc:spChg>
        <pc:spChg chg="add mod">
          <ac:chgData name="髙田　陽斗" userId="349aba5d-2d55-469e-b606-bfbbf5033a9d" providerId="ADAL" clId="{F75CD730-4B93-4946-A438-1D617634E6A9}" dt="2024-07-25T03:29:37.124" v="3332" actId="14100"/>
          <ac:spMkLst>
            <pc:docMk/>
            <pc:sldMk cId="1225813917" sldId="305"/>
            <ac:spMk id="4" creationId="{5A808F51-B614-6D02-F21D-764505EB2789}"/>
          </ac:spMkLst>
        </pc:spChg>
        <pc:spChg chg="add mod">
          <ac:chgData name="髙田　陽斗" userId="349aba5d-2d55-469e-b606-bfbbf5033a9d" providerId="ADAL" clId="{F75CD730-4B93-4946-A438-1D617634E6A9}" dt="2024-07-25T03:30:00.808" v="3349" actId="1076"/>
          <ac:spMkLst>
            <pc:docMk/>
            <pc:sldMk cId="1225813917" sldId="305"/>
            <ac:spMk id="5" creationId="{127BECC8-BAA5-3676-DAE4-D03FC3E99E8C}"/>
          </ac:spMkLst>
        </pc:spChg>
        <pc:spChg chg="add del mod">
          <ac:chgData name="髙田　陽斗" userId="349aba5d-2d55-469e-b606-bfbbf5033a9d" providerId="ADAL" clId="{F75CD730-4B93-4946-A438-1D617634E6A9}" dt="2024-07-25T03:30:05.736" v="3351" actId="478"/>
          <ac:spMkLst>
            <pc:docMk/>
            <pc:sldMk cId="1225813917" sldId="305"/>
            <ac:spMk id="6" creationId="{A0736CB0-9921-9D14-B465-5009481DA937}"/>
          </ac:spMkLst>
        </pc:spChg>
        <pc:spChg chg="add del mod">
          <ac:chgData name="髙田　陽斗" userId="349aba5d-2d55-469e-b606-bfbbf5033a9d" providerId="ADAL" clId="{F75CD730-4B93-4946-A438-1D617634E6A9}" dt="2024-07-25T03:30:19.788" v="3355" actId="478"/>
          <ac:spMkLst>
            <pc:docMk/>
            <pc:sldMk cId="1225813917" sldId="305"/>
            <ac:spMk id="7" creationId="{D1C2DC2C-D9E8-6C40-8BC0-A993E9A34E03}"/>
          </ac:spMkLst>
        </pc:spChg>
        <pc:spChg chg="add del mod">
          <ac:chgData name="髙田　陽斗" userId="349aba5d-2d55-469e-b606-bfbbf5033a9d" providerId="ADAL" clId="{F75CD730-4B93-4946-A438-1D617634E6A9}" dt="2024-07-25T03:30:19.788" v="3355" actId="478"/>
          <ac:spMkLst>
            <pc:docMk/>
            <pc:sldMk cId="1225813917" sldId="305"/>
            <ac:spMk id="8" creationId="{58178436-C662-487A-AB04-21990D1D6A3C}"/>
          </ac:spMkLst>
        </pc:spChg>
        <pc:spChg chg="add del mod">
          <ac:chgData name="髙田　陽斗" userId="349aba5d-2d55-469e-b606-bfbbf5033a9d" providerId="ADAL" clId="{F75CD730-4B93-4946-A438-1D617634E6A9}" dt="2024-07-25T03:30:04.461" v="3350" actId="478"/>
          <ac:spMkLst>
            <pc:docMk/>
            <pc:sldMk cId="1225813917" sldId="305"/>
            <ac:spMk id="9" creationId="{CB689C6C-182D-21E2-B4D5-3F9A0BD0622D}"/>
          </ac:spMkLst>
        </pc:spChg>
        <pc:spChg chg="add del mod">
          <ac:chgData name="髙田　陽斗" userId="349aba5d-2d55-469e-b606-bfbbf5033a9d" providerId="ADAL" clId="{F75CD730-4B93-4946-A438-1D617634E6A9}" dt="2024-07-25T03:30:04.461" v="3350" actId="478"/>
          <ac:spMkLst>
            <pc:docMk/>
            <pc:sldMk cId="1225813917" sldId="305"/>
            <ac:spMk id="10" creationId="{4A4BC212-CF61-EF2B-4F78-0C3972E435B1}"/>
          </ac:spMkLst>
        </pc:spChg>
        <pc:spChg chg="add del mod">
          <ac:chgData name="髙田　陽斗" userId="349aba5d-2d55-469e-b606-bfbbf5033a9d" providerId="ADAL" clId="{F75CD730-4B93-4946-A438-1D617634E6A9}" dt="2024-07-25T03:30:04.461" v="3350" actId="478"/>
          <ac:spMkLst>
            <pc:docMk/>
            <pc:sldMk cId="1225813917" sldId="305"/>
            <ac:spMk id="11" creationId="{6605B9EC-82F2-E303-487C-DE67895E240C}"/>
          </ac:spMkLst>
        </pc:spChg>
        <pc:spChg chg="add del mod">
          <ac:chgData name="髙田　陽斗" userId="349aba5d-2d55-469e-b606-bfbbf5033a9d" providerId="ADAL" clId="{F75CD730-4B93-4946-A438-1D617634E6A9}" dt="2024-07-25T03:30:04.461" v="3350" actId="478"/>
          <ac:spMkLst>
            <pc:docMk/>
            <pc:sldMk cId="1225813917" sldId="305"/>
            <ac:spMk id="12" creationId="{743B0A79-2D67-3B7F-D4E9-E310FA987280}"/>
          </ac:spMkLst>
        </pc:spChg>
        <pc:spChg chg="add del mod">
          <ac:chgData name="髙田　陽斗" userId="349aba5d-2d55-469e-b606-bfbbf5033a9d" providerId="ADAL" clId="{F75CD730-4B93-4946-A438-1D617634E6A9}" dt="2024-07-25T03:30:04.461" v="3350" actId="478"/>
          <ac:spMkLst>
            <pc:docMk/>
            <pc:sldMk cId="1225813917" sldId="305"/>
            <ac:spMk id="13" creationId="{490AC106-68E5-2D98-7A79-6559872F5BF8}"/>
          </ac:spMkLst>
        </pc:spChg>
        <pc:spChg chg="add del mod">
          <ac:chgData name="髙田　陽斗" userId="349aba5d-2d55-469e-b606-bfbbf5033a9d" providerId="ADAL" clId="{F75CD730-4B93-4946-A438-1D617634E6A9}" dt="2024-07-25T03:30:04.461" v="3350" actId="478"/>
          <ac:spMkLst>
            <pc:docMk/>
            <pc:sldMk cId="1225813917" sldId="305"/>
            <ac:spMk id="14" creationId="{FF2DBDD0-30A8-FA93-4A1D-10EB75B73F0E}"/>
          </ac:spMkLst>
        </pc:spChg>
        <pc:spChg chg="add del mod">
          <ac:chgData name="髙田　陽斗" userId="349aba5d-2d55-469e-b606-bfbbf5033a9d" providerId="ADAL" clId="{F75CD730-4B93-4946-A438-1D617634E6A9}" dt="2024-07-25T03:30:04.461" v="3350" actId="478"/>
          <ac:spMkLst>
            <pc:docMk/>
            <pc:sldMk cId="1225813917" sldId="305"/>
            <ac:spMk id="15" creationId="{4E2B51A2-C3AB-7BD3-EB1F-56AF2B34E44F}"/>
          </ac:spMkLst>
        </pc:spChg>
        <pc:spChg chg="add del mod">
          <ac:chgData name="髙田　陽斗" userId="349aba5d-2d55-469e-b606-bfbbf5033a9d" providerId="ADAL" clId="{F75CD730-4B93-4946-A438-1D617634E6A9}" dt="2024-07-25T03:30:04.461" v="3350" actId="478"/>
          <ac:spMkLst>
            <pc:docMk/>
            <pc:sldMk cId="1225813917" sldId="305"/>
            <ac:spMk id="16" creationId="{F2FFE4EF-ED1D-DC38-9C5F-DC28A44932D4}"/>
          </ac:spMkLst>
        </pc:spChg>
        <pc:spChg chg="add del mod">
          <ac:chgData name="髙田　陽斗" userId="349aba5d-2d55-469e-b606-bfbbf5033a9d" providerId="ADAL" clId="{F75CD730-4B93-4946-A438-1D617634E6A9}" dt="2024-07-25T03:30:08.951" v="3353" actId="478"/>
          <ac:spMkLst>
            <pc:docMk/>
            <pc:sldMk cId="1225813917" sldId="305"/>
            <ac:spMk id="17" creationId="{9B972208-43FA-7219-D4B4-429713BBEEDC}"/>
          </ac:spMkLst>
        </pc:spChg>
        <pc:spChg chg="add del mod">
          <ac:chgData name="髙田　陽斗" userId="349aba5d-2d55-469e-b606-bfbbf5033a9d" providerId="ADAL" clId="{F75CD730-4B93-4946-A438-1D617634E6A9}" dt="2024-07-25T03:30:10.937" v="3354" actId="478"/>
          <ac:spMkLst>
            <pc:docMk/>
            <pc:sldMk cId="1225813917" sldId="305"/>
            <ac:spMk id="18" creationId="{A778144A-554A-9890-7363-2C78CB21E686}"/>
          </ac:spMkLst>
        </pc:spChg>
        <pc:spChg chg="add mod">
          <ac:chgData name="髙田　陽斗" userId="349aba5d-2d55-469e-b606-bfbbf5033a9d" providerId="ADAL" clId="{F75CD730-4B93-4946-A438-1D617634E6A9}" dt="2024-07-25T03:30:43.166" v="3366" actId="20577"/>
          <ac:spMkLst>
            <pc:docMk/>
            <pc:sldMk cId="1225813917" sldId="305"/>
            <ac:spMk id="19" creationId="{AFB5BB08-3966-C464-EB2D-593D178D45E2}"/>
          </ac:spMkLst>
        </pc:spChg>
        <pc:spChg chg="add del mod">
          <ac:chgData name="髙田　陽斗" userId="349aba5d-2d55-469e-b606-bfbbf5033a9d" providerId="ADAL" clId="{F75CD730-4B93-4946-A438-1D617634E6A9}" dt="2024-07-25T03:30:53.256" v="3369" actId="478"/>
          <ac:spMkLst>
            <pc:docMk/>
            <pc:sldMk cId="1225813917" sldId="305"/>
            <ac:spMk id="20" creationId="{285C6DF7-EFB9-95BA-EFC1-27DF99DF1A8C}"/>
          </ac:spMkLst>
        </pc:spChg>
        <pc:spChg chg="add mod topLvl">
          <ac:chgData name="髙田　陽斗" userId="349aba5d-2d55-469e-b606-bfbbf5033a9d" providerId="ADAL" clId="{F75CD730-4B93-4946-A438-1D617634E6A9}" dt="2024-07-25T03:38:45.859" v="3620" actId="165"/>
          <ac:spMkLst>
            <pc:docMk/>
            <pc:sldMk cId="1225813917" sldId="305"/>
            <ac:spMk id="21" creationId="{6925208C-9291-F251-5FC8-E8824699218B}"/>
          </ac:spMkLst>
        </pc:spChg>
        <pc:spChg chg="add mod topLvl">
          <ac:chgData name="髙田　陽斗" userId="349aba5d-2d55-469e-b606-bfbbf5033a9d" providerId="ADAL" clId="{F75CD730-4B93-4946-A438-1D617634E6A9}" dt="2024-07-25T03:38:45.859" v="3620" actId="165"/>
          <ac:spMkLst>
            <pc:docMk/>
            <pc:sldMk cId="1225813917" sldId="305"/>
            <ac:spMk id="22" creationId="{C6EA9AED-DAAD-1252-C3D4-C09947828810}"/>
          </ac:spMkLst>
        </pc:spChg>
        <pc:spChg chg="add mod">
          <ac:chgData name="髙田　陽斗" userId="349aba5d-2d55-469e-b606-bfbbf5033a9d" providerId="ADAL" clId="{F75CD730-4B93-4946-A438-1D617634E6A9}" dt="2024-07-25T03:35:28.216" v="3466" actId="20577"/>
          <ac:spMkLst>
            <pc:docMk/>
            <pc:sldMk cId="1225813917" sldId="305"/>
            <ac:spMk id="23" creationId="{4F6A4175-C297-BB4D-8C43-C6684388F0A1}"/>
          </ac:spMkLst>
        </pc:spChg>
        <pc:spChg chg="mod">
          <ac:chgData name="髙田　陽斗" userId="349aba5d-2d55-469e-b606-bfbbf5033a9d" providerId="ADAL" clId="{F75CD730-4B93-4946-A438-1D617634E6A9}" dt="2024-07-25T03:33:03.648" v="3430" actId="1076"/>
          <ac:spMkLst>
            <pc:docMk/>
            <pc:sldMk cId="1225813917" sldId="305"/>
            <ac:spMk id="26" creationId="{77FE98C0-25EF-36DA-32CD-3604072A0485}"/>
          </ac:spMkLst>
        </pc:spChg>
        <pc:spChg chg="mod">
          <ac:chgData name="髙田　陽斗" userId="349aba5d-2d55-469e-b606-bfbbf5033a9d" providerId="ADAL" clId="{F75CD730-4B93-4946-A438-1D617634E6A9}" dt="2024-07-25T03:32:45.504" v="3424"/>
          <ac:spMkLst>
            <pc:docMk/>
            <pc:sldMk cId="1225813917" sldId="305"/>
            <ac:spMk id="27" creationId="{52ED5B22-631F-4943-6191-10EFBC597894}"/>
          </ac:spMkLst>
        </pc:spChg>
        <pc:spChg chg="mod topLvl">
          <ac:chgData name="髙田　陽斗" userId="349aba5d-2d55-469e-b606-bfbbf5033a9d" providerId="ADAL" clId="{F75CD730-4B93-4946-A438-1D617634E6A9}" dt="2024-07-25T03:38:55.548" v="3621" actId="165"/>
          <ac:spMkLst>
            <pc:docMk/>
            <pc:sldMk cId="1225813917" sldId="305"/>
            <ac:spMk id="29" creationId="{FCF44B5D-4A56-B928-E171-24B2ACC94D45}"/>
          </ac:spMkLst>
        </pc:spChg>
        <pc:spChg chg="mod topLvl">
          <ac:chgData name="髙田　陽斗" userId="349aba5d-2d55-469e-b606-bfbbf5033a9d" providerId="ADAL" clId="{F75CD730-4B93-4946-A438-1D617634E6A9}" dt="2024-07-25T03:38:55.548" v="3621" actId="165"/>
          <ac:spMkLst>
            <pc:docMk/>
            <pc:sldMk cId="1225813917" sldId="305"/>
            <ac:spMk id="30" creationId="{8DF4E321-1677-1E64-D55C-F591184BFA6A}"/>
          </ac:spMkLst>
        </pc:spChg>
        <pc:spChg chg="mod topLvl">
          <ac:chgData name="髙田　陽斗" userId="349aba5d-2d55-469e-b606-bfbbf5033a9d" providerId="ADAL" clId="{F75CD730-4B93-4946-A438-1D617634E6A9}" dt="2024-07-25T03:38:58.807" v="3622" actId="165"/>
          <ac:spMkLst>
            <pc:docMk/>
            <pc:sldMk cId="1225813917" sldId="305"/>
            <ac:spMk id="32" creationId="{9DDB01EB-B99A-9F8A-0EFE-2C636528DC67}"/>
          </ac:spMkLst>
        </pc:spChg>
        <pc:spChg chg="mod topLvl">
          <ac:chgData name="髙田　陽斗" userId="349aba5d-2d55-469e-b606-bfbbf5033a9d" providerId="ADAL" clId="{F75CD730-4B93-4946-A438-1D617634E6A9}" dt="2024-07-25T03:38:58.807" v="3622" actId="165"/>
          <ac:spMkLst>
            <pc:docMk/>
            <pc:sldMk cId="1225813917" sldId="305"/>
            <ac:spMk id="33" creationId="{FA4D318D-0558-A78F-3A36-FEB19A93C5D7}"/>
          </ac:spMkLst>
        </pc:spChg>
        <pc:spChg chg="add mod">
          <ac:chgData name="髙田　陽斗" userId="349aba5d-2d55-469e-b606-bfbbf5033a9d" providerId="ADAL" clId="{F75CD730-4B93-4946-A438-1D617634E6A9}" dt="2024-07-25T03:35:38.146" v="3481" actId="20577"/>
          <ac:spMkLst>
            <pc:docMk/>
            <pc:sldMk cId="1225813917" sldId="305"/>
            <ac:spMk id="34" creationId="{3D3D1198-F8B9-9F12-5C6F-ADA4E12AF9E0}"/>
          </ac:spMkLst>
        </pc:spChg>
        <pc:spChg chg="add mod">
          <ac:chgData name="髙田　陽斗" userId="349aba5d-2d55-469e-b606-bfbbf5033a9d" providerId="ADAL" clId="{F75CD730-4B93-4946-A438-1D617634E6A9}" dt="2024-07-25T03:35:48.736" v="3508" actId="20577"/>
          <ac:spMkLst>
            <pc:docMk/>
            <pc:sldMk cId="1225813917" sldId="305"/>
            <ac:spMk id="35" creationId="{38F3D356-14F7-94F6-4ECA-85B1E9DE70C3}"/>
          </ac:spMkLst>
        </pc:spChg>
        <pc:spChg chg="mod topLvl">
          <ac:chgData name="髙田　陽斗" userId="349aba5d-2d55-469e-b606-bfbbf5033a9d" providerId="ADAL" clId="{F75CD730-4B93-4946-A438-1D617634E6A9}" dt="2024-07-25T03:39:02.967" v="3623" actId="165"/>
          <ac:spMkLst>
            <pc:docMk/>
            <pc:sldMk cId="1225813917" sldId="305"/>
            <ac:spMk id="37" creationId="{C0184250-38D1-1DD3-2C94-D0253735594D}"/>
          </ac:spMkLst>
        </pc:spChg>
        <pc:spChg chg="mod topLvl">
          <ac:chgData name="髙田　陽斗" userId="349aba5d-2d55-469e-b606-bfbbf5033a9d" providerId="ADAL" clId="{F75CD730-4B93-4946-A438-1D617634E6A9}" dt="2024-07-25T03:39:02.967" v="3623" actId="165"/>
          <ac:spMkLst>
            <pc:docMk/>
            <pc:sldMk cId="1225813917" sldId="305"/>
            <ac:spMk id="38" creationId="{17B96481-1287-DF2C-F65A-F96CF4BF0DE0}"/>
          </ac:spMkLst>
        </pc:spChg>
        <pc:spChg chg="add mod">
          <ac:chgData name="髙田　陽斗" userId="349aba5d-2d55-469e-b606-bfbbf5033a9d" providerId="ADAL" clId="{F75CD730-4B93-4946-A438-1D617634E6A9}" dt="2024-07-25T03:35:11.318" v="3455" actId="1076"/>
          <ac:spMkLst>
            <pc:docMk/>
            <pc:sldMk cId="1225813917" sldId="305"/>
            <ac:spMk id="39" creationId="{5463B53D-7E9A-DA27-B188-82D066444F78}"/>
          </ac:spMkLst>
        </pc:spChg>
        <pc:spChg chg="add mod">
          <ac:chgData name="髙田　陽斗" userId="349aba5d-2d55-469e-b606-bfbbf5033a9d" providerId="ADAL" clId="{F75CD730-4B93-4946-A438-1D617634E6A9}" dt="2024-07-25T03:35:11.318" v="3455" actId="1076"/>
          <ac:spMkLst>
            <pc:docMk/>
            <pc:sldMk cId="1225813917" sldId="305"/>
            <ac:spMk id="40" creationId="{01BB8068-514E-72B4-F69C-B3731924A5C8}"/>
          </ac:spMkLst>
        </pc:spChg>
        <pc:spChg chg="add mod">
          <ac:chgData name="髙田　陽斗" userId="349aba5d-2d55-469e-b606-bfbbf5033a9d" providerId="ADAL" clId="{F75CD730-4B93-4946-A438-1D617634E6A9}" dt="2024-07-25T03:35:11.318" v="3455" actId="1076"/>
          <ac:spMkLst>
            <pc:docMk/>
            <pc:sldMk cId="1225813917" sldId="305"/>
            <ac:spMk id="41" creationId="{86F1995F-3E0F-1B9C-01FB-47357628767A}"/>
          </ac:spMkLst>
        </pc:spChg>
        <pc:spChg chg="add mod">
          <ac:chgData name="髙田　陽斗" userId="349aba5d-2d55-469e-b606-bfbbf5033a9d" providerId="ADAL" clId="{F75CD730-4B93-4946-A438-1D617634E6A9}" dt="2024-07-25T03:44:22.169" v="3717" actId="1076"/>
          <ac:spMkLst>
            <pc:docMk/>
            <pc:sldMk cId="1225813917" sldId="305"/>
            <ac:spMk id="42" creationId="{F328C790-5948-DC48-7AC8-333B64526F9B}"/>
          </ac:spMkLst>
        </pc:spChg>
        <pc:spChg chg="add mod">
          <ac:chgData name="髙田　陽斗" userId="349aba5d-2d55-469e-b606-bfbbf5033a9d" providerId="ADAL" clId="{F75CD730-4B93-4946-A438-1D617634E6A9}" dt="2024-07-25T03:43:55.305" v="3710" actId="20577"/>
          <ac:spMkLst>
            <pc:docMk/>
            <pc:sldMk cId="1225813917" sldId="305"/>
            <ac:spMk id="43" creationId="{E6CE0EB9-4982-BD59-EB86-832C3522EBF7}"/>
          </ac:spMkLst>
        </pc:spChg>
        <pc:spChg chg="add mod">
          <ac:chgData name="髙田　陽斗" userId="349aba5d-2d55-469e-b606-bfbbf5033a9d" providerId="ADAL" clId="{F75CD730-4B93-4946-A438-1D617634E6A9}" dt="2024-07-25T03:43:41.435" v="3690" actId="1076"/>
          <ac:spMkLst>
            <pc:docMk/>
            <pc:sldMk cId="1225813917" sldId="305"/>
            <ac:spMk id="44" creationId="{95E2B6E3-70E1-097B-669F-7A09B5F08A58}"/>
          </ac:spMkLst>
        </pc:spChg>
        <pc:spChg chg="add mod">
          <ac:chgData name="髙田　陽斗" userId="349aba5d-2d55-469e-b606-bfbbf5033a9d" providerId="ADAL" clId="{F75CD730-4B93-4946-A438-1D617634E6A9}" dt="2024-07-25T03:44:41.299" v="3719" actId="1076"/>
          <ac:spMkLst>
            <pc:docMk/>
            <pc:sldMk cId="1225813917" sldId="305"/>
            <ac:spMk id="45" creationId="{EC26567B-D005-56E3-5DE4-3B8C847CBE88}"/>
          </ac:spMkLst>
        </pc:spChg>
        <pc:spChg chg="add mod">
          <ac:chgData name="髙田　陽斗" userId="349aba5d-2d55-469e-b606-bfbbf5033a9d" providerId="ADAL" clId="{F75CD730-4B93-4946-A438-1D617634E6A9}" dt="2024-07-25T03:45:28.842" v="3725" actId="1076"/>
          <ac:spMkLst>
            <pc:docMk/>
            <pc:sldMk cId="1225813917" sldId="305"/>
            <ac:spMk id="46" creationId="{B12E9ED7-2EB7-CA28-0CBA-BFE99B61417E}"/>
          </ac:spMkLst>
        </pc:spChg>
        <pc:grpChg chg="add del mod">
          <ac:chgData name="髙田　陽斗" userId="349aba5d-2d55-469e-b606-bfbbf5033a9d" providerId="ADAL" clId="{F75CD730-4B93-4946-A438-1D617634E6A9}" dt="2024-07-25T03:38:45.859" v="3620" actId="165"/>
          <ac:grpSpMkLst>
            <pc:docMk/>
            <pc:sldMk cId="1225813917" sldId="305"/>
            <ac:grpSpMk id="24" creationId="{7C49B3AF-F387-4BD9-2DAF-3A7236C5A20A}"/>
          </ac:grpSpMkLst>
        </pc:grpChg>
        <pc:grpChg chg="add mod">
          <ac:chgData name="髙田　陽斗" userId="349aba5d-2d55-469e-b606-bfbbf5033a9d" providerId="ADAL" clId="{F75CD730-4B93-4946-A438-1D617634E6A9}" dt="2024-07-25T03:32:45.504" v="3424"/>
          <ac:grpSpMkLst>
            <pc:docMk/>
            <pc:sldMk cId="1225813917" sldId="305"/>
            <ac:grpSpMk id="25" creationId="{FC76DF1E-5201-7793-B012-1815133A2DA1}"/>
          </ac:grpSpMkLst>
        </pc:grpChg>
        <pc:grpChg chg="add del mod">
          <ac:chgData name="髙田　陽斗" userId="349aba5d-2d55-469e-b606-bfbbf5033a9d" providerId="ADAL" clId="{F75CD730-4B93-4946-A438-1D617634E6A9}" dt="2024-07-25T03:38:55.548" v="3621" actId="165"/>
          <ac:grpSpMkLst>
            <pc:docMk/>
            <pc:sldMk cId="1225813917" sldId="305"/>
            <ac:grpSpMk id="28" creationId="{A10DDD32-2EA6-87C8-A477-F043E9BA72B7}"/>
          </ac:grpSpMkLst>
        </pc:grpChg>
        <pc:grpChg chg="add del mod">
          <ac:chgData name="髙田　陽斗" userId="349aba5d-2d55-469e-b606-bfbbf5033a9d" providerId="ADAL" clId="{F75CD730-4B93-4946-A438-1D617634E6A9}" dt="2024-07-25T03:38:58.807" v="3622" actId="165"/>
          <ac:grpSpMkLst>
            <pc:docMk/>
            <pc:sldMk cId="1225813917" sldId="305"/>
            <ac:grpSpMk id="31" creationId="{D9FA9099-91F2-F5C7-5A24-1B655242EB2B}"/>
          </ac:grpSpMkLst>
        </pc:grpChg>
        <pc:grpChg chg="add del mod">
          <ac:chgData name="髙田　陽斗" userId="349aba5d-2d55-469e-b606-bfbbf5033a9d" providerId="ADAL" clId="{F75CD730-4B93-4946-A438-1D617634E6A9}" dt="2024-07-25T03:39:02.967" v="3623" actId="165"/>
          <ac:grpSpMkLst>
            <pc:docMk/>
            <pc:sldMk cId="1225813917" sldId="305"/>
            <ac:grpSpMk id="36" creationId="{EE100EB3-2A93-909D-DB07-1D07D17FA261}"/>
          </ac:grpSpMkLst>
        </pc:grpChg>
      </pc:sldChg>
      <pc:sldChg chg="addSp delSp modSp new mod modTransition delAnim modAnim">
        <pc:chgData name="髙田　陽斗" userId="349aba5d-2d55-469e-b606-bfbbf5033a9d" providerId="ADAL" clId="{F75CD730-4B93-4946-A438-1D617634E6A9}" dt="2024-07-26T01:39:02.619" v="5428"/>
        <pc:sldMkLst>
          <pc:docMk/>
          <pc:sldMk cId="1397466192" sldId="306"/>
        </pc:sldMkLst>
        <pc:spChg chg="add mod">
          <ac:chgData name="髙田　陽斗" userId="349aba5d-2d55-469e-b606-bfbbf5033a9d" providerId="ADAL" clId="{F75CD730-4B93-4946-A438-1D617634E6A9}" dt="2024-07-25T03:46:36.014" v="3726"/>
          <ac:spMkLst>
            <pc:docMk/>
            <pc:sldMk cId="1397466192" sldId="306"/>
            <ac:spMk id="2" creationId="{0A3932B0-F596-25F0-F4CE-452C7509B3EC}"/>
          </ac:spMkLst>
        </pc:spChg>
        <pc:spChg chg="add mod">
          <ac:chgData name="髙田　陽斗" userId="349aba5d-2d55-469e-b606-bfbbf5033a9d" providerId="ADAL" clId="{F75CD730-4B93-4946-A438-1D617634E6A9}" dt="2024-07-25T03:46:36.014" v="3726"/>
          <ac:spMkLst>
            <pc:docMk/>
            <pc:sldMk cId="1397466192" sldId="306"/>
            <ac:spMk id="3" creationId="{47B2A71D-E0E7-CC93-74D9-FE6D7B17A2E2}"/>
          </ac:spMkLst>
        </pc:spChg>
        <pc:spChg chg="add mod">
          <ac:chgData name="髙田　陽斗" userId="349aba5d-2d55-469e-b606-bfbbf5033a9d" providerId="ADAL" clId="{F75CD730-4B93-4946-A438-1D617634E6A9}" dt="2024-07-25T03:46:36.014" v="3726"/>
          <ac:spMkLst>
            <pc:docMk/>
            <pc:sldMk cId="1397466192" sldId="306"/>
            <ac:spMk id="4" creationId="{7A373903-985E-A40A-1FC4-E24A6B8C329C}"/>
          </ac:spMkLst>
        </pc:spChg>
        <pc:spChg chg="add mod">
          <ac:chgData name="髙田　陽斗" userId="349aba5d-2d55-469e-b606-bfbbf5033a9d" providerId="ADAL" clId="{F75CD730-4B93-4946-A438-1D617634E6A9}" dt="2024-07-25T03:47:36.850" v="3771" actId="1076"/>
          <ac:spMkLst>
            <pc:docMk/>
            <pc:sldMk cId="1397466192" sldId="306"/>
            <ac:spMk id="5" creationId="{4177ADA2-E19B-FB23-5030-D166589CE392}"/>
          </ac:spMkLst>
        </pc:spChg>
        <pc:spChg chg="add del mod">
          <ac:chgData name="髙田　陽斗" userId="349aba5d-2d55-469e-b606-bfbbf5033a9d" providerId="ADAL" clId="{F75CD730-4B93-4946-A438-1D617634E6A9}" dt="2024-07-25T03:47:10.318" v="3729" actId="478"/>
          <ac:spMkLst>
            <pc:docMk/>
            <pc:sldMk cId="1397466192" sldId="306"/>
            <ac:spMk id="6" creationId="{5EF10E4F-209E-8D31-900A-3E649BD8B2FD}"/>
          </ac:spMkLst>
        </pc:spChg>
        <pc:spChg chg="add mod">
          <ac:chgData name="髙田　陽斗" userId="349aba5d-2d55-469e-b606-bfbbf5033a9d" providerId="ADAL" clId="{F75CD730-4B93-4946-A438-1D617634E6A9}" dt="2024-07-25T04:36:20.894" v="3823" actId="1076"/>
          <ac:spMkLst>
            <pc:docMk/>
            <pc:sldMk cId="1397466192" sldId="306"/>
            <ac:spMk id="6" creationId="{6908ABAC-855C-3C0C-B775-DB3FBEE6B802}"/>
          </ac:spMkLst>
        </pc:spChg>
        <pc:spChg chg="add mod">
          <ac:chgData name="髙田　陽斗" userId="349aba5d-2d55-469e-b606-bfbbf5033a9d" providerId="ADAL" clId="{F75CD730-4B93-4946-A438-1D617634E6A9}" dt="2024-07-25T03:48:59.940" v="3820" actId="1076"/>
          <ac:spMkLst>
            <pc:docMk/>
            <pc:sldMk cId="1397466192" sldId="306"/>
            <ac:spMk id="7" creationId="{BBE8C4FA-E44E-22CA-C254-CFBC3F2B4923}"/>
          </ac:spMkLst>
        </pc:spChg>
        <pc:spChg chg="add mod">
          <ac:chgData name="髙田　陽斗" userId="349aba5d-2d55-469e-b606-bfbbf5033a9d" providerId="ADAL" clId="{F75CD730-4B93-4946-A438-1D617634E6A9}" dt="2024-07-25T03:48:59.940" v="3820" actId="1076"/>
          <ac:spMkLst>
            <pc:docMk/>
            <pc:sldMk cId="1397466192" sldId="306"/>
            <ac:spMk id="8" creationId="{3DA693AE-26F9-BEA0-BE7B-5CA24ED3BAB0}"/>
          </ac:spMkLst>
        </pc:spChg>
        <pc:spChg chg="add del mod">
          <ac:chgData name="髙田　陽斗" userId="349aba5d-2d55-469e-b606-bfbbf5033a9d" providerId="ADAL" clId="{F75CD730-4B93-4946-A438-1D617634E6A9}" dt="2024-07-25T03:47:10.318" v="3729" actId="478"/>
          <ac:spMkLst>
            <pc:docMk/>
            <pc:sldMk cId="1397466192" sldId="306"/>
            <ac:spMk id="9" creationId="{DD6FD6BF-A849-F8EC-3E74-5F4A17CBD86A}"/>
          </ac:spMkLst>
        </pc:spChg>
        <pc:spChg chg="add del mod">
          <ac:chgData name="髙田　陽斗" userId="349aba5d-2d55-469e-b606-bfbbf5033a9d" providerId="ADAL" clId="{F75CD730-4B93-4946-A438-1D617634E6A9}" dt="2024-07-25T03:47:10.318" v="3729" actId="478"/>
          <ac:spMkLst>
            <pc:docMk/>
            <pc:sldMk cId="1397466192" sldId="306"/>
            <ac:spMk id="10" creationId="{A7A54C90-457D-E022-69EE-D746985BCDF7}"/>
          </ac:spMkLst>
        </pc:spChg>
        <pc:spChg chg="add del mod">
          <ac:chgData name="髙田　陽斗" userId="349aba5d-2d55-469e-b606-bfbbf5033a9d" providerId="ADAL" clId="{F75CD730-4B93-4946-A438-1D617634E6A9}" dt="2024-07-25T03:47:10.318" v="3729" actId="478"/>
          <ac:spMkLst>
            <pc:docMk/>
            <pc:sldMk cId="1397466192" sldId="306"/>
            <ac:spMk id="11" creationId="{76C47D1F-E90C-DD70-4FF4-6647F3D644A3}"/>
          </ac:spMkLst>
        </pc:spChg>
        <pc:spChg chg="add del mod">
          <ac:chgData name="髙田　陽斗" userId="349aba5d-2d55-469e-b606-bfbbf5033a9d" providerId="ADAL" clId="{F75CD730-4B93-4946-A438-1D617634E6A9}" dt="2024-07-25T03:47:10.318" v="3729" actId="478"/>
          <ac:spMkLst>
            <pc:docMk/>
            <pc:sldMk cId="1397466192" sldId="306"/>
            <ac:spMk id="12" creationId="{ADC481A1-D68C-866D-10C6-1FDE454EE4DB}"/>
          </ac:spMkLst>
        </pc:spChg>
        <pc:spChg chg="add del mod">
          <ac:chgData name="髙田　陽斗" userId="349aba5d-2d55-469e-b606-bfbbf5033a9d" providerId="ADAL" clId="{F75CD730-4B93-4946-A438-1D617634E6A9}" dt="2024-07-25T03:47:10.318" v="3729" actId="478"/>
          <ac:spMkLst>
            <pc:docMk/>
            <pc:sldMk cId="1397466192" sldId="306"/>
            <ac:spMk id="13" creationId="{DDD97C18-C9E5-E1E8-102C-98A93C02E0F5}"/>
          </ac:spMkLst>
        </pc:spChg>
        <pc:spChg chg="add del mod">
          <ac:chgData name="髙田　陽斗" userId="349aba5d-2d55-469e-b606-bfbbf5033a9d" providerId="ADAL" clId="{F75CD730-4B93-4946-A438-1D617634E6A9}" dt="2024-07-25T03:46:55.682" v="3727" actId="478"/>
          <ac:spMkLst>
            <pc:docMk/>
            <pc:sldMk cId="1397466192" sldId="306"/>
            <ac:spMk id="14" creationId="{031D4502-7011-6054-9EA6-8DCA61DB787E}"/>
          </ac:spMkLst>
        </pc:spChg>
        <pc:spChg chg="add del mod">
          <ac:chgData name="髙田　陽斗" userId="349aba5d-2d55-469e-b606-bfbbf5033a9d" providerId="ADAL" clId="{F75CD730-4B93-4946-A438-1D617634E6A9}" dt="2024-07-25T03:46:55.682" v="3727" actId="478"/>
          <ac:spMkLst>
            <pc:docMk/>
            <pc:sldMk cId="1397466192" sldId="306"/>
            <ac:spMk id="15" creationId="{80B77200-2BFF-AC23-A3FF-F387ED18F036}"/>
          </ac:spMkLst>
        </pc:spChg>
        <pc:spChg chg="add del mod">
          <ac:chgData name="髙田　陽斗" userId="349aba5d-2d55-469e-b606-bfbbf5033a9d" providerId="ADAL" clId="{F75CD730-4B93-4946-A438-1D617634E6A9}" dt="2024-07-25T03:47:10.318" v="3729" actId="478"/>
          <ac:spMkLst>
            <pc:docMk/>
            <pc:sldMk cId="1397466192" sldId="306"/>
            <ac:spMk id="16" creationId="{632D48A8-6722-642E-C8E0-AFB0440A3596}"/>
          </ac:spMkLst>
        </pc:spChg>
        <pc:spChg chg="add mod">
          <ac:chgData name="髙田　陽斗" userId="349aba5d-2d55-469e-b606-bfbbf5033a9d" providerId="ADAL" clId="{F75CD730-4B93-4946-A438-1D617634E6A9}" dt="2024-07-25T03:47:55.923" v="3773" actId="1076"/>
          <ac:spMkLst>
            <pc:docMk/>
            <pc:sldMk cId="1397466192" sldId="306"/>
            <ac:spMk id="17" creationId="{2672D185-03FD-BFFE-AD4E-EEDAB2E97B65}"/>
          </ac:spMkLst>
        </pc:spChg>
        <pc:spChg chg="add mod">
          <ac:chgData name="髙田　陽斗" userId="349aba5d-2d55-469e-b606-bfbbf5033a9d" providerId="ADAL" clId="{F75CD730-4B93-4946-A438-1D617634E6A9}" dt="2024-07-25T03:48:25.940" v="3811" actId="113"/>
          <ac:spMkLst>
            <pc:docMk/>
            <pc:sldMk cId="1397466192" sldId="306"/>
            <ac:spMk id="18" creationId="{D41810BC-1F48-39F9-EA3C-52117961C4BF}"/>
          </ac:spMkLst>
        </pc:spChg>
        <pc:spChg chg="add mod">
          <ac:chgData name="髙田　陽斗" userId="349aba5d-2d55-469e-b606-bfbbf5033a9d" providerId="ADAL" clId="{F75CD730-4B93-4946-A438-1D617634E6A9}" dt="2024-07-25T03:48:54.474" v="3819" actId="1076"/>
          <ac:spMkLst>
            <pc:docMk/>
            <pc:sldMk cId="1397466192" sldId="306"/>
            <ac:spMk id="19" creationId="{2A4EB9A2-337F-6E19-B69E-56DF9D77E732}"/>
          </ac:spMkLst>
        </pc:spChg>
      </pc:sldChg>
      <pc:sldChg chg="addSp modSp new mod modTransition modAnim">
        <pc:chgData name="髙田　陽斗" userId="349aba5d-2d55-469e-b606-bfbbf5033a9d" providerId="ADAL" clId="{F75CD730-4B93-4946-A438-1D617634E6A9}" dt="2024-07-26T01:39:18.412" v="5433"/>
        <pc:sldMkLst>
          <pc:docMk/>
          <pc:sldMk cId="4123457791" sldId="307"/>
        </pc:sldMkLst>
        <pc:spChg chg="add mod">
          <ac:chgData name="髙田　陽斗" userId="349aba5d-2d55-469e-b606-bfbbf5033a9d" providerId="ADAL" clId="{F75CD730-4B93-4946-A438-1D617634E6A9}" dt="2024-07-25T04:36:50.511" v="3824"/>
          <ac:spMkLst>
            <pc:docMk/>
            <pc:sldMk cId="4123457791" sldId="307"/>
            <ac:spMk id="2" creationId="{D49F0F45-A83E-35B7-1A14-C6A9E9A9AE9E}"/>
          </ac:spMkLst>
        </pc:spChg>
        <pc:spChg chg="add mod">
          <ac:chgData name="髙田　陽斗" userId="349aba5d-2d55-469e-b606-bfbbf5033a9d" providerId="ADAL" clId="{F75CD730-4B93-4946-A438-1D617634E6A9}" dt="2024-07-25T04:36:50.511" v="3824"/>
          <ac:spMkLst>
            <pc:docMk/>
            <pc:sldMk cId="4123457791" sldId="307"/>
            <ac:spMk id="3" creationId="{16E16080-15E0-3FFD-7197-3A86C6CD4445}"/>
          </ac:spMkLst>
        </pc:spChg>
        <pc:spChg chg="add mod">
          <ac:chgData name="髙田　陽斗" userId="349aba5d-2d55-469e-b606-bfbbf5033a9d" providerId="ADAL" clId="{F75CD730-4B93-4946-A438-1D617634E6A9}" dt="2024-07-25T04:36:50.511" v="3824"/>
          <ac:spMkLst>
            <pc:docMk/>
            <pc:sldMk cId="4123457791" sldId="307"/>
            <ac:spMk id="4" creationId="{719584A4-A9BB-1DDC-73B9-CE1E953AE76A}"/>
          </ac:spMkLst>
        </pc:spChg>
        <pc:spChg chg="add mod">
          <ac:chgData name="髙田　陽斗" userId="349aba5d-2d55-469e-b606-bfbbf5033a9d" providerId="ADAL" clId="{F75CD730-4B93-4946-A438-1D617634E6A9}" dt="2024-07-25T04:36:50.511" v="3824"/>
          <ac:spMkLst>
            <pc:docMk/>
            <pc:sldMk cId="4123457791" sldId="307"/>
            <ac:spMk id="5" creationId="{2E4FEEF3-1C08-AD02-688D-71A1DD1E5E35}"/>
          </ac:spMkLst>
        </pc:spChg>
        <pc:spChg chg="add mod">
          <ac:chgData name="髙田　陽斗" userId="349aba5d-2d55-469e-b606-bfbbf5033a9d" providerId="ADAL" clId="{F75CD730-4B93-4946-A438-1D617634E6A9}" dt="2024-07-25T04:36:50.511" v="3824"/>
          <ac:spMkLst>
            <pc:docMk/>
            <pc:sldMk cId="4123457791" sldId="307"/>
            <ac:spMk id="6" creationId="{A7B8ADB7-3701-1877-AAA6-7150797FC634}"/>
          </ac:spMkLst>
        </pc:spChg>
        <pc:spChg chg="add mod">
          <ac:chgData name="髙田　陽斗" userId="349aba5d-2d55-469e-b606-bfbbf5033a9d" providerId="ADAL" clId="{F75CD730-4B93-4946-A438-1D617634E6A9}" dt="2024-07-25T04:36:50.511" v="3824"/>
          <ac:spMkLst>
            <pc:docMk/>
            <pc:sldMk cId="4123457791" sldId="307"/>
            <ac:spMk id="7" creationId="{C71450F8-4DC3-389F-6ACA-F1851587F3EF}"/>
          </ac:spMkLst>
        </pc:spChg>
        <pc:spChg chg="add mod">
          <ac:chgData name="髙田　陽斗" userId="349aba5d-2d55-469e-b606-bfbbf5033a9d" providerId="ADAL" clId="{F75CD730-4B93-4946-A438-1D617634E6A9}" dt="2024-07-25T04:36:50.511" v="3824"/>
          <ac:spMkLst>
            <pc:docMk/>
            <pc:sldMk cId="4123457791" sldId="307"/>
            <ac:spMk id="8" creationId="{A2E68D98-D1AB-2C1B-2E79-6D534E39FB40}"/>
          </ac:spMkLst>
        </pc:spChg>
        <pc:spChg chg="add mod">
          <ac:chgData name="髙田　陽斗" userId="349aba5d-2d55-469e-b606-bfbbf5033a9d" providerId="ADAL" clId="{F75CD730-4B93-4946-A438-1D617634E6A9}" dt="2024-07-25T04:36:50.511" v="3824"/>
          <ac:spMkLst>
            <pc:docMk/>
            <pc:sldMk cId="4123457791" sldId="307"/>
            <ac:spMk id="9" creationId="{EFD19611-4CBA-F5BA-5151-669198D8C1D3}"/>
          </ac:spMkLst>
        </pc:spChg>
        <pc:spChg chg="add mod">
          <ac:chgData name="髙田　陽斗" userId="349aba5d-2d55-469e-b606-bfbbf5033a9d" providerId="ADAL" clId="{F75CD730-4B93-4946-A438-1D617634E6A9}" dt="2024-07-25T04:36:50.511" v="3824"/>
          <ac:spMkLst>
            <pc:docMk/>
            <pc:sldMk cId="4123457791" sldId="307"/>
            <ac:spMk id="10" creationId="{09A59EF6-1A1C-F24C-E224-F6184D22FAD7}"/>
          </ac:spMkLst>
        </pc:spChg>
        <pc:spChg chg="add mod">
          <ac:chgData name="髙田　陽斗" userId="349aba5d-2d55-469e-b606-bfbbf5033a9d" providerId="ADAL" clId="{F75CD730-4B93-4946-A438-1D617634E6A9}" dt="2024-07-25T04:36:50.511" v="3824"/>
          <ac:spMkLst>
            <pc:docMk/>
            <pc:sldMk cId="4123457791" sldId="307"/>
            <ac:spMk id="11" creationId="{D2A0E9AC-C61F-345B-E932-92FE008360EE}"/>
          </ac:spMkLst>
        </pc:spChg>
        <pc:spChg chg="add mod">
          <ac:chgData name="髙田　陽斗" userId="349aba5d-2d55-469e-b606-bfbbf5033a9d" providerId="ADAL" clId="{F75CD730-4B93-4946-A438-1D617634E6A9}" dt="2024-07-25T04:36:50.511" v="3824"/>
          <ac:spMkLst>
            <pc:docMk/>
            <pc:sldMk cId="4123457791" sldId="307"/>
            <ac:spMk id="12" creationId="{2B3499F5-5742-5A53-AF56-DE11370B411D}"/>
          </ac:spMkLst>
        </pc:spChg>
        <pc:spChg chg="add mod">
          <ac:chgData name="髙田　陽斗" userId="349aba5d-2d55-469e-b606-bfbbf5033a9d" providerId="ADAL" clId="{F75CD730-4B93-4946-A438-1D617634E6A9}" dt="2024-07-25T04:36:50.511" v="3824"/>
          <ac:spMkLst>
            <pc:docMk/>
            <pc:sldMk cId="4123457791" sldId="307"/>
            <ac:spMk id="13" creationId="{A7130769-E0A9-E91E-A809-849C0AA25FC1}"/>
          </ac:spMkLst>
        </pc:spChg>
        <pc:spChg chg="add mod">
          <ac:chgData name="髙田　陽斗" userId="349aba5d-2d55-469e-b606-bfbbf5033a9d" providerId="ADAL" clId="{F75CD730-4B93-4946-A438-1D617634E6A9}" dt="2024-07-25T04:36:50.511" v="3824"/>
          <ac:spMkLst>
            <pc:docMk/>
            <pc:sldMk cId="4123457791" sldId="307"/>
            <ac:spMk id="14" creationId="{E23011A0-56E9-AE76-5394-B9DC0C6C5F1C}"/>
          </ac:spMkLst>
        </pc:spChg>
        <pc:spChg chg="add mod">
          <ac:chgData name="髙田　陽斗" userId="349aba5d-2d55-469e-b606-bfbbf5033a9d" providerId="ADAL" clId="{F75CD730-4B93-4946-A438-1D617634E6A9}" dt="2024-07-25T04:36:50.511" v="3824"/>
          <ac:spMkLst>
            <pc:docMk/>
            <pc:sldMk cId="4123457791" sldId="307"/>
            <ac:spMk id="15" creationId="{41C00E8D-4B89-289D-EC8B-E2C5439D7C51}"/>
          </ac:spMkLst>
        </pc:spChg>
        <pc:spChg chg="add mod">
          <ac:chgData name="髙田　陽斗" userId="349aba5d-2d55-469e-b606-bfbbf5033a9d" providerId="ADAL" clId="{F75CD730-4B93-4946-A438-1D617634E6A9}" dt="2024-07-25T04:36:50.511" v="3824"/>
          <ac:spMkLst>
            <pc:docMk/>
            <pc:sldMk cId="4123457791" sldId="307"/>
            <ac:spMk id="16" creationId="{D6F0DCD5-7AA1-3DCD-5F33-53C03DC0E095}"/>
          </ac:spMkLst>
        </pc:spChg>
        <pc:spChg chg="add mod">
          <ac:chgData name="髙田　陽斗" userId="349aba5d-2d55-469e-b606-bfbbf5033a9d" providerId="ADAL" clId="{F75CD730-4B93-4946-A438-1D617634E6A9}" dt="2024-07-25T04:36:50.511" v="3824"/>
          <ac:spMkLst>
            <pc:docMk/>
            <pc:sldMk cId="4123457791" sldId="307"/>
            <ac:spMk id="17" creationId="{08217B2F-B935-C9B5-07DA-9D2433740022}"/>
          </ac:spMkLst>
        </pc:spChg>
        <pc:spChg chg="add mod">
          <ac:chgData name="髙田　陽斗" userId="349aba5d-2d55-469e-b606-bfbbf5033a9d" providerId="ADAL" clId="{F75CD730-4B93-4946-A438-1D617634E6A9}" dt="2024-07-25T04:37:03.132" v="3826" actId="1076"/>
          <ac:spMkLst>
            <pc:docMk/>
            <pc:sldMk cId="4123457791" sldId="307"/>
            <ac:spMk id="18" creationId="{C4B8C705-0FBA-4E4A-DE64-A909FBB56918}"/>
          </ac:spMkLst>
        </pc:spChg>
        <pc:spChg chg="add mod">
          <ac:chgData name="髙田　陽斗" userId="349aba5d-2d55-469e-b606-bfbbf5033a9d" providerId="ADAL" clId="{F75CD730-4B93-4946-A438-1D617634E6A9}" dt="2024-07-25T04:39:13.535" v="3875" actId="1076"/>
          <ac:spMkLst>
            <pc:docMk/>
            <pc:sldMk cId="4123457791" sldId="307"/>
            <ac:spMk id="19" creationId="{EBDD2469-37D0-FB8F-01F3-EAEB6F2865A7}"/>
          </ac:spMkLst>
        </pc:spChg>
        <pc:spChg chg="add mod">
          <ac:chgData name="髙田　陽斗" userId="349aba5d-2d55-469e-b606-bfbbf5033a9d" providerId="ADAL" clId="{F75CD730-4B93-4946-A438-1D617634E6A9}" dt="2024-07-25T04:39:18.025" v="3876" actId="1076"/>
          <ac:spMkLst>
            <pc:docMk/>
            <pc:sldMk cId="4123457791" sldId="307"/>
            <ac:spMk id="20" creationId="{1ADB716E-3496-E58E-323D-29C94FE033BD}"/>
          </ac:spMkLst>
        </pc:spChg>
        <pc:spChg chg="add mod">
          <ac:chgData name="髙田　陽斗" userId="349aba5d-2d55-469e-b606-bfbbf5033a9d" providerId="ADAL" clId="{F75CD730-4B93-4946-A438-1D617634E6A9}" dt="2024-07-25T04:38:00.625" v="3864" actId="1076"/>
          <ac:spMkLst>
            <pc:docMk/>
            <pc:sldMk cId="4123457791" sldId="307"/>
            <ac:spMk id="21" creationId="{18D3BAB4-3EBC-C92B-5283-C53B40A6BCAA}"/>
          </ac:spMkLst>
        </pc:spChg>
      </pc:sldChg>
      <pc:sldChg chg="addSp delSp modSp new mod modTransition addAnim delAnim modAnim">
        <pc:chgData name="髙田　陽斗" userId="349aba5d-2d55-469e-b606-bfbbf5033a9d" providerId="ADAL" clId="{F75CD730-4B93-4946-A438-1D617634E6A9}" dt="2024-07-26T01:39:53.366" v="5440"/>
        <pc:sldMkLst>
          <pc:docMk/>
          <pc:sldMk cId="3898716292" sldId="308"/>
        </pc:sldMkLst>
        <pc:spChg chg="add del mod">
          <ac:chgData name="髙田　陽斗" userId="349aba5d-2d55-469e-b606-bfbbf5033a9d" providerId="ADAL" clId="{F75CD730-4B93-4946-A438-1D617634E6A9}" dt="2024-07-26T00:23:43.098" v="4747" actId="478"/>
          <ac:spMkLst>
            <pc:docMk/>
            <pc:sldMk cId="3898716292" sldId="308"/>
            <ac:spMk id="2" creationId="{45D6DF01-9F92-C973-80F8-C166086C3BE7}"/>
          </ac:spMkLst>
        </pc:spChg>
        <pc:spChg chg="add del mod">
          <ac:chgData name="髙田　陽斗" userId="349aba5d-2d55-469e-b606-bfbbf5033a9d" providerId="ADAL" clId="{F75CD730-4B93-4946-A438-1D617634E6A9}" dt="2024-07-26T00:23:43.098" v="4747" actId="478"/>
          <ac:spMkLst>
            <pc:docMk/>
            <pc:sldMk cId="3898716292" sldId="308"/>
            <ac:spMk id="3" creationId="{DB0703BF-F386-0DCB-C0B3-0FA20ABC7873}"/>
          </ac:spMkLst>
        </pc:spChg>
        <pc:spChg chg="add del mod">
          <ac:chgData name="髙田　陽斗" userId="349aba5d-2d55-469e-b606-bfbbf5033a9d" providerId="ADAL" clId="{F75CD730-4B93-4946-A438-1D617634E6A9}" dt="2024-07-26T00:23:43.098" v="4747" actId="478"/>
          <ac:spMkLst>
            <pc:docMk/>
            <pc:sldMk cId="3898716292" sldId="308"/>
            <ac:spMk id="4" creationId="{E9D96651-ECA7-F40F-3011-96598B3755DC}"/>
          </ac:spMkLst>
        </pc:spChg>
        <pc:spChg chg="add del mod">
          <ac:chgData name="髙田　陽斗" userId="349aba5d-2d55-469e-b606-bfbbf5033a9d" providerId="ADAL" clId="{F75CD730-4B93-4946-A438-1D617634E6A9}" dt="2024-07-26T00:23:43.098" v="4747" actId="478"/>
          <ac:spMkLst>
            <pc:docMk/>
            <pc:sldMk cId="3898716292" sldId="308"/>
            <ac:spMk id="5" creationId="{E07F815C-06A3-C3FE-6C78-EB566A2AA905}"/>
          </ac:spMkLst>
        </pc:spChg>
        <pc:spChg chg="add del mod">
          <ac:chgData name="髙田　陽斗" userId="349aba5d-2d55-469e-b606-bfbbf5033a9d" providerId="ADAL" clId="{F75CD730-4B93-4946-A438-1D617634E6A9}" dt="2024-07-26T00:23:43.098" v="4747" actId="478"/>
          <ac:spMkLst>
            <pc:docMk/>
            <pc:sldMk cId="3898716292" sldId="308"/>
            <ac:spMk id="6" creationId="{37EBD302-AECB-3CE6-6C6A-6CE71DA49515}"/>
          </ac:spMkLst>
        </pc:spChg>
        <pc:spChg chg="add del mod">
          <ac:chgData name="髙田　陽斗" userId="349aba5d-2d55-469e-b606-bfbbf5033a9d" providerId="ADAL" clId="{F75CD730-4B93-4946-A438-1D617634E6A9}" dt="2024-07-26T00:23:43.098" v="4747" actId="478"/>
          <ac:spMkLst>
            <pc:docMk/>
            <pc:sldMk cId="3898716292" sldId="308"/>
            <ac:spMk id="7" creationId="{23FEFFD2-CF1C-395A-3195-C15CFE217346}"/>
          </ac:spMkLst>
        </pc:spChg>
        <pc:spChg chg="add del mod">
          <ac:chgData name="髙田　陽斗" userId="349aba5d-2d55-469e-b606-bfbbf5033a9d" providerId="ADAL" clId="{F75CD730-4B93-4946-A438-1D617634E6A9}" dt="2024-07-26T00:23:43.098" v="4747" actId="478"/>
          <ac:spMkLst>
            <pc:docMk/>
            <pc:sldMk cId="3898716292" sldId="308"/>
            <ac:spMk id="8" creationId="{31000589-22DE-6BBD-3152-8D1CDB79A823}"/>
          </ac:spMkLst>
        </pc:spChg>
        <pc:spChg chg="add del mod">
          <ac:chgData name="髙田　陽斗" userId="349aba5d-2d55-469e-b606-bfbbf5033a9d" providerId="ADAL" clId="{F75CD730-4B93-4946-A438-1D617634E6A9}" dt="2024-07-26T00:23:43.098" v="4747" actId="478"/>
          <ac:spMkLst>
            <pc:docMk/>
            <pc:sldMk cId="3898716292" sldId="308"/>
            <ac:spMk id="9" creationId="{60177188-7410-9824-AD99-198168ECEC8D}"/>
          </ac:spMkLst>
        </pc:spChg>
        <pc:spChg chg="add del mod">
          <ac:chgData name="髙田　陽斗" userId="349aba5d-2d55-469e-b606-bfbbf5033a9d" providerId="ADAL" clId="{F75CD730-4B93-4946-A438-1D617634E6A9}" dt="2024-07-26T00:23:43.098" v="4747" actId="478"/>
          <ac:spMkLst>
            <pc:docMk/>
            <pc:sldMk cId="3898716292" sldId="308"/>
            <ac:spMk id="10" creationId="{486AC897-1EC4-A0DC-CE79-E259A4B4F40D}"/>
          </ac:spMkLst>
        </pc:spChg>
        <pc:spChg chg="add del mod">
          <ac:chgData name="髙田　陽斗" userId="349aba5d-2d55-469e-b606-bfbbf5033a9d" providerId="ADAL" clId="{F75CD730-4B93-4946-A438-1D617634E6A9}" dt="2024-07-26T00:23:43.098" v="4747" actId="478"/>
          <ac:spMkLst>
            <pc:docMk/>
            <pc:sldMk cId="3898716292" sldId="308"/>
            <ac:spMk id="11" creationId="{60EEE295-D6C9-272C-3555-7CAF9EB9D158}"/>
          </ac:spMkLst>
        </pc:spChg>
        <pc:spChg chg="add del mod">
          <ac:chgData name="髙田　陽斗" userId="349aba5d-2d55-469e-b606-bfbbf5033a9d" providerId="ADAL" clId="{F75CD730-4B93-4946-A438-1D617634E6A9}" dt="2024-07-26T00:23:43.098" v="4747" actId="478"/>
          <ac:spMkLst>
            <pc:docMk/>
            <pc:sldMk cId="3898716292" sldId="308"/>
            <ac:spMk id="12" creationId="{D04121EA-624D-053E-65BD-C53355A18164}"/>
          </ac:spMkLst>
        </pc:spChg>
        <pc:spChg chg="mod">
          <ac:chgData name="髙田　陽斗" userId="349aba5d-2d55-469e-b606-bfbbf5033a9d" providerId="ADAL" clId="{F75CD730-4B93-4946-A438-1D617634E6A9}" dt="2024-07-25T04:41:39.694" v="3888"/>
          <ac:spMkLst>
            <pc:docMk/>
            <pc:sldMk cId="3898716292" sldId="308"/>
            <ac:spMk id="14" creationId="{C1288EE5-B355-4231-44ED-F738AA3AE43E}"/>
          </ac:spMkLst>
        </pc:spChg>
        <pc:spChg chg="mod">
          <ac:chgData name="髙田　陽斗" userId="349aba5d-2d55-469e-b606-bfbbf5033a9d" providerId="ADAL" clId="{F75CD730-4B93-4946-A438-1D617634E6A9}" dt="2024-07-25T04:41:39.694" v="3888"/>
          <ac:spMkLst>
            <pc:docMk/>
            <pc:sldMk cId="3898716292" sldId="308"/>
            <ac:spMk id="15" creationId="{72C45078-2451-9EE3-C4CA-64D4994052B1}"/>
          </ac:spMkLst>
        </pc:spChg>
        <pc:spChg chg="mod">
          <ac:chgData name="髙田　陽斗" userId="349aba5d-2d55-469e-b606-bfbbf5033a9d" providerId="ADAL" clId="{F75CD730-4B93-4946-A438-1D617634E6A9}" dt="2024-07-25T04:41:54.096" v="3910" actId="20577"/>
          <ac:spMkLst>
            <pc:docMk/>
            <pc:sldMk cId="3898716292" sldId="308"/>
            <ac:spMk id="16" creationId="{1C3A65CD-24C9-CD4D-5F6D-E6A758250B09}"/>
          </ac:spMkLst>
        </pc:spChg>
        <pc:spChg chg="mod">
          <ac:chgData name="髙田　陽斗" userId="349aba5d-2d55-469e-b606-bfbbf5033a9d" providerId="ADAL" clId="{F75CD730-4B93-4946-A438-1D617634E6A9}" dt="2024-07-25T04:41:39.694" v="3888"/>
          <ac:spMkLst>
            <pc:docMk/>
            <pc:sldMk cId="3898716292" sldId="308"/>
            <ac:spMk id="17" creationId="{4641BF19-5142-1467-C4E9-DC50D8D803CE}"/>
          </ac:spMkLst>
        </pc:spChg>
        <pc:spChg chg="add del mod">
          <ac:chgData name="髙田　陽斗" userId="349aba5d-2d55-469e-b606-bfbbf5033a9d" providerId="ADAL" clId="{F75CD730-4B93-4946-A438-1D617634E6A9}" dt="2024-07-26T00:23:43.098" v="4747" actId="478"/>
          <ac:spMkLst>
            <pc:docMk/>
            <pc:sldMk cId="3898716292" sldId="308"/>
            <ac:spMk id="18" creationId="{E0636501-6821-DB61-D6F8-52A94B9620D2}"/>
          </ac:spMkLst>
        </pc:spChg>
        <pc:spChg chg="add del mod">
          <ac:chgData name="髙田　陽斗" userId="349aba5d-2d55-469e-b606-bfbbf5033a9d" providerId="ADAL" clId="{F75CD730-4B93-4946-A438-1D617634E6A9}" dt="2024-07-26T00:23:43.098" v="4747" actId="478"/>
          <ac:spMkLst>
            <pc:docMk/>
            <pc:sldMk cId="3898716292" sldId="308"/>
            <ac:spMk id="19" creationId="{124AACF0-1F38-01C8-B342-5355BCE692FD}"/>
          </ac:spMkLst>
        </pc:spChg>
        <pc:spChg chg="mod">
          <ac:chgData name="髙田　陽斗" userId="349aba5d-2d55-469e-b606-bfbbf5033a9d" providerId="ADAL" clId="{F75CD730-4B93-4946-A438-1D617634E6A9}" dt="2024-07-25T04:41:39.694" v="3888"/>
          <ac:spMkLst>
            <pc:docMk/>
            <pc:sldMk cId="3898716292" sldId="308"/>
            <ac:spMk id="21" creationId="{4D37C798-281C-4373-B0F9-5FA5EAB7EF53}"/>
          </ac:spMkLst>
        </pc:spChg>
        <pc:spChg chg="mod">
          <ac:chgData name="髙田　陽斗" userId="349aba5d-2d55-469e-b606-bfbbf5033a9d" providerId="ADAL" clId="{F75CD730-4B93-4946-A438-1D617634E6A9}" dt="2024-07-25T04:41:39.694" v="3888"/>
          <ac:spMkLst>
            <pc:docMk/>
            <pc:sldMk cId="3898716292" sldId="308"/>
            <ac:spMk id="22" creationId="{F54C8787-4681-9B11-4EAA-E25F660200E4}"/>
          </ac:spMkLst>
        </pc:spChg>
        <pc:spChg chg="mod">
          <ac:chgData name="髙田　陽斗" userId="349aba5d-2d55-469e-b606-bfbbf5033a9d" providerId="ADAL" clId="{F75CD730-4B93-4946-A438-1D617634E6A9}" dt="2024-07-25T04:41:39.694" v="3888"/>
          <ac:spMkLst>
            <pc:docMk/>
            <pc:sldMk cId="3898716292" sldId="308"/>
            <ac:spMk id="24" creationId="{8C571716-F710-BB9F-630F-85061AC9D204}"/>
          </ac:spMkLst>
        </pc:spChg>
        <pc:spChg chg="mod">
          <ac:chgData name="髙田　陽斗" userId="349aba5d-2d55-469e-b606-bfbbf5033a9d" providerId="ADAL" clId="{F75CD730-4B93-4946-A438-1D617634E6A9}" dt="2024-07-25T04:41:39.694" v="3888"/>
          <ac:spMkLst>
            <pc:docMk/>
            <pc:sldMk cId="3898716292" sldId="308"/>
            <ac:spMk id="25" creationId="{43BA17A2-0D37-288F-7916-6F2D027D7435}"/>
          </ac:spMkLst>
        </pc:spChg>
        <pc:spChg chg="add del mod ord">
          <ac:chgData name="髙田　陽斗" userId="349aba5d-2d55-469e-b606-bfbbf5033a9d" providerId="ADAL" clId="{F75CD730-4B93-4946-A438-1D617634E6A9}" dt="2024-07-26T00:39:11.445" v="4884" actId="478"/>
          <ac:spMkLst>
            <pc:docMk/>
            <pc:sldMk cId="3898716292" sldId="308"/>
            <ac:spMk id="26" creationId="{572F1D73-C98A-0C8E-0389-E7B951287352}"/>
          </ac:spMkLst>
        </pc:spChg>
        <pc:spChg chg="add mod">
          <ac:chgData name="髙田　陽斗" userId="349aba5d-2d55-469e-b606-bfbbf5033a9d" providerId="ADAL" clId="{F75CD730-4B93-4946-A438-1D617634E6A9}" dt="2024-07-26T00:39:35.927" v="4886" actId="1076"/>
          <ac:spMkLst>
            <pc:docMk/>
            <pc:sldMk cId="3898716292" sldId="308"/>
            <ac:spMk id="31" creationId="{6A4B401D-2825-D428-C07D-8A620DAF50A6}"/>
          </ac:spMkLst>
        </pc:spChg>
        <pc:grpChg chg="add del mod">
          <ac:chgData name="髙田　陽斗" userId="349aba5d-2d55-469e-b606-bfbbf5033a9d" providerId="ADAL" clId="{F75CD730-4B93-4946-A438-1D617634E6A9}" dt="2024-07-26T00:23:43.098" v="4747" actId="478"/>
          <ac:grpSpMkLst>
            <pc:docMk/>
            <pc:sldMk cId="3898716292" sldId="308"/>
            <ac:grpSpMk id="13" creationId="{B418FBFC-B5C2-9025-47FA-07BCDEA40D10}"/>
          </ac:grpSpMkLst>
        </pc:grpChg>
        <pc:grpChg chg="add del mod">
          <ac:chgData name="髙田　陽斗" userId="349aba5d-2d55-469e-b606-bfbbf5033a9d" providerId="ADAL" clId="{F75CD730-4B93-4946-A438-1D617634E6A9}" dt="2024-07-26T00:23:43.098" v="4747" actId="478"/>
          <ac:grpSpMkLst>
            <pc:docMk/>
            <pc:sldMk cId="3898716292" sldId="308"/>
            <ac:grpSpMk id="20" creationId="{C12AEECC-35A3-85EA-EB11-567C71016142}"/>
          </ac:grpSpMkLst>
        </pc:grpChg>
        <pc:grpChg chg="add del mod">
          <ac:chgData name="髙田　陽斗" userId="349aba5d-2d55-469e-b606-bfbbf5033a9d" providerId="ADAL" clId="{F75CD730-4B93-4946-A438-1D617634E6A9}" dt="2024-07-26T00:23:43.098" v="4747" actId="478"/>
          <ac:grpSpMkLst>
            <pc:docMk/>
            <pc:sldMk cId="3898716292" sldId="308"/>
            <ac:grpSpMk id="23" creationId="{9A401C46-06F2-B9CF-B393-4BF072432ADE}"/>
          </ac:grpSpMkLst>
        </pc:grpChg>
        <pc:picChg chg="add del mod">
          <ac:chgData name="髙田　陽斗" userId="349aba5d-2d55-469e-b606-bfbbf5033a9d" providerId="ADAL" clId="{F75CD730-4B93-4946-A438-1D617634E6A9}" dt="2024-07-26T00:39:08.149" v="4883" actId="478"/>
          <ac:picMkLst>
            <pc:docMk/>
            <pc:sldMk cId="3898716292" sldId="308"/>
            <ac:picMk id="28" creationId="{53420399-826B-24E8-33FC-8D1BE2EF8B71}"/>
          </ac:picMkLst>
        </pc:picChg>
        <pc:picChg chg="add mod">
          <ac:chgData name="髙田　陽斗" userId="349aba5d-2d55-469e-b606-bfbbf5033a9d" providerId="ADAL" clId="{F75CD730-4B93-4946-A438-1D617634E6A9}" dt="2024-07-26T00:39:07.645" v="4882" actId="931"/>
          <ac:picMkLst>
            <pc:docMk/>
            <pc:sldMk cId="3898716292" sldId="308"/>
            <ac:picMk id="30" creationId="{87DB91AF-3067-9452-52B4-9EE42F939BE0}"/>
          </ac:picMkLst>
        </pc:picChg>
      </pc:sldChg>
      <pc:sldChg chg="addSp delSp modSp new mod modTransition modAnim">
        <pc:chgData name="髙田　陽斗" userId="349aba5d-2d55-469e-b606-bfbbf5033a9d" providerId="ADAL" clId="{F75CD730-4B93-4946-A438-1D617634E6A9}" dt="2024-07-26T01:40:05.086" v="5442"/>
        <pc:sldMkLst>
          <pc:docMk/>
          <pc:sldMk cId="2123590963" sldId="309"/>
        </pc:sldMkLst>
        <pc:spChg chg="mod">
          <ac:chgData name="髙田　陽斗" userId="349aba5d-2d55-469e-b606-bfbbf5033a9d" providerId="ADAL" clId="{F75CD730-4B93-4946-A438-1D617634E6A9}" dt="2024-07-25T05:10:20.650" v="3913"/>
          <ac:spMkLst>
            <pc:docMk/>
            <pc:sldMk cId="2123590963" sldId="309"/>
            <ac:spMk id="4" creationId="{50460149-81B9-7591-6718-08249F34C500}"/>
          </ac:spMkLst>
        </pc:spChg>
        <pc:spChg chg="mod">
          <ac:chgData name="髙田　陽斗" userId="349aba5d-2d55-469e-b606-bfbbf5033a9d" providerId="ADAL" clId="{F75CD730-4B93-4946-A438-1D617634E6A9}" dt="2024-07-25T05:10:20.650" v="3913"/>
          <ac:spMkLst>
            <pc:docMk/>
            <pc:sldMk cId="2123590963" sldId="309"/>
            <ac:spMk id="5" creationId="{B06DE495-2F2D-20BF-2821-D7613563C3D8}"/>
          </ac:spMkLst>
        </pc:spChg>
        <pc:spChg chg="mod">
          <ac:chgData name="髙田　陽斗" userId="349aba5d-2d55-469e-b606-bfbbf5033a9d" providerId="ADAL" clId="{F75CD730-4B93-4946-A438-1D617634E6A9}" dt="2024-07-25T05:10:20.650" v="3913"/>
          <ac:spMkLst>
            <pc:docMk/>
            <pc:sldMk cId="2123590963" sldId="309"/>
            <ac:spMk id="6" creationId="{84044EEC-FDBE-02A1-7E0F-26288D05A805}"/>
          </ac:spMkLst>
        </pc:spChg>
        <pc:spChg chg="mod">
          <ac:chgData name="髙田　陽斗" userId="349aba5d-2d55-469e-b606-bfbbf5033a9d" providerId="ADAL" clId="{F75CD730-4B93-4946-A438-1D617634E6A9}" dt="2024-07-25T05:10:20.650" v="3913"/>
          <ac:spMkLst>
            <pc:docMk/>
            <pc:sldMk cId="2123590963" sldId="309"/>
            <ac:spMk id="7" creationId="{13FD1113-0D01-5966-25BB-53C304F17A4C}"/>
          </ac:spMkLst>
        </pc:spChg>
        <pc:spChg chg="add mod">
          <ac:chgData name="髙田　陽斗" userId="349aba5d-2d55-469e-b606-bfbbf5033a9d" providerId="ADAL" clId="{F75CD730-4B93-4946-A438-1D617634E6A9}" dt="2024-07-25T05:10:20.650" v="3913"/>
          <ac:spMkLst>
            <pc:docMk/>
            <pc:sldMk cId="2123590963" sldId="309"/>
            <ac:spMk id="8" creationId="{BB1EB2AE-6BEA-F953-5039-0C410160C30E}"/>
          </ac:spMkLst>
        </pc:spChg>
        <pc:spChg chg="mod">
          <ac:chgData name="髙田　陽斗" userId="349aba5d-2d55-469e-b606-bfbbf5033a9d" providerId="ADAL" clId="{F75CD730-4B93-4946-A438-1D617634E6A9}" dt="2024-07-25T05:10:20.650" v="3913"/>
          <ac:spMkLst>
            <pc:docMk/>
            <pc:sldMk cId="2123590963" sldId="309"/>
            <ac:spMk id="10" creationId="{F3BC6A75-2707-00A4-CB63-F5EE1ED2E558}"/>
          </ac:spMkLst>
        </pc:spChg>
        <pc:spChg chg="mod">
          <ac:chgData name="髙田　陽斗" userId="349aba5d-2d55-469e-b606-bfbbf5033a9d" providerId="ADAL" clId="{F75CD730-4B93-4946-A438-1D617634E6A9}" dt="2024-07-25T05:10:20.650" v="3913"/>
          <ac:spMkLst>
            <pc:docMk/>
            <pc:sldMk cId="2123590963" sldId="309"/>
            <ac:spMk id="11" creationId="{810D76CC-411B-3C28-F8F3-CFDCFB8A0EEA}"/>
          </ac:spMkLst>
        </pc:spChg>
        <pc:spChg chg="add mod">
          <ac:chgData name="髙田　陽斗" userId="349aba5d-2d55-469e-b606-bfbbf5033a9d" providerId="ADAL" clId="{F75CD730-4B93-4946-A438-1D617634E6A9}" dt="2024-07-25T05:10:20.650" v="3913"/>
          <ac:spMkLst>
            <pc:docMk/>
            <pc:sldMk cId="2123590963" sldId="309"/>
            <ac:spMk id="12" creationId="{C1A2568C-A802-D5A0-3267-C0894B7B7D82}"/>
          </ac:spMkLst>
        </pc:spChg>
        <pc:spChg chg="add mod">
          <ac:chgData name="髙田　陽斗" userId="349aba5d-2d55-469e-b606-bfbbf5033a9d" providerId="ADAL" clId="{F75CD730-4B93-4946-A438-1D617634E6A9}" dt="2024-07-25T05:10:20.650" v="3913"/>
          <ac:spMkLst>
            <pc:docMk/>
            <pc:sldMk cId="2123590963" sldId="309"/>
            <ac:spMk id="13" creationId="{0C26CE44-BBA2-9D43-B9A7-0404D146FD65}"/>
          </ac:spMkLst>
        </pc:spChg>
        <pc:spChg chg="add mod">
          <ac:chgData name="髙田　陽斗" userId="349aba5d-2d55-469e-b606-bfbbf5033a9d" providerId="ADAL" clId="{F75CD730-4B93-4946-A438-1D617634E6A9}" dt="2024-07-25T05:10:20.650" v="3913"/>
          <ac:spMkLst>
            <pc:docMk/>
            <pc:sldMk cId="2123590963" sldId="309"/>
            <ac:spMk id="14" creationId="{2104900B-67CF-E8F1-DD51-1C93C774E6C4}"/>
          </ac:spMkLst>
        </pc:spChg>
        <pc:spChg chg="add mod ord">
          <ac:chgData name="髙田　陽斗" userId="349aba5d-2d55-469e-b606-bfbbf5033a9d" providerId="ADAL" clId="{F75CD730-4B93-4946-A438-1D617634E6A9}" dt="2024-07-25T05:11:24.521" v="3946" actId="1076"/>
          <ac:spMkLst>
            <pc:docMk/>
            <pc:sldMk cId="2123590963" sldId="309"/>
            <ac:spMk id="15" creationId="{9A8E1268-A236-ED9F-2AC4-4C5B18BD843E}"/>
          </ac:spMkLst>
        </pc:spChg>
        <pc:spChg chg="add mod">
          <ac:chgData name="髙田　陽斗" userId="349aba5d-2d55-469e-b606-bfbbf5033a9d" providerId="ADAL" clId="{F75CD730-4B93-4946-A438-1D617634E6A9}" dt="2024-07-25T05:10:20.650" v="3913"/>
          <ac:spMkLst>
            <pc:docMk/>
            <pc:sldMk cId="2123590963" sldId="309"/>
            <ac:spMk id="17" creationId="{8363D375-DCE5-C3C5-9E1D-DB9E3A04761C}"/>
          </ac:spMkLst>
        </pc:spChg>
        <pc:spChg chg="add mod">
          <ac:chgData name="髙田　陽斗" userId="349aba5d-2d55-469e-b606-bfbbf5033a9d" providerId="ADAL" clId="{F75CD730-4B93-4946-A438-1D617634E6A9}" dt="2024-07-25T05:10:20.650" v="3913"/>
          <ac:spMkLst>
            <pc:docMk/>
            <pc:sldMk cId="2123590963" sldId="309"/>
            <ac:spMk id="18" creationId="{46A37988-2043-0E38-B68A-5F13419763AA}"/>
          </ac:spMkLst>
        </pc:spChg>
        <pc:spChg chg="add mod">
          <ac:chgData name="髙田　陽斗" userId="349aba5d-2d55-469e-b606-bfbbf5033a9d" providerId="ADAL" clId="{F75CD730-4B93-4946-A438-1D617634E6A9}" dt="2024-07-25T05:11:05.954" v="3942" actId="1076"/>
          <ac:spMkLst>
            <pc:docMk/>
            <pc:sldMk cId="2123590963" sldId="309"/>
            <ac:spMk id="19" creationId="{8BBB9EC6-8572-E88E-FC1E-ADC6DAA14330}"/>
          </ac:spMkLst>
        </pc:spChg>
        <pc:spChg chg="mod">
          <ac:chgData name="髙田　陽斗" userId="349aba5d-2d55-469e-b606-bfbbf5033a9d" providerId="ADAL" clId="{F75CD730-4B93-4946-A438-1D617634E6A9}" dt="2024-07-25T05:18:20.209" v="4104"/>
          <ac:spMkLst>
            <pc:docMk/>
            <pc:sldMk cId="2123590963" sldId="309"/>
            <ac:spMk id="21" creationId="{B0D953B5-7C35-6EE7-5CFE-254DE9343328}"/>
          </ac:spMkLst>
        </pc:spChg>
        <pc:spChg chg="mod">
          <ac:chgData name="髙田　陽斗" userId="349aba5d-2d55-469e-b606-bfbbf5033a9d" providerId="ADAL" clId="{F75CD730-4B93-4946-A438-1D617634E6A9}" dt="2024-07-25T05:18:20.209" v="4104"/>
          <ac:spMkLst>
            <pc:docMk/>
            <pc:sldMk cId="2123590963" sldId="309"/>
            <ac:spMk id="22" creationId="{B1B2B0FE-DFF2-6CE2-A81E-64C7099A5C89}"/>
          </ac:spMkLst>
        </pc:spChg>
        <pc:spChg chg="add del mod">
          <ac:chgData name="髙田　陽斗" userId="349aba5d-2d55-469e-b606-bfbbf5033a9d" providerId="ADAL" clId="{F75CD730-4B93-4946-A438-1D617634E6A9}" dt="2024-07-25T05:18:26.238" v="4106" actId="478"/>
          <ac:spMkLst>
            <pc:docMk/>
            <pc:sldMk cId="2123590963" sldId="309"/>
            <ac:spMk id="23" creationId="{614481F1-8877-7ECE-C924-7EA03864A42A}"/>
          </ac:spMkLst>
        </pc:spChg>
        <pc:spChg chg="add del mod">
          <ac:chgData name="髙田　陽斗" userId="349aba5d-2d55-469e-b606-bfbbf5033a9d" providerId="ADAL" clId="{F75CD730-4B93-4946-A438-1D617634E6A9}" dt="2024-07-25T05:18:26.238" v="4106" actId="478"/>
          <ac:spMkLst>
            <pc:docMk/>
            <pc:sldMk cId="2123590963" sldId="309"/>
            <ac:spMk id="24" creationId="{CE96EF8F-B77A-5616-DF07-FB14167B2B42}"/>
          </ac:spMkLst>
        </pc:spChg>
        <pc:spChg chg="mod">
          <ac:chgData name="髙田　陽斗" userId="349aba5d-2d55-469e-b606-bfbbf5033a9d" providerId="ADAL" clId="{F75CD730-4B93-4946-A438-1D617634E6A9}" dt="2024-07-25T05:27:43.975" v="4245"/>
          <ac:spMkLst>
            <pc:docMk/>
            <pc:sldMk cId="2123590963" sldId="309"/>
            <ac:spMk id="26" creationId="{E42BBBED-AFAC-6780-E2FE-FB2A7F16DD9D}"/>
          </ac:spMkLst>
        </pc:spChg>
        <pc:spChg chg="mod">
          <ac:chgData name="髙田　陽斗" userId="349aba5d-2d55-469e-b606-bfbbf5033a9d" providerId="ADAL" clId="{F75CD730-4B93-4946-A438-1D617634E6A9}" dt="2024-07-25T05:27:43.975" v="4245"/>
          <ac:spMkLst>
            <pc:docMk/>
            <pc:sldMk cId="2123590963" sldId="309"/>
            <ac:spMk id="27" creationId="{F298BDFF-7553-1D2A-3895-22062C683C00}"/>
          </ac:spMkLst>
        </pc:spChg>
        <pc:spChg chg="add mod">
          <ac:chgData name="髙田　陽斗" userId="349aba5d-2d55-469e-b606-bfbbf5033a9d" providerId="ADAL" clId="{F75CD730-4B93-4946-A438-1D617634E6A9}" dt="2024-07-25T05:28:39.361" v="4253" actId="1076"/>
          <ac:spMkLst>
            <pc:docMk/>
            <pc:sldMk cId="2123590963" sldId="309"/>
            <ac:spMk id="28" creationId="{0379CB39-274B-90F2-F5A4-F51932D7ADC5}"/>
          </ac:spMkLst>
        </pc:spChg>
        <pc:spChg chg="add mod">
          <ac:chgData name="髙田　陽斗" userId="349aba5d-2d55-469e-b606-bfbbf5033a9d" providerId="ADAL" clId="{F75CD730-4B93-4946-A438-1D617634E6A9}" dt="2024-07-25T05:28:39.361" v="4253" actId="1076"/>
          <ac:spMkLst>
            <pc:docMk/>
            <pc:sldMk cId="2123590963" sldId="309"/>
            <ac:spMk id="29" creationId="{935EFD42-64BF-D448-40EB-6FD8644D0DA2}"/>
          </ac:spMkLst>
        </pc:spChg>
        <pc:spChg chg="add mod">
          <ac:chgData name="髙田　陽斗" userId="349aba5d-2d55-469e-b606-bfbbf5033a9d" providerId="ADAL" clId="{F75CD730-4B93-4946-A438-1D617634E6A9}" dt="2024-07-25T05:28:39.361" v="4253" actId="1076"/>
          <ac:spMkLst>
            <pc:docMk/>
            <pc:sldMk cId="2123590963" sldId="309"/>
            <ac:spMk id="30" creationId="{E96C8777-2BDD-FC92-2AF5-A28CD6411B24}"/>
          </ac:spMkLst>
        </pc:spChg>
        <pc:spChg chg="add mod">
          <ac:chgData name="髙田　陽斗" userId="349aba5d-2d55-469e-b606-bfbbf5033a9d" providerId="ADAL" clId="{F75CD730-4B93-4946-A438-1D617634E6A9}" dt="2024-07-25T05:28:39.361" v="4253" actId="1076"/>
          <ac:spMkLst>
            <pc:docMk/>
            <pc:sldMk cId="2123590963" sldId="309"/>
            <ac:spMk id="31" creationId="{E7E50502-F9DA-8AC6-E70A-D4259388620F}"/>
          </ac:spMkLst>
        </pc:spChg>
        <pc:spChg chg="add mod">
          <ac:chgData name="髙田　陽斗" userId="349aba5d-2d55-469e-b606-bfbbf5033a9d" providerId="ADAL" clId="{F75CD730-4B93-4946-A438-1D617634E6A9}" dt="2024-07-25T05:28:39.361" v="4253" actId="1076"/>
          <ac:spMkLst>
            <pc:docMk/>
            <pc:sldMk cId="2123590963" sldId="309"/>
            <ac:spMk id="32" creationId="{5FB5E6C9-7609-EE25-8E1A-57AE0A178B83}"/>
          </ac:spMkLst>
        </pc:spChg>
        <pc:spChg chg="add mod">
          <ac:chgData name="髙田　陽斗" userId="349aba5d-2d55-469e-b606-bfbbf5033a9d" providerId="ADAL" clId="{F75CD730-4B93-4946-A438-1D617634E6A9}" dt="2024-07-25T05:28:39.361" v="4253" actId="1076"/>
          <ac:spMkLst>
            <pc:docMk/>
            <pc:sldMk cId="2123590963" sldId="309"/>
            <ac:spMk id="33" creationId="{1D76A785-134D-DFA5-0ECC-6608FC6488C7}"/>
          </ac:spMkLst>
        </pc:spChg>
        <pc:spChg chg="add mod">
          <ac:chgData name="髙田　陽斗" userId="349aba5d-2d55-469e-b606-bfbbf5033a9d" providerId="ADAL" clId="{F75CD730-4B93-4946-A438-1D617634E6A9}" dt="2024-07-25T05:28:39.361" v="4253" actId="1076"/>
          <ac:spMkLst>
            <pc:docMk/>
            <pc:sldMk cId="2123590963" sldId="309"/>
            <ac:spMk id="34" creationId="{69126C58-E604-70EA-77C5-9991B74CE461}"/>
          </ac:spMkLst>
        </pc:spChg>
        <pc:spChg chg="add mod">
          <ac:chgData name="髙田　陽斗" userId="349aba5d-2d55-469e-b606-bfbbf5033a9d" providerId="ADAL" clId="{F75CD730-4B93-4946-A438-1D617634E6A9}" dt="2024-07-25T05:28:39.361" v="4253" actId="1076"/>
          <ac:spMkLst>
            <pc:docMk/>
            <pc:sldMk cId="2123590963" sldId="309"/>
            <ac:spMk id="35" creationId="{A3DE8007-51BA-5EE1-0CDA-E9D2A34E941E}"/>
          </ac:spMkLst>
        </pc:spChg>
        <pc:spChg chg="add mod">
          <ac:chgData name="髙田　陽斗" userId="349aba5d-2d55-469e-b606-bfbbf5033a9d" providerId="ADAL" clId="{F75CD730-4B93-4946-A438-1D617634E6A9}" dt="2024-07-25T05:28:39.361" v="4253" actId="1076"/>
          <ac:spMkLst>
            <pc:docMk/>
            <pc:sldMk cId="2123590963" sldId="309"/>
            <ac:spMk id="36" creationId="{3BFDAF43-3DAC-7D91-8C62-9AA0C4D2E3CE}"/>
          </ac:spMkLst>
        </pc:spChg>
        <pc:grpChg chg="add mod">
          <ac:chgData name="髙田　陽斗" userId="349aba5d-2d55-469e-b606-bfbbf5033a9d" providerId="ADAL" clId="{F75CD730-4B93-4946-A438-1D617634E6A9}" dt="2024-07-25T05:10:20.650" v="3913"/>
          <ac:grpSpMkLst>
            <pc:docMk/>
            <pc:sldMk cId="2123590963" sldId="309"/>
            <ac:grpSpMk id="3" creationId="{B34011D8-1967-B7EE-A50A-E1DCC41A6CCE}"/>
          </ac:grpSpMkLst>
        </pc:grpChg>
        <pc:grpChg chg="add mod">
          <ac:chgData name="髙田　陽斗" userId="349aba5d-2d55-469e-b606-bfbbf5033a9d" providerId="ADAL" clId="{F75CD730-4B93-4946-A438-1D617634E6A9}" dt="2024-07-25T05:10:20.650" v="3913"/>
          <ac:grpSpMkLst>
            <pc:docMk/>
            <pc:sldMk cId="2123590963" sldId="309"/>
            <ac:grpSpMk id="9" creationId="{4F6F6211-B5B9-BE4C-2CB6-308D1A3151BA}"/>
          </ac:grpSpMkLst>
        </pc:grpChg>
        <pc:grpChg chg="add del mod">
          <ac:chgData name="髙田　陽斗" userId="349aba5d-2d55-469e-b606-bfbbf5033a9d" providerId="ADAL" clId="{F75CD730-4B93-4946-A438-1D617634E6A9}" dt="2024-07-25T05:18:26.238" v="4106" actId="478"/>
          <ac:grpSpMkLst>
            <pc:docMk/>
            <pc:sldMk cId="2123590963" sldId="309"/>
            <ac:grpSpMk id="20" creationId="{D7C80590-CB70-D317-E250-839015FAD05E}"/>
          </ac:grpSpMkLst>
        </pc:grpChg>
        <pc:grpChg chg="add mod">
          <ac:chgData name="髙田　陽斗" userId="349aba5d-2d55-469e-b606-bfbbf5033a9d" providerId="ADAL" clId="{F75CD730-4B93-4946-A438-1D617634E6A9}" dt="2024-07-25T05:28:39.361" v="4253" actId="1076"/>
          <ac:grpSpMkLst>
            <pc:docMk/>
            <pc:sldMk cId="2123590963" sldId="309"/>
            <ac:grpSpMk id="25" creationId="{7B942FB1-3D70-7E33-3075-E968895C52C3}"/>
          </ac:grpSpMkLst>
        </pc:grpChg>
        <pc:graphicFrameChg chg="add mod modGraphic">
          <ac:chgData name="髙田　陽斗" userId="349aba5d-2d55-469e-b606-bfbbf5033a9d" providerId="ADAL" clId="{F75CD730-4B93-4946-A438-1D617634E6A9}" dt="2024-07-25T05:11:00.090" v="3940" actId="20577"/>
          <ac:graphicFrameMkLst>
            <pc:docMk/>
            <pc:sldMk cId="2123590963" sldId="309"/>
            <ac:graphicFrameMk id="16" creationId="{F17587AF-4149-F6AB-5771-73E9EA7EF216}"/>
          </ac:graphicFrameMkLst>
        </pc:graphicFrameChg>
        <pc:cxnChg chg="add mod">
          <ac:chgData name="髙田　陽斗" userId="349aba5d-2d55-469e-b606-bfbbf5033a9d" providerId="ADAL" clId="{F75CD730-4B93-4946-A438-1D617634E6A9}" dt="2024-07-25T05:10:20.650" v="3913"/>
          <ac:cxnSpMkLst>
            <pc:docMk/>
            <pc:sldMk cId="2123590963" sldId="309"/>
            <ac:cxnSpMk id="2" creationId="{0B1FA954-E8F6-1E22-A738-D72AADA81741}"/>
          </ac:cxnSpMkLst>
        </pc:cxnChg>
      </pc:sldChg>
      <pc:sldChg chg="addSp delSp modSp new del mod modAnim">
        <pc:chgData name="髙田　陽斗" userId="349aba5d-2d55-469e-b606-bfbbf5033a9d" providerId="ADAL" clId="{F75CD730-4B93-4946-A438-1D617634E6A9}" dt="2024-07-25T05:57:46.476" v="4459" actId="47"/>
        <pc:sldMkLst>
          <pc:docMk/>
          <pc:sldMk cId="4003805247" sldId="310"/>
        </pc:sldMkLst>
        <pc:spChg chg="add mod">
          <ac:chgData name="髙田　陽斗" userId="349aba5d-2d55-469e-b606-bfbbf5033a9d" providerId="ADAL" clId="{F75CD730-4B93-4946-A438-1D617634E6A9}" dt="2024-07-25T05:41:52.362" v="4353" actId="164"/>
          <ac:spMkLst>
            <pc:docMk/>
            <pc:sldMk cId="4003805247" sldId="310"/>
            <ac:spMk id="2" creationId="{AD8E68DC-C19C-8368-8F08-8AA9523C6C84}"/>
          </ac:spMkLst>
        </pc:spChg>
        <pc:spChg chg="add mod">
          <ac:chgData name="髙田　陽斗" userId="349aba5d-2d55-469e-b606-bfbbf5033a9d" providerId="ADAL" clId="{F75CD730-4B93-4946-A438-1D617634E6A9}" dt="2024-07-25T05:41:52.362" v="4353" actId="164"/>
          <ac:spMkLst>
            <pc:docMk/>
            <pc:sldMk cId="4003805247" sldId="310"/>
            <ac:spMk id="3" creationId="{94E6700E-CBDC-7BCD-154C-68A524F1ACCE}"/>
          </ac:spMkLst>
        </pc:spChg>
        <pc:spChg chg="add mod topLvl">
          <ac:chgData name="髙田　陽斗" userId="349aba5d-2d55-469e-b606-bfbbf5033a9d" providerId="ADAL" clId="{F75CD730-4B93-4946-A438-1D617634E6A9}" dt="2024-07-25T05:47:48.048" v="4386" actId="1076"/>
          <ac:spMkLst>
            <pc:docMk/>
            <pc:sldMk cId="4003805247" sldId="310"/>
            <ac:spMk id="5" creationId="{6AD20C91-CEB5-110F-366C-8240F2806768}"/>
          </ac:spMkLst>
        </pc:spChg>
        <pc:spChg chg="add mod topLvl">
          <ac:chgData name="髙田　陽斗" userId="349aba5d-2d55-469e-b606-bfbbf5033a9d" providerId="ADAL" clId="{F75CD730-4B93-4946-A438-1D617634E6A9}" dt="2024-07-25T05:47:48.048" v="4386" actId="1076"/>
          <ac:spMkLst>
            <pc:docMk/>
            <pc:sldMk cId="4003805247" sldId="310"/>
            <ac:spMk id="6" creationId="{2C7B5631-C8AE-ECEC-BC1D-2823298A1481}"/>
          </ac:spMkLst>
        </pc:spChg>
        <pc:spChg chg="add mod topLvl">
          <ac:chgData name="髙田　陽斗" userId="349aba5d-2d55-469e-b606-bfbbf5033a9d" providerId="ADAL" clId="{F75CD730-4B93-4946-A438-1D617634E6A9}" dt="2024-07-25T05:49:17.783" v="4402" actId="1076"/>
          <ac:spMkLst>
            <pc:docMk/>
            <pc:sldMk cId="4003805247" sldId="310"/>
            <ac:spMk id="7" creationId="{BBFAB679-95EF-9448-3F64-A6FFA1390F06}"/>
          </ac:spMkLst>
        </pc:spChg>
        <pc:spChg chg="add mod topLvl">
          <ac:chgData name="髙田　陽斗" userId="349aba5d-2d55-469e-b606-bfbbf5033a9d" providerId="ADAL" clId="{F75CD730-4B93-4946-A438-1D617634E6A9}" dt="2024-07-25T05:47:48.048" v="4386" actId="1076"/>
          <ac:spMkLst>
            <pc:docMk/>
            <pc:sldMk cId="4003805247" sldId="310"/>
            <ac:spMk id="8" creationId="{01CBA536-1961-C6F5-9CD3-C432F059BC28}"/>
          </ac:spMkLst>
        </pc:spChg>
        <pc:spChg chg="add mod topLvl">
          <ac:chgData name="髙田　陽斗" userId="349aba5d-2d55-469e-b606-bfbbf5033a9d" providerId="ADAL" clId="{F75CD730-4B93-4946-A438-1D617634E6A9}" dt="2024-07-25T05:47:48.048" v="4386" actId="1076"/>
          <ac:spMkLst>
            <pc:docMk/>
            <pc:sldMk cId="4003805247" sldId="310"/>
            <ac:spMk id="9" creationId="{FFD26EA8-18A7-7DD0-52D2-53747B0D0618}"/>
          </ac:spMkLst>
        </pc:spChg>
        <pc:spChg chg="add mod topLvl">
          <ac:chgData name="髙田　陽斗" userId="349aba5d-2d55-469e-b606-bfbbf5033a9d" providerId="ADAL" clId="{F75CD730-4B93-4946-A438-1D617634E6A9}" dt="2024-07-25T05:51:48.995" v="4420" actId="1076"/>
          <ac:spMkLst>
            <pc:docMk/>
            <pc:sldMk cId="4003805247" sldId="310"/>
            <ac:spMk id="10" creationId="{8543997F-9E25-67A5-ECAC-646FE0F9BCAA}"/>
          </ac:spMkLst>
        </pc:spChg>
        <pc:spChg chg="add mod topLvl">
          <ac:chgData name="髙田　陽斗" userId="349aba5d-2d55-469e-b606-bfbbf5033a9d" providerId="ADAL" clId="{F75CD730-4B93-4946-A438-1D617634E6A9}" dt="2024-07-25T05:47:48.048" v="4386" actId="1076"/>
          <ac:spMkLst>
            <pc:docMk/>
            <pc:sldMk cId="4003805247" sldId="310"/>
            <ac:spMk id="11" creationId="{E5ECBC5D-4EEB-79B7-59C1-32C96FBE2535}"/>
          </ac:spMkLst>
        </pc:spChg>
        <pc:spChg chg="add mod topLvl">
          <ac:chgData name="髙田　陽斗" userId="349aba5d-2d55-469e-b606-bfbbf5033a9d" providerId="ADAL" clId="{F75CD730-4B93-4946-A438-1D617634E6A9}" dt="2024-07-25T05:47:48.048" v="4386" actId="1076"/>
          <ac:spMkLst>
            <pc:docMk/>
            <pc:sldMk cId="4003805247" sldId="310"/>
            <ac:spMk id="12" creationId="{2114A7A9-8595-50C8-352D-B4AABB1E0A1C}"/>
          </ac:spMkLst>
        </pc:spChg>
        <pc:spChg chg="add mod topLvl">
          <ac:chgData name="髙田　陽斗" userId="349aba5d-2d55-469e-b606-bfbbf5033a9d" providerId="ADAL" clId="{F75CD730-4B93-4946-A438-1D617634E6A9}" dt="2024-07-25T05:47:48.048" v="4386" actId="1076"/>
          <ac:spMkLst>
            <pc:docMk/>
            <pc:sldMk cId="4003805247" sldId="310"/>
            <ac:spMk id="13" creationId="{F46F125B-1483-E364-5751-0B84B2E691E3}"/>
          </ac:spMkLst>
        </pc:spChg>
        <pc:spChg chg="add mod topLvl">
          <ac:chgData name="髙田　陽斗" userId="349aba5d-2d55-469e-b606-bfbbf5033a9d" providerId="ADAL" clId="{F75CD730-4B93-4946-A438-1D617634E6A9}" dt="2024-07-25T05:47:48.048" v="4386" actId="1076"/>
          <ac:spMkLst>
            <pc:docMk/>
            <pc:sldMk cId="4003805247" sldId="310"/>
            <ac:spMk id="14" creationId="{8BE85AF0-7696-6962-8B75-B8FF2293FFF4}"/>
          </ac:spMkLst>
        </pc:spChg>
        <pc:spChg chg="add del mod topLvl">
          <ac:chgData name="髙田　陽斗" userId="349aba5d-2d55-469e-b606-bfbbf5033a9d" providerId="ADAL" clId="{F75CD730-4B93-4946-A438-1D617634E6A9}" dt="2024-07-25T05:51:16.699" v="4418" actId="478"/>
          <ac:spMkLst>
            <pc:docMk/>
            <pc:sldMk cId="4003805247" sldId="310"/>
            <ac:spMk id="15" creationId="{8259A01F-7A34-7BCF-7261-AEF1D7D8DA0E}"/>
          </ac:spMkLst>
        </pc:spChg>
        <pc:grpChg chg="add mod topLvl">
          <ac:chgData name="髙田　陽斗" userId="349aba5d-2d55-469e-b606-bfbbf5033a9d" providerId="ADAL" clId="{F75CD730-4B93-4946-A438-1D617634E6A9}" dt="2024-07-25T05:51:53.022" v="4421" actId="1076"/>
          <ac:grpSpMkLst>
            <pc:docMk/>
            <pc:sldMk cId="4003805247" sldId="310"/>
            <ac:grpSpMk id="4" creationId="{705F6ADC-F70B-EE7A-1294-BDEB8367E4AC}"/>
          </ac:grpSpMkLst>
        </pc:grpChg>
        <pc:grpChg chg="add del mod">
          <ac:chgData name="髙田　陽斗" userId="349aba5d-2d55-469e-b606-bfbbf5033a9d" providerId="ADAL" clId="{F75CD730-4B93-4946-A438-1D617634E6A9}" dt="2024-07-25T05:41:52.362" v="4353" actId="164"/>
          <ac:grpSpMkLst>
            <pc:docMk/>
            <pc:sldMk cId="4003805247" sldId="310"/>
            <ac:grpSpMk id="16" creationId="{710C476D-0D2E-5D2C-4662-7B99C3ACCEF1}"/>
          </ac:grpSpMkLst>
        </pc:grpChg>
      </pc:sldChg>
      <pc:sldChg chg="addSp delSp modSp new mod modTransition addAnim delAnim modAnim">
        <pc:chgData name="髙田　陽斗" userId="349aba5d-2d55-469e-b606-bfbbf5033a9d" providerId="ADAL" clId="{F75CD730-4B93-4946-A438-1D617634E6A9}" dt="2024-07-26T01:40:16.606" v="5445"/>
        <pc:sldMkLst>
          <pc:docMk/>
          <pc:sldMk cId="3940202341" sldId="311"/>
        </pc:sldMkLst>
        <pc:spChg chg="mod">
          <ac:chgData name="髙田　陽斗" userId="349aba5d-2d55-469e-b606-bfbbf5033a9d" providerId="ADAL" clId="{F75CD730-4B93-4946-A438-1D617634E6A9}" dt="2024-07-25T05:28:53.060" v="4256"/>
          <ac:spMkLst>
            <pc:docMk/>
            <pc:sldMk cId="3940202341" sldId="311"/>
            <ac:spMk id="4" creationId="{4D0A877D-DB65-81CC-3917-D9698AEC20B3}"/>
          </ac:spMkLst>
        </pc:spChg>
        <pc:spChg chg="mod">
          <ac:chgData name="髙田　陽斗" userId="349aba5d-2d55-469e-b606-bfbbf5033a9d" providerId="ADAL" clId="{F75CD730-4B93-4946-A438-1D617634E6A9}" dt="2024-07-25T05:28:53.060" v="4256"/>
          <ac:spMkLst>
            <pc:docMk/>
            <pc:sldMk cId="3940202341" sldId="311"/>
            <ac:spMk id="5" creationId="{6D5B1321-D46B-20D7-E594-317DA2958D31}"/>
          </ac:spMkLst>
        </pc:spChg>
        <pc:spChg chg="mod">
          <ac:chgData name="髙田　陽斗" userId="349aba5d-2d55-469e-b606-bfbbf5033a9d" providerId="ADAL" clId="{F75CD730-4B93-4946-A438-1D617634E6A9}" dt="2024-07-25T05:28:53.060" v="4256"/>
          <ac:spMkLst>
            <pc:docMk/>
            <pc:sldMk cId="3940202341" sldId="311"/>
            <ac:spMk id="6" creationId="{6835BA85-072A-ADEC-5CD3-CF3D50BC53E4}"/>
          </ac:spMkLst>
        </pc:spChg>
        <pc:spChg chg="mod">
          <ac:chgData name="髙田　陽斗" userId="349aba5d-2d55-469e-b606-bfbbf5033a9d" providerId="ADAL" clId="{F75CD730-4B93-4946-A438-1D617634E6A9}" dt="2024-07-25T05:28:53.060" v="4256"/>
          <ac:spMkLst>
            <pc:docMk/>
            <pc:sldMk cId="3940202341" sldId="311"/>
            <ac:spMk id="7" creationId="{0D476BB6-323B-11A7-BFA3-378C54855CBF}"/>
          </ac:spMkLst>
        </pc:spChg>
        <pc:spChg chg="add del mod">
          <ac:chgData name="髙田　陽斗" userId="349aba5d-2d55-469e-b606-bfbbf5033a9d" providerId="ADAL" clId="{F75CD730-4B93-4946-A438-1D617634E6A9}" dt="2024-07-25T05:37:05.351" v="4311" actId="478"/>
          <ac:spMkLst>
            <pc:docMk/>
            <pc:sldMk cId="3940202341" sldId="311"/>
            <ac:spMk id="8" creationId="{A8E6D843-8565-4C4D-1442-7F825CD0C7F8}"/>
          </ac:spMkLst>
        </pc:spChg>
        <pc:spChg chg="mod">
          <ac:chgData name="髙田　陽斗" userId="349aba5d-2d55-469e-b606-bfbbf5033a9d" providerId="ADAL" clId="{F75CD730-4B93-4946-A438-1D617634E6A9}" dt="2024-07-25T05:28:53.060" v="4256"/>
          <ac:spMkLst>
            <pc:docMk/>
            <pc:sldMk cId="3940202341" sldId="311"/>
            <ac:spMk id="10" creationId="{2ACFEF6C-5218-4A2E-D5C6-47C3CDA3BB29}"/>
          </ac:spMkLst>
        </pc:spChg>
        <pc:spChg chg="mod">
          <ac:chgData name="髙田　陽斗" userId="349aba5d-2d55-469e-b606-bfbbf5033a9d" providerId="ADAL" clId="{F75CD730-4B93-4946-A438-1D617634E6A9}" dt="2024-07-25T05:28:53.060" v="4256"/>
          <ac:spMkLst>
            <pc:docMk/>
            <pc:sldMk cId="3940202341" sldId="311"/>
            <ac:spMk id="11" creationId="{43538F0B-69FC-AF97-07EC-4E32CBD3B692}"/>
          </ac:spMkLst>
        </pc:spChg>
        <pc:spChg chg="add del mod">
          <ac:chgData name="髙田　陽斗" userId="349aba5d-2d55-469e-b606-bfbbf5033a9d" providerId="ADAL" clId="{F75CD730-4B93-4946-A438-1D617634E6A9}" dt="2024-07-25T05:37:05.351" v="4311" actId="478"/>
          <ac:spMkLst>
            <pc:docMk/>
            <pc:sldMk cId="3940202341" sldId="311"/>
            <ac:spMk id="12" creationId="{5CA439AB-5D5A-3A4C-23B7-BC149F396746}"/>
          </ac:spMkLst>
        </pc:spChg>
        <pc:spChg chg="add del mod">
          <ac:chgData name="髙田　陽斗" userId="349aba5d-2d55-469e-b606-bfbbf5033a9d" providerId="ADAL" clId="{F75CD730-4B93-4946-A438-1D617634E6A9}" dt="2024-07-25T05:37:05.351" v="4311" actId="478"/>
          <ac:spMkLst>
            <pc:docMk/>
            <pc:sldMk cId="3940202341" sldId="311"/>
            <ac:spMk id="13" creationId="{B204E699-5032-1078-8A2E-4A4B47F28ACE}"/>
          </ac:spMkLst>
        </pc:spChg>
        <pc:spChg chg="add del mod">
          <ac:chgData name="髙田　陽斗" userId="349aba5d-2d55-469e-b606-bfbbf5033a9d" providerId="ADAL" clId="{F75CD730-4B93-4946-A438-1D617634E6A9}" dt="2024-07-25T05:37:05.351" v="4311" actId="478"/>
          <ac:spMkLst>
            <pc:docMk/>
            <pc:sldMk cId="3940202341" sldId="311"/>
            <ac:spMk id="14" creationId="{20E43FD8-12AA-3928-E9E8-4BD1B9586351}"/>
          </ac:spMkLst>
        </pc:spChg>
        <pc:spChg chg="add del mod">
          <ac:chgData name="髙田　陽斗" userId="349aba5d-2d55-469e-b606-bfbbf5033a9d" providerId="ADAL" clId="{F75CD730-4B93-4946-A438-1D617634E6A9}" dt="2024-07-25T05:37:05.351" v="4311" actId="478"/>
          <ac:spMkLst>
            <pc:docMk/>
            <pc:sldMk cId="3940202341" sldId="311"/>
            <ac:spMk id="16" creationId="{CAD0378D-5883-04A3-F978-74D8428BF088}"/>
          </ac:spMkLst>
        </pc:spChg>
        <pc:spChg chg="add del mod">
          <ac:chgData name="髙田　陽斗" userId="349aba5d-2d55-469e-b606-bfbbf5033a9d" providerId="ADAL" clId="{F75CD730-4B93-4946-A438-1D617634E6A9}" dt="2024-07-25T05:37:05.351" v="4311" actId="478"/>
          <ac:spMkLst>
            <pc:docMk/>
            <pc:sldMk cId="3940202341" sldId="311"/>
            <ac:spMk id="17" creationId="{FB8908A0-95D6-01AC-5244-227E8051C589}"/>
          </ac:spMkLst>
        </pc:spChg>
        <pc:spChg chg="add del mod">
          <ac:chgData name="髙田　陽斗" userId="349aba5d-2d55-469e-b606-bfbbf5033a9d" providerId="ADAL" clId="{F75CD730-4B93-4946-A438-1D617634E6A9}" dt="2024-07-25T05:37:05.351" v="4311" actId="478"/>
          <ac:spMkLst>
            <pc:docMk/>
            <pc:sldMk cId="3940202341" sldId="311"/>
            <ac:spMk id="18" creationId="{BFE65FDE-B2B2-53E9-0480-ED33B459F3FC}"/>
          </ac:spMkLst>
        </pc:spChg>
        <pc:spChg chg="add del mod">
          <ac:chgData name="髙田　陽斗" userId="349aba5d-2d55-469e-b606-bfbbf5033a9d" providerId="ADAL" clId="{F75CD730-4B93-4946-A438-1D617634E6A9}" dt="2024-07-25T05:37:05.351" v="4311" actId="478"/>
          <ac:spMkLst>
            <pc:docMk/>
            <pc:sldMk cId="3940202341" sldId="311"/>
            <ac:spMk id="19" creationId="{25173D26-062D-2E2B-E313-C1EF97620BAD}"/>
          </ac:spMkLst>
        </pc:spChg>
        <pc:spChg chg="mod">
          <ac:chgData name="髙田　陽斗" userId="349aba5d-2d55-469e-b606-bfbbf5033a9d" providerId="ADAL" clId="{F75CD730-4B93-4946-A438-1D617634E6A9}" dt="2024-07-25T05:29:02.547" v="4257"/>
          <ac:spMkLst>
            <pc:docMk/>
            <pc:sldMk cId="3940202341" sldId="311"/>
            <ac:spMk id="21" creationId="{EBD00609-7B18-1146-72E4-7F4CFF01C05A}"/>
          </ac:spMkLst>
        </pc:spChg>
        <pc:spChg chg="mod">
          <ac:chgData name="髙田　陽斗" userId="349aba5d-2d55-469e-b606-bfbbf5033a9d" providerId="ADAL" clId="{F75CD730-4B93-4946-A438-1D617634E6A9}" dt="2024-07-25T05:29:02.547" v="4257"/>
          <ac:spMkLst>
            <pc:docMk/>
            <pc:sldMk cId="3940202341" sldId="311"/>
            <ac:spMk id="22" creationId="{DF20D7BA-2745-CD57-01FD-DF790DA87500}"/>
          </ac:spMkLst>
        </pc:spChg>
        <pc:spChg chg="add del mod">
          <ac:chgData name="髙田　陽斗" userId="349aba5d-2d55-469e-b606-bfbbf5033a9d" providerId="ADAL" clId="{F75CD730-4B93-4946-A438-1D617634E6A9}" dt="2024-07-25T05:29:25.291" v="4260" actId="478"/>
          <ac:spMkLst>
            <pc:docMk/>
            <pc:sldMk cId="3940202341" sldId="311"/>
            <ac:spMk id="23" creationId="{314F8C8D-243C-036A-6D2F-E494B6B82711}"/>
          </ac:spMkLst>
        </pc:spChg>
        <pc:spChg chg="add del mod">
          <ac:chgData name="髙田　陽斗" userId="349aba5d-2d55-469e-b606-bfbbf5033a9d" providerId="ADAL" clId="{F75CD730-4B93-4946-A438-1D617634E6A9}" dt="2024-07-25T05:29:25.291" v="4260" actId="478"/>
          <ac:spMkLst>
            <pc:docMk/>
            <pc:sldMk cId="3940202341" sldId="311"/>
            <ac:spMk id="24" creationId="{816D1E2B-F4A8-9367-33B3-CF36B6FB04C2}"/>
          </ac:spMkLst>
        </pc:spChg>
        <pc:spChg chg="add del mod">
          <ac:chgData name="髙田　陽斗" userId="349aba5d-2d55-469e-b606-bfbbf5033a9d" providerId="ADAL" clId="{F75CD730-4B93-4946-A438-1D617634E6A9}" dt="2024-07-25T05:29:25.291" v="4260" actId="478"/>
          <ac:spMkLst>
            <pc:docMk/>
            <pc:sldMk cId="3940202341" sldId="311"/>
            <ac:spMk id="25" creationId="{D276C4B1-C81E-8232-D92F-EA35C2AC0E8B}"/>
          </ac:spMkLst>
        </pc:spChg>
        <pc:spChg chg="add del mod">
          <ac:chgData name="髙田　陽斗" userId="349aba5d-2d55-469e-b606-bfbbf5033a9d" providerId="ADAL" clId="{F75CD730-4B93-4946-A438-1D617634E6A9}" dt="2024-07-25T05:29:25.291" v="4260" actId="478"/>
          <ac:spMkLst>
            <pc:docMk/>
            <pc:sldMk cId="3940202341" sldId="311"/>
            <ac:spMk id="26" creationId="{600E8871-F8AC-5785-D624-8F0C40472502}"/>
          </ac:spMkLst>
        </pc:spChg>
        <pc:spChg chg="add del mod">
          <ac:chgData name="髙田　陽斗" userId="349aba5d-2d55-469e-b606-bfbbf5033a9d" providerId="ADAL" clId="{F75CD730-4B93-4946-A438-1D617634E6A9}" dt="2024-07-25T05:29:25.291" v="4260" actId="478"/>
          <ac:spMkLst>
            <pc:docMk/>
            <pc:sldMk cId="3940202341" sldId="311"/>
            <ac:spMk id="27" creationId="{21CC3661-2AA8-BBDF-3E49-121C0CBEE0B2}"/>
          </ac:spMkLst>
        </pc:spChg>
        <pc:spChg chg="add del mod">
          <ac:chgData name="髙田　陽斗" userId="349aba5d-2d55-469e-b606-bfbbf5033a9d" providerId="ADAL" clId="{F75CD730-4B93-4946-A438-1D617634E6A9}" dt="2024-07-25T05:29:25.291" v="4260" actId="478"/>
          <ac:spMkLst>
            <pc:docMk/>
            <pc:sldMk cId="3940202341" sldId="311"/>
            <ac:spMk id="28" creationId="{1891E49B-DDCF-3FB5-2A1A-359FE214A678}"/>
          </ac:spMkLst>
        </pc:spChg>
        <pc:spChg chg="add del mod">
          <ac:chgData name="髙田　陽斗" userId="349aba5d-2d55-469e-b606-bfbbf5033a9d" providerId="ADAL" clId="{F75CD730-4B93-4946-A438-1D617634E6A9}" dt="2024-07-25T05:29:25.291" v="4260" actId="478"/>
          <ac:spMkLst>
            <pc:docMk/>
            <pc:sldMk cId="3940202341" sldId="311"/>
            <ac:spMk id="29" creationId="{F2DF487E-8397-4C4D-4F06-900585CB990D}"/>
          </ac:spMkLst>
        </pc:spChg>
        <pc:spChg chg="add del mod">
          <ac:chgData name="髙田　陽斗" userId="349aba5d-2d55-469e-b606-bfbbf5033a9d" providerId="ADAL" clId="{F75CD730-4B93-4946-A438-1D617634E6A9}" dt="2024-07-25T05:29:25.291" v="4260" actId="478"/>
          <ac:spMkLst>
            <pc:docMk/>
            <pc:sldMk cId="3940202341" sldId="311"/>
            <ac:spMk id="30" creationId="{671C041B-7096-07A8-77FD-FE06C8CD767C}"/>
          </ac:spMkLst>
        </pc:spChg>
        <pc:spChg chg="add del mod">
          <ac:chgData name="髙田　陽斗" userId="349aba5d-2d55-469e-b606-bfbbf5033a9d" providerId="ADAL" clId="{F75CD730-4B93-4946-A438-1D617634E6A9}" dt="2024-07-25T05:29:25.291" v="4260" actId="478"/>
          <ac:spMkLst>
            <pc:docMk/>
            <pc:sldMk cId="3940202341" sldId="311"/>
            <ac:spMk id="31" creationId="{F2321B9F-4825-B6AC-A367-9C96EC62B890}"/>
          </ac:spMkLst>
        </pc:spChg>
        <pc:spChg chg="add del mod">
          <ac:chgData name="髙田　陽斗" userId="349aba5d-2d55-469e-b606-bfbbf5033a9d" providerId="ADAL" clId="{F75CD730-4B93-4946-A438-1D617634E6A9}" dt="2024-07-25T05:36:52.965" v="4309" actId="478"/>
          <ac:spMkLst>
            <pc:docMk/>
            <pc:sldMk cId="3940202341" sldId="311"/>
            <ac:spMk id="32" creationId="{3F394309-264F-B8E9-C104-A625E378D079}"/>
          </ac:spMkLst>
        </pc:spChg>
        <pc:spChg chg="mod">
          <ac:chgData name="髙田　陽斗" userId="349aba5d-2d55-469e-b606-bfbbf5033a9d" providerId="ADAL" clId="{F75CD730-4B93-4946-A438-1D617634E6A9}" dt="2024-07-25T05:31:08.955" v="4266"/>
          <ac:spMkLst>
            <pc:docMk/>
            <pc:sldMk cId="3940202341" sldId="311"/>
            <ac:spMk id="34" creationId="{BDA4A000-E063-E47A-C29A-BF27CD301B6D}"/>
          </ac:spMkLst>
        </pc:spChg>
        <pc:spChg chg="mod">
          <ac:chgData name="髙田　陽斗" userId="349aba5d-2d55-469e-b606-bfbbf5033a9d" providerId="ADAL" clId="{F75CD730-4B93-4946-A438-1D617634E6A9}" dt="2024-07-25T05:31:08.955" v="4266"/>
          <ac:spMkLst>
            <pc:docMk/>
            <pc:sldMk cId="3940202341" sldId="311"/>
            <ac:spMk id="35" creationId="{76C343A4-332C-8132-5519-22DFA42180DA}"/>
          </ac:spMkLst>
        </pc:spChg>
        <pc:spChg chg="add del mod">
          <ac:chgData name="髙田　陽斗" userId="349aba5d-2d55-469e-b606-bfbbf5033a9d" providerId="ADAL" clId="{F75CD730-4B93-4946-A438-1D617634E6A9}" dt="2024-07-25T05:37:05.351" v="4311" actId="478"/>
          <ac:spMkLst>
            <pc:docMk/>
            <pc:sldMk cId="3940202341" sldId="311"/>
            <ac:spMk id="36" creationId="{99531C8A-8A3F-2CE2-D6AB-E19A0142AA2D}"/>
          </ac:spMkLst>
        </pc:spChg>
        <pc:spChg chg="add del mod">
          <ac:chgData name="髙田　陽斗" userId="349aba5d-2d55-469e-b606-bfbbf5033a9d" providerId="ADAL" clId="{F75CD730-4B93-4946-A438-1D617634E6A9}" dt="2024-07-25T05:37:05.351" v="4311" actId="478"/>
          <ac:spMkLst>
            <pc:docMk/>
            <pc:sldMk cId="3940202341" sldId="311"/>
            <ac:spMk id="37" creationId="{26EEC613-8E94-4F24-7FDF-0DB50E67E76F}"/>
          </ac:spMkLst>
        </pc:spChg>
        <pc:spChg chg="add del mod">
          <ac:chgData name="髙田　陽斗" userId="349aba5d-2d55-469e-b606-bfbbf5033a9d" providerId="ADAL" clId="{F75CD730-4B93-4946-A438-1D617634E6A9}" dt="2024-07-25T05:37:05.351" v="4311" actId="478"/>
          <ac:spMkLst>
            <pc:docMk/>
            <pc:sldMk cId="3940202341" sldId="311"/>
            <ac:spMk id="38" creationId="{8B7BE0BE-7E3D-88C7-2088-C87D9FB3D06E}"/>
          </ac:spMkLst>
        </pc:spChg>
        <pc:spChg chg="add del mod">
          <ac:chgData name="髙田　陽斗" userId="349aba5d-2d55-469e-b606-bfbbf5033a9d" providerId="ADAL" clId="{F75CD730-4B93-4946-A438-1D617634E6A9}" dt="2024-07-25T05:37:05.351" v="4311" actId="478"/>
          <ac:spMkLst>
            <pc:docMk/>
            <pc:sldMk cId="3940202341" sldId="311"/>
            <ac:spMk id="39" creationId="{6F64FEC7-9D15-25A9-D0B5-341DE5032980}"/>
          </ac:spMkLst>
        </pc:spChg>
        <pc:spChg chg="add del mod">
          <ac:chgData name="髙田　陽斗" userId="349aba5d-2d55-469e-b606-bfbbf5033a9d" providerId="ADAL" clId="{F75CD730-4B93-4946-A438-1D617634E6A9}" dt="2024-07-25T05:37:05.351" v="4311" actId="478"/>
          <ac:spMkLst>
            <pc:docMk/>
            <pc:sldMk cId="3940202341" sldId="311"/>
            <ac:spMk id="40" creationId="{4D819EB5-74C4-1DA9-20E0-B3AF6BDE4F81}"/>
          </ac:spMkLst>
        </pc:spChg>
        <pc:spChg chg="add del mod">
          <ac:chgData name="髙田　陽斗" userId="349aba5d-2d55-469e-b606-bfbbf5033a9d" providerId="ADAL" clId="{F75CD730-4B93-4946-A438-1D617634E6A9}" dt="2024-07-25T05:37:05.351" v="4311" actId="478"/>
          <ac:spMkLst>
            <pc:docMk/>
            <pc:sldMk cId="3940202341" sldId="311"/>
            <ac:spMk id="41" creationId="{4E260400-3767-A659-9220-C76AE3F5C21B}"/>
          </ac:spMkLst>
        </pc:spChg>
        <pc:spChg chg="add del mod">
          <ac:chgData name="髙田　陽斗" userId="349aba5d-2d55-469e-b606-bfbbf5033a9d" providerId="ADAL" clId="{F75CD730-4B93-4946-A438-1D617634E6A9}" dt="2024-07-25T05:37:05.351" v="4311" actId="478"/>
          <ac:spMkLst>
            <pc:docMk/>
            <pc:sldMk cId="3940202341" sldId="311"/>
            <ac:spMk id="42" creationId="{5BD2AC6E-2027-2578-BE91-E1C67E64926E}"/>
          </ac:spMkLst>
        </pc:spChg>
        <pc:spChg chg="add del mod">
          <ac:chgData name="髙田　陽斗" userId="349aba5d-2d55-469e-b606-bfbbf5033a9d" providerId="ADAL" clId="{F75CD730-4B93-4946-A438-1D617634E6A9}" dt="2024-07-25T05:37:05.351" v="4311" actId="478"/>
          <ac:spMkLst>
            <pc:docMk/>
            <pc:sldMk cId="3940202341" sldId="311"/>
            <ac:spMk id="43" creationId="{C9D6E964-95C0-5483-D0C2-28069D8E17EB}"/>
          </ac:spMkLst>
        </pc:spChg>
        <pc:spChg chg="add del mod">
          <ac:chgData name="髙田　陽斗" userId="349aba5d-2d55-469e-b606-bfbbf5033a9d" providerId="ADAL" clId="{F75CD730-4B93-4946-A438-1D617634E6A9}" dt="2024-07-25T05:37:05.351" v="4311" actId="478"/>
          <ac:spMkLst>
            <pc:docMk/>
            <pc:sldMk cId="3940202341" sldId="311"/>
            <ac:spMk id="44" creationId="{0143CCC0-7E5C-2E08-3F4C-2ED543676E17}"/>
          </ac:spMkLst>
        </pc:spChg>
        <pc:spChg chg="add del mod">
          <ac:chgData name="髙田　陽斗" userId="349aba5d-2d55-469e-b606-bfbbf5033a9d" providerId="ADAL" clId="{F75CD730-4B93-4946-A438-1D617634E6A9}" dt="2024-07-25T05:37:05.351" v="4311" actId="478"/>
          <ac:spMkLst>
            <pc:docMk/>
            <pc:sldMk cId="3940202341" sldId="311"/>
            <ac:spMk id="45" creationId="{1D1950C6-5C85-3110-CCDA-A4680EA81DF0}"/>
          </ac:spMkLst>
        </pc:spChg>
        <pc:spChg chg="add del mod">
          <ac:chgData name="髙田　陽斗" userId="349aba5d-2d55-469e-b606-bfbbf5033a9d" providerId="ADAL" clId="{F75CD730-4B93-4946-A438-1D617634E6A9}" dt="2024-07-25T05:37:05.351" v="4311" actId="478"/>
          <ac:spMkLst>
            <pc:docMk/>
            <pc:sldMk cId="3940202341" sldId="311"/>
            <ac:spMk id="46" creationId="{67AAD893-8C16-1AF4-5E65-7EC296501EE1}"/>
          </ac:spMkLst>
        </pc:spChg>
        <pc:spChg chg="mod">
          <ac:chgData name="髙田　陽斗" userId="349aba5d-2d55-469e-b606-bfbbf5033a9d" providerId="ADAL" clId="{F75CD730-4B93-4946-A438-1D617634E6A9}" dt="2024-07-25T05:37:24.319" v="4312"/>
          <ac:spMkLst>
            <pc:docMk/>
            <pc:sldMk cId="3940202341" sldId="311"/>
            <ac:spMk id="49" creationId="{DD4D8FAE-C299-CC86-4CDA-4A8B1388FCAC}"/>
          </ac:spMkLst>
        </pc:spChg>
        <pc:spChg chg="mod">
          <ac:chgData name="髙田　陽斗" userId="349aba5d-2d55-469e-b606-bfbbf5033a9d" providerId="ADAL" clId="{F75CD730-4B93-4946-A438-1D617634E6A9}" dt="2024-07-25T05:37:24.319" v="4312"/>
          <ac:spMkLst>
            <pc:docMk/>
            <pc:sldMk cId="3940202341" sldId="311"/>
            <ac:spMk id="50" creationId="{74C3D6A4-A8AC-A752-5267-2E506B3BC0CE}"/>
          </ac:spMkLst>
        </pc:spChg>
        <pc:spChg chg="mod">
          <ac:chgData name="髙田　陽斗" userId="349aba5d-2d55-469e-b606-bfbbf5033a9d" providerId="ADAL" clId="{F75CD730-4B93-4946-A438-1D617634E6A9}" dt="2024-07-25T05:37:24.319" v="4312"/>
          <ac:spMkLst>
            <pc:docMk/>
            <pc:sldMk cId="3940202341" sldId="311"/>
            <ac:spMk id="51" creationId="{23702E31-EA61-44AD-3041-462DB1694BE7}"/>
          </ac:spMkLst>
        </pc:spChg>
        <pc:spChg chg="mod">
          <ac:chgData name="髙田　陽斗" userId="349aba5d-2d55-469e-b606-bfbbf5033a9d" providerId="ADAL" clId="{F75CD730-4B93-4946-A438-1D617634E6A9}" dt="2024-07-25T05:37:24.319" v="4312"/>
          <ac:spMkLst>
            <pc:docMk/>
            <pc:sldMk cId="3940202341" sldId="311"/>
            <ac:spMk id="52" creationId="{1498E227-E84F-0201-0A73-E47DE17FB3D2}"/>
          </ac:spMkLst>
        </pc:spChg>
        <pc:spChg chg="mod">
          <ac:chgData name="髙田　陽斗" userId="349aba5d-2d55-469e-b606-bfbbf5033a9d" providerId="ADAL" clId="{F75CD730-4B93-4946-A438-1D617634E6A9}" dt="2024-07-25T05:37:24.319" v="4312"/>
          <ac:spMkLst>
            <pc:docMk/>
            <pc:sldMk cId="3940202341" sldId="311"/>
            <ac:spMk id="54" creationId="{B3C50065-8A19-4597-7A6F-6701EE434027}"/>
          </ac:spMkLst>
        </pc:spChg>
        <pc:spChg chg="mod">
          <ac:chgData name="髙田　陽斗" userId="349aba5d-2d55-469e-b606-bfbbf5033a9d" providerId="ADAL" clId="{F75CD730-4B93-4946-A438-1D617634E6A9}" dt="2024-07-25T05:37:24.319" v="4312"/>
          <ac:spMkLst>
            <pc:docMk/>
            <pc:sldMk cId="3940202341" sldId="311"/>
            <ac:spMk id="55" creationId="{EBE21F46-4D64-3816-D030-5D46F70EF67C}"/>
          </ac:spMkLst>
        </pc:spChg>
        <pc:spChg chg="add del mod">
          <ac:chgData name="髙田　陽斗" userId="349aba5d-2d55-469e-b606-bfbbf5033a9d" providerId="ADAL" clId="{F75CD730-4B93-4946-A438-1D617634E6A9}" dt="2024-07-25T05:44:03.547" v="4370" actId="478"/>
          <ac:spMkLst>
            <pc:docMk/>
            <pc:sldMk cId="3940202341" sldId="311"/>
            <ac:spMk id="56" creationId="{F3F8C506-5E9D-9D64-166A-7B2E259A8724}"/>
          </ac:spMkLst>
        </pc:spChg>
        <pc:spChg chg="add del mod">
          <ac:chgData name="髙田　陽斗" userId="349aba5d-2d55-469e-b606-bfbbf5033a9d" providerId="ADAL" clId="{F75CD730-4B93-4946-A438-1D617634E6A9}" dt="2024-07-25T05:44:03.547" v="4370" actId="478"/>
          <ac:spMkLst>
            <pc:docMk/>
            <pc:sldMk cId="3940202341" sldId="311"/>
            <ac:spMk id="57" creationId="{075C0236-2E48-1381-4CCE-4477477486E9}"/>
          </ac:spMkLst>
        </pc:spChg>
        <pc:spChg chg="add del mod">
          <ac:chgData name="髙田　陽斗" userId="349aba5d-2d55-469e-b606-bfbbf5033a9d" providerId="ADAL" clId="{F75CD730-4B93-4946-A438-1D617634E6A9}" dt="2024-07-25T05:44:03.547" v="4370" actId="478"/>
          <ac:spMkLst>
            <pc:docMk/>
            <pc:sldMk cId="3940202341" sldId="311"/>
            <ac:spMk id="58" creationId="{A565CE69-C96E-803F-4644-A1F5D4E1CCE8}"/>
          </ac:spMkLst>
        </pc:spChg>
        <pc:spChg chg="add del mod">
          <ac:chgData name="髙田　陽斗" userId="349aba5d-2d55-469e-b606-bfbbf5033a9d" providerId="ADAL" clId="{F75CD730-4B93-4946-A438-1D617634E6A9}" dt="2024-07-25T05:44:03.547" v="4370" actId="478"/>
          <ac:spMkLst>
            <pc:docMk/>
            <pc:sldMk cId="3940202341" sldId="311"/>
            <ac:spMk id="60" creationId="{C0D25F37-2CBF-E721-2688-FC9C6AB7E608}"/>
          </ac:spMkLst>
        </pc:spChg>
        <pc:spChg chg="add del mod">
          <ac:chgData name="髙田　陽斗" userId="349aba5d-2d55-469e-b606-bfbbf5033a9d" providerId="ADAL" clId="{F75CD730-4B93-4946-A438-1D617634E6A9}" dt="2024-07-25T05:44:03.547" v="4370" actId="478"/>
          <ac:spMkLst>
            <pc:docMk/>
            <pc:sldMk cId="3940202341" sldId="311"/>
            <ac:spMk id="61" creationId="{8FDEB406-B3BC-88D3-A7FA-14A48E311E87}"/>
          </ac:spMkLst>
        </pc:spChg>
        <pc:spChg chg="add del mod">
          <ac:chgData name="髙田　陽斗" userId="349aba5d-2d55-469e-b606-bfbbf5033a9d" providerId="ADAL" clId="{F75CD730-4B93-4946-A438-1D617634E6A9}" dt="2024-07-25T05:44:03.547" v="4370" actId="478"/>
          <ac:spMkLst>
            <pc:docMk/>
            <pc:sldMk cId="3940202341" sldId="311"/>
            <ac:spMk id="62" creationId="{9B45F92B-726A-1A5F-85B6-DF5F46F69880}"/>
          </ac:spMkLst>
        </pc:spChg>
        <pc:spChg chg="add del mod">
          <ac:chgData name="髙田　陽斗" userId="349aba5d-2d55-469e-b606-bfbbf5033a9d" providerId="ADAL" clId="{F75CD730-4B93-4946-A438-1D617634E6A9}" dt="2024-07-25T05:42:57.314" v="4362" actId="478"/>
          <ac:spMkLst>
            <pc:docMk/>
            <pc:sldMk cId="3940202341" sldId="311"/>
            <ac:spMk id="63" creationId="{CE12D631-B0D3-B776-8121-EC5AF4176741}"/>
          </ac:spMkLst>
        </pc:spChg>
        <pc:spChg chg="add del mod">
          <ac:chgData name="髙田　陽斗" userId="349aba5d-2d55-469e-b606-bfbbf5033a9d" providerId="ADAL" clId="{F75CD730-4B93-4946-A438-1D617634E6A9}" dt="2024-07-25T05:41:48.638" v="4350" actId="11529"/>
          <ac:spMkLst>
            <pc:docMk/>
            <pc:sldMk cId="3940202341" sldId="311"/>
            <ac:spMk id="64" creationId="{F3BB5A24-4A36-66E6-A759-CD04216EF180}"/>
          </ac:spMkLst>
        </pc:spChg>
        <pc:spChg chg="mod topLvl">
          <ac:chgData name="髙田　陽斗" userId="349aba5d-2d55-469e-b606-bfbbf5033a9d" providerId="ADAL" clId="{F75CD730-4B93-4946-A438-1D617634E6A9}" dt="2024-07-25T05:41:46.954" v="4345" actId="165"/>
          <ac:spMkLst>
            <pc:docMk/>
            <pc:sldMk cId="3940202341" sldId="311"/>
            <ac:spMk id="67" creationId="{0B967DA6-BEB2-32D1-E4E1-F43E6E32CD86}"/>
          </ac:spMkLst>
        </pc:spChg>
        <pc:spChg chg="mod topLvl">
          <ac:chgData name="髙田　陽斗" userId="349aba5d-2d55-469e-b606-bfbbf5033a9d" providerId="ADAL" clId="{F75CD730-4B93-4946-A438-1D617634E6A9}" dt="2024-07-25T05:41:46.954" v="4345" actId="165"/>
          <ac:spMkLst>
            <pc:docMk/>
            <pc:sldMk cId="3940202341" sldId="311"/>
            <ac:spMk id="68" creationId="{F1C4444A-68B9-F975-C8AB-A9A91D28D3E9}"/>
          </ac:spMkLst>
        </pc:spChg>
        <pc:spChg chg="mod topLvl">
          <ac:chgData name="髙田　陽斗" userId="349aba5d-2d55-469e-b606-bfbbf5033a9d" providerId="ADAL" clId="{F75CD730-4B93-4946-A438-1D617634E6A9}" dt="2024-07-25T05:41:46.954" v="4345" actId="165"/>
          <ac:spMkLst>
            <pc:docMk/>
            <pc:sldMk cId="3940202341" sldId="311"/>
            <ac:spMk id="69" creationId="{5DEF9584-F625-598F-4F0D-F1CE4B03C2EC}"/>
          </ac:spMkLst>
        </pc:spChg>
        <pc:spChg chg="mod topLvl">
          <ac:chgData name="髙田　陽斗" userId="349aba5d-2d55-469e-b606-bfbbf5033a9d" providerId="ADAL" clId="{F75CD730-4B93-4946-A438-1D617634E6A9}" dt="2024-07-25T05:41:46.954" v="4345" actId="165"/>
          <ac:spMkLst>
            <pc:docMk/>
            <pc:sldMk cId="3940202341" sldId="311"/>
            <ac:spMk id="70" creationId="{F3B8802D-D6BE-B50B-C8BE-FFF3F195561B}"/>
          </ac:spMkLst>
        </pc:spChg>
        <pc:spChg chg="mod topLvl">
          <ac:chgData name="髙田　陽斗" userId="349aba5d-2d55-469e-b606-bfbbf5033a9d" providerId="ADAL" clId="{F75CD730-4B93-4946-A438-1D617634E6A9}" dt="2024-07-25T05:41:46.954" v="4345" actId="165"/>
          <ac:spMkLst>
            <pc:docMk/>
            <pc:sldMk cId="3940202341" sldId="311"/>
            <ac:spMk id="71" creationId="{B85F972D-99AD-5603-47EC-77C54F37CC7C}"/>
          </ac:spMkLst>
        </pc:spChg>
        <pc:spChg chg="mod topLvl">
          <ac:chgData name="髙田　陽斗" userId="349aba5d-2d55-469e-b606-bfbbf5033a9d" providerId="ADAL" clId="{F75CD730-4B93-4946-A438-1D617634E6A9}" dt="2024-07-25T05:41:46.954" v="4345" actId="165"/>
          <ac:spMkLst>
            <pc:docMk/>
            <pc:sldMk cId="3940202341" sldId="311"/>
            <ac:spMk id="72" creationId="{816B2F36-D2B1-75D0-CEFA-F96DB88CA753}"/>
          </ac:spMkLst>
        </pc:spChg>
        <pc:spChg chg="mod topLvl">
          <ac:chgData name="髙田　陽斗" userId="349aba5d-2d55-469e-b606-bfbbf5033a9d" providerId="ADAL" clId="{F75CD730-4B93-4946-A438-1D617634E6A9}" dt="2024-07-25T05:41:46.954" v="4345" actId="165"/>
          <ac:spMkLst>
            <pc:docMk/>
            <pc:sldMk cId="3940202341" sldId="311"/>
            <ac:spMk id="73" creationId="{F35087C2-E910-BF62-238D-3B1DEF48B74C}"/>
          </ac:spMkLst>
        </pc:spChg>
        <pc:spChg chg="mod topLvl">
          <ac:chgData name="髙田　陽斗" userId="349aba5d-2d55-469e-b606-bfbbf5033a9d" providerId="ADAL" clId="{F75CD730-4B93-4946-A438-1D617634E6A9}" dt="2024-07-25T05:41:46.954" v="4345" actId="165"/>
          <ac:spMkLst>
            <pc:docMk/>
            <pc:sldMk cId="3940202341" sldId="311"/>
            <ac:spMk id="74" creationId="{4F7EDA81-FFF4-1E7A-A4A6-AC5815AA93B9}"/>
          </ac:spMkLst>
        </pc:spChg>
        <pc:spChg chg="mod topLvl">
          <ac:chgData name="髙田　陽斗" userId="349aba5d-2d55-469e-b606-bfbbf5033a9d" providerId="ADAL" clId="{F75CD730-4B93-4946-A438-1D617634E6A9}" dt="2024-07-25T05:41:46.954" v="4345" actId="165"/>
          <ac:spMkLst>
            <pc:docMk/>
            <pc:sldMk cId="3940202341" sldId="311"/>
            <ac:spMk id="75" creationId="{F8AD650A-59A2-1185-D374-A7FCFB84C20F}"/>
          </ac:spMkLst>
        </pc:spChg>
        <pc:spChg chg="mod topLvl">
          <ac:chgData name="髙田　陽斗" userId="349aba5d-2d55-469e-b606-bfbbf5033a9d" providerId="ADAL" clId="{F75CD730-4B93-4946-A438-1D617634E6A9}" dt="2024-07-25T05:41:46.954" v="4345" actId="165"/>
          <ac:spMkLst>
            <pc:docMk/>
            <pc:sldMk cId="3940202341" sldId="311"/>
            <ac:spMk id="76" creationId="{D59E62CE-9A56-A3AE-92A4-2C8647AFCD8F}"/>
          </ac:spMkLst>
        </pc:spChg>
        <pc:spChg chg="mod topLvl">
          <ac:chgData name="髙田　陽斗" userId="349aba5d-2d55-469e-b606-bfbbf5033a9d" providerId="ADAL" clId="{F75CD730-4B93-4946-A438-1D617634E6A9}" dt="2024-07-25T05:41:46.954" v="4345" actId="165"/>
          <ac:spMkLst>
            <pc:docMk/>
            <pc:sldMk cId="3940202341" sldId="311"/>
            <ac:spMk id="77" creationId="{25E5C3B0-D2B7-3E3C-3C08-9A560217B0B1}"/>
          </ac:spMkLst>
        </pc:spChg>
        <pc:spChg chg="mod">
          <ac:chgData name="髙田　陽斗" userId="349aba5d-2d55-469e-b606-bfbbf5033a9d" providerId="ADAL" clId="{F75CD730-4B93-4946-A438-1D617634E6A9}" dt="2024-07-25T05:41:46.954" v="4345" actId="165"/>
          <ac:spMkLst>
            <pc:docMk/>
            <pc:sldMk cId="3940202341" sldId="311"/>
            <ac:spMk id="78" creationId="{CF50FD85-D378-36D4-3AED-0CE50948E229}"/>
          </ac:spMkLst>
        </pc:spChg>
        <pc:spChg chg="mod">
          <ac:chgData name="髙田　陽斗" userId="349aba5d-2d55-469e-b606-bfbbf5033a9d" providerId="ADAL" clId="{F75CD730-4B93-4946-A438-1D617634E6A9}" dt="2024-07-25T05:41:46.954" v="4345" actId="165"/>
          <ac:spMkLst>
            <pc:docMk/>
            <pc:sldMk cId="3940202341" sldId="311"/>
            <ac:spMk id="79" creationId="{B4B13729-CFF0-C0C4-5463-93BEE0463257}"/>
          </ac:spMkLst>
        </pc:spChg>
        <pc:spChg chg="add del mod">
          <ac:chgData name="髙田　陽斗" userId="349aba5d-2d55-469e-b606-bfbbf5033a9d" providerId="ADAL" clId="{F75CD730-4B93-4946-A438-1D617634E6A9}" dt="2024-07-25T05:43:58.364" v="4369" actId="478"/>
          <ac:spMkLst>
            <pc:docMk/>
            <pc:sldMk cId="3940202341" sldId="311"/>
            <ac:spMk id="80" creationId="{9FA64DF8-8676-D7AA-82FC-58F2C48B4113}"/>
          </ac:spMkLst>
        </pc:spChg>
        <pc:spChg chg="mod">
          <ac:chgData name="髙田　陽斗" userId="349aba5d-2d55-469e-b606-bfbbf5033a9d" providerId="ADAL" clId="{F75CD730-4B93-4946-A438-1D617634E6A9}" dt="2024-07-25T05:43:09.495" v="4365"/>
          <ac:spMkLst>
            <pc:docMk/>
            <pc:sldMk cId="3940202341" sldId="311"/>
            <ac:spMk id="82" creationId="{A75A84AA-0D51-6589-0FB3-186517B19FBC}"/>
          </ac:spMkLst>
        </pc:spChg>
        <pc:spChg chg="mod">
          <ac:chgData name="髙田　陽斗" userId="349aba5d-2d55-469e-b606-bfbbf5033a9d" providerId="ADAL" clId="{F75CD730-4B93-4946-A438-1D617634E6A9}" dt="2024-07-25T05:43:09.495" v="4365"/>
          <ac:spMkLst>
            <pc:docMk/>
            <pc:sldMk cId="3940202341" sldId="311"/>
            <ac:spMk id="83" creationId="{892D2751-F320-461C-9CCE-3F40B8C13FCC}"/>
          </ac:spMkLst>
        </pc:spChg>
        <pc:spChg chg="add del mod">
          <ac:chgData name="髙田　陽斗" userId="349aba5d-2d55-469e-b606-bfbbf5033a9d" providerId="ADAL" clId="{F75CD730-4B93-4946-A438-1D617634E6A9}" dt="2024-07-25T05:44:03.547" v="4370" actId="478"/>
          <ac:spMkLst>
            <pc:docMk/>
            <pc:sldMk cId="3940202341" sldId="311"/>
            <ac:spMk id="84" creationId="{FD425511-64ED-D31C-5669-C795A79C84F2}"/>
          </ac:spMkLst>
        </pc:spChg>
        <pc:spChg chg="add del mod">
          <ac:chgData name="髙田　陽斗" userId="349aba5d-2d55-469e-b606-bfbbf5033a9d" providerId="ADAL" clId="{F75CD730-4B93-4946-A438-1D617634E6A9}" dt="2024-07-25T05:44:03.547" v="4370" actId="478"/>
          <ac:spMkLst>
            <pc:docMk/>
            <pc:sldMk cId="3940202341" sldId="311"/>
            <ac:spMk id="85" creationId="{751C0CAB-F595-2B85-CEA8-0285CF2DCCE7}"/>
          </ac:spMkLst>
        </pc:spChg>
        <pc:spChg chg="add del mod">
          <ac:chgData name="髙田　陽斗" userId="349aba5d-2d55-469e-b606-bfbbf5033a9d" providerId="ADAL" clId="{F75CD730-4B93-4946-A438-1D617634E6A9}" dt="2024-07-25T05:44:03.547" v="4370" actId="478"/>
          <ac:spMkLst>
            <pc:docMk/>
            <pc:sldMk cId="3940202341" sldId="311"/>
            <ac:spMk id="86" creationId="{F0D20C2D-4F97-F788-9950-5154452BC2B9}"/>
          </ac:spMkLst>
        </pc:spChg>
        <pc:spChg chg="add del mod">
          <ac:chgData name="髙田　陽斗" userId="349aba5d-2d55-469e-b606-bfbbf5033a9d" providerId="ADAL" clId="{F75CD730-4B93-4946-A438-1D617634E6A9}" dt="2024-07-25T05:44:03.547" v="4370" actId="478"/>
          <ac:spMkLst>
            <pc:docMk/>
            <pc:sldMk cId="3940202341" sldId="311"/>
            <ac:spMk id="87" creationId="{2513D3F0-BB2F-D4C8-86B2-1A796B9CF54A}"/>
          </ac:spMkLst>
        </pc:spChg>
        <pc:spChg chg="add del mod">
          <ac:chgData name="髙田　陽斗" userId="349aba5d-2d55-469e-b606-bfbbf5033a9d" providerId="ADAL" clId="{F75CD730-4B93-4946-A438-1D617634E6A9}" dt="2024-07-25T05:44:03.547" v="4370" actId="478"/>
          <ac:spMkLst>
            <pc:docMk/>
            <pc:sldMk cId="3940202341" sldId="311"/>
            <ac:spMk id="88" creationId="{5E14A7C7-3088-62E6-80AB-9C063CD838C8}"/>
          </ac:spMkLst>
        </pc:spChg>
        <pc:spChg chg="add del mod">
          <ac:chgData name="髙田　陽斗" userId="349aba5d-2d55-469e-b606-bfbbf5033a9d" providerId="ADAL" clId="{F75CD730-4B93-4946-A438-1D617634E6A9}" dt="2024-07-25T05:44:03.547" v="4370" actId="478"/>
          <ac:spMkLst>
            <pc:docMk/>
            <pc:sldMk cId="3940202341" sldId="311"/>
            <ac:spMk id="89" creationId="{5DFA62D4-60B6-4D11-DFA6-F7777260D05E}"/>
          </ac:spMkLst>
        </pc:spChg>
        <pc:spChg chg="add del mod">
          <ac:chgData name="髙田　陽斗" userId="349aba5d-2d55-469e-b606-bfbbf5033a9d" providerId="ADAL" clId="{F75CD730-4B93-4946-A438-1D617634E6A9}" dt="2024-07-25T05:44:03.547" v="4370" actId="478"/>
          <ac:spMkLst>
            <pc:docMk/>
            <pc:sldMk cId="3940202341" sldId="311"/>
            <ac:spMk id="90" creationId="{A4648A3C-B60B-A793-4AA6-0DBEF2786C8E}"/>
          </ac:spMkLst>
        </pc:spChg>
        <pc:spChg chg="add del mod">
          <ac:chgData name="髙田　陽斗" userId="349aba5d-2d55-469e-b606-bfbbf5033a9d" providerId="ADAL" clId="{F75CD730-4B93-4946-A438-1D617634E6A9}" dt="2024-07-25T05:44:03.547" v="4370" actId="478"/>
          <ac:spMkLst>
            <pc:docMk/>
            <pc:sldMk cId="3940202341" sldId="311"/>
            <ac:spMk id="91" creationId="{42268E51-E92E-AC07-8164-7B7D729906FB}"/>
          </ac:spMkLst>
        </pc:spChg>
        <pc:spChg chg="add del mod">
          <ac:chgData name="髙田　陽斗" userId="349aba5d-2d55-469e-b606-bfbbf5033a9d" providerId="ADAL" clId="{F75CD730-4B93-4946-A438-1D617634E6A9}" dt="2024-07-25T05:44:03.547" v="4370" actId="478"/>
          <ac:spMkLst>
            <pc:docMk/>
            <pc:sldMk cId="3940202341" sldId="311"/>
            <ac:spMk id="92" creationId="{38DB2C5F-8347-07B7-E5C2-C0DD183A56EB}"/>
          </ac:spMkLst>
        </pc:spChg>
        <pc:spChg chg="add del mod">
          <ac:chgData name="髙田　陽斗" userId="349aba5d-2d55-469e-b606-bfbbf5033a9d" providerId="ADAL" clId="{F75CD730-4B93-4946-A438-1D617634E6A9}" dt="2024-07-25T05:44:03.547" v="4370" actId="478"/>
          <ac:spMkLst>
            <pc:docMk/>
            <pc:sldMk cId="3940202341" sldId="311"/>
            <ac:spMk id="93" creationId="{3AC214C2-5F55-4B42-964B-42C7EB7BC795}"/>
          </ac:spMkLst>
        </pc:spChg>
        <pc:spChg chg="add del mod">
          <ac:chgData name="髙田　陽斗" userId="349aba5d-2d55-469e-b606-bfbbf5033a9d" providerId="ADAL" clId="{F75CD730-4B93-4946-A438-1D617634E6A9}" dt="2024-07-25T05:44:03.547" v="4370" actId="478"/>
          <ac:spMkLst>
            <pc:docMk/>
            <pc:sldMk cId="3940202341" sldId="311"/>
            <ac:spMk id="94" creationId="{77552045-CE29-65B5-0562-D73C38206E6D}"/>
          </ac:spMkLst>
        </pc:spChg>
        <pc:spChg chg="mod">
          <ac:chgData name="髙田　陽斗" userId="349aba5d-2d55-469e-b606-bfbbf5033a9d" providerId="ADAL" clId="{F75CD730-4B93-4946-A438-1D617634E6A9}" dt="2024-07-25T05:44:17.692" v="4371"/>
          <ac:spMkLst>
            <pc:docMk/>
            <pc:sldMk cId="3940202341" sldId="311"/>
            <ac:spMk id="97" creationId="{A041A7BC-75D9-FF32-5D94-0BCD75226543}"/>
          </ac:spMkLst>
        </pc:spChg>
        <pc:spChg chg="mod">
          <ac:chgData name="髙田　陽斗" userId="349aba5d-2d55-469e-b606-bfbbf5033a9d" providerId="ADAL" clId="{F75CD730-4B93-4946-A438-1D617634E6A9}" dt="2024-07-25T05:44:17.692" v="4371"/>
          <ac:spMkLst>
            <pc:docMk/>
            <pc:sldMk cId="3940202341" sldId="311"/>
            <ac:spMk id="98" creationId="{8D216D68-C5D1-A05D-697C-7E419D3CA801}"/>
          </ac:spMkLst>
        </pc:spChg>
        <pc:spChg chg="mod">
          <ac:chgData name="髙田　陽斗" userId="349aba5d-2d55-469e-b606-bfbbf5033a9d" providerId="ADAL" clId="{F75CD730-4B93-4946-A438-1D617634E6A9}" dt="2024-07-25T05:44:17.692" v="4371"/>
          <ac:spMkLst>
            <pc:docMk/>
            <pc:sldMk cId="3940202341" sldId="311"/>
            <ac:spMk id="99" creationId="{6445BFBB-3C8B-3167-6DB8-8842F0616295}"/>
          </ac:spMkLst>
        </pc:spChg>
        <pc:spChg chg="mod">
          <ac:chgData name="髙田　陽斗" userId="349aba5d-2d55-469e-b606-bfbbf5033a9d" providerId="ADAL" clId="{F75CD730-4B93-4946-A438-1D617634E6A9}" dt="2024-07-25T05:44:17.692" v="4371"/>
          <ac:spMkLst>
            <pc:docMk/>
            <pc:sldMk cId="3940202341" sldId="311"/>
            <ac:spMk id="100" creationId="{0749AF7B-DD80-FE13-5C7F-62CC7B7779D7}"/>
          </ac:spMkLst>
        </pc:spChg>
        <pc:spChg chg="mod">
          <ac:chgData name="髙田　陽斗" userId="349aba5d-2d55-469e-b606-bfbbf5033a9d" providerId="ADAL" clId="{F75CD730-4B93-4946-A438-1D617634E6A9}" dt="2024-07-25T05:44:17.692" v="4371"/>
          <ac:spMkLst>
            <pc:docMk/>
            <pc:sldMk cId="3940202341" sldId="311"/>
            <ac:spMk id="102" creationId="{53EF9311-F2AA-085B-EF7C-B724A499B101}"/>
          </ac:spMkLst>
        </pc:spChg>
        <pc:spChg chg="mod">
          <ac:chgData name="髙田　陽斗" userId="349aba5d-2d55-469e-b606-bfbbf5033a9d" providerId="ADAL" clId="{F75CD730-4B93-4946-A438-1D617634E6A9}" dt="2024-07-25T05:44:17.692" v="4371"/>
          <ac:spMkLst>
            <pc:docMk/>
            <pc:sldMk cId="3940202341" sldId="311"/>
            <ac:spMk id="103" creationId="{8E8CE641-6500-ED3C-2F17-F70C8DCAE088}"/>
          </ac:spMkLst>
        </pc:spChg>
        <pc:spChg chg="add del mod">
          <ac:chgData name="髙田　陽斗" userId="349aba5d-2d55-469e-b606-bfbbf5033a9d" providerId="ADAL" clId="{F75CD730-4B93-4946-A438-1D617634E6A9}" dt="2024-07-25T05:45:06.706" v="4373" actId="478"/>
          <ac:spMkLst>
            <pc:docMk/>
            <pc:sldMk cId="3940202341" sldId="311"/>
            <ac:spMk id="104" creationId="{A34116E8-685A-E4A4-6FFA-EDC4CC78221E}"/>
          </ac:spMkLst>
        </pc:spChg>
        <pc:spChg chg="add del mod">
          <ac:chgData name="髙田　陽斗" userId="349aba5d-2d55-469e-b606-bfbbf5033a9d" providerId="ADAL" clId="{F75CD730-4B93-4946-A438-1D617634E6A9}" dt="2024-07-25T05:45:06.706" v="4373" actId="478"/>
          <ac:spMkLst>
            <pc:docMk/>
            <pc:sldMk cId="3940202341" sldId="311"/>
            <ac:spMk id="105" creationId="{BA6109E1-0F22-0B15-5B56-33EB8BC983F8}"/>
          </ac:spMkLst>
        </pc:spChg>
        <pc:spChg chg="add del mod">
          <ac:chgData name="髙田　陽斗" userId="349aba5d-2d55-469e-b606-bfbbf5033a9d" providerId="ADAL" clId="{F75CD730-4B93-4946-A438-1D617634E6A9}" dt="2024-07-25T05:45:06.706" v="4373" actId="478"/>
          <ac:spMkLst>
            <pc:docMk/>
            <pc:sldMk cId="3940202341" sldId="311"/>
            <ac:spMk id="106" creationId="{F693F2D3-E093-3C61-0253-0B4C24355C4D}"/>
          </ac:spMkLst>
        </pc:spChg>
        <pc:spChg chg="add del mod">
          <ac:chgData name="髙田　陽斗" userId="349aba5d-2d55-469e-b606-bfbbf5033a9d" providerId="ADAL" clId="{F75CD730-4B93-4946-A438-1D617634E6A9}" dt="2024-07-25T05:45:06.706" v="4373" actId="478"/>
          <ac:spMkLst>
            <pc:docMk/>
            <pc:sldMk cId="3940202341" sldId="311"/>
            <ac:spMk id="108" creationId="{FB2C9D32-8AC2-756B-8A87-E94423593820}"/>
          </ac:spMkLst>
        </pc:spChg>
        <pc:spChg chg="add del mod">
          <ac:chgData name="髙田　陽斗" userId="349aba5d-2d55-469e-b606-bfbbf5033a9d" providerId="ADAL" clId="{F75CD730-4B93-4946-A438-1D617634E6A9}" dt="2024-07-25T05:45:06.706" v="4373" actId="478"/>
          <ac:spMkLst>
            <pc:docMk/>
            <pc:sldMk cId="3940202341" sldId="311"/>
            <ac:spMk id="109" creationId="{2EE758FB-E717-099E-ADD5-A6BCD3058F50}"/>
          </ac:spMkLst>
        </pc:spChg>
        <pc:spChg chg="add del mod">
          <ac:chgData name="髙田　陽斗" userId="349aba5d-2d55-469e-b606-bfbbf5033a9d" providerId="ADAL" clId="{F75CD730-4B93-4946-A438-1D617634E6A9}" dt="2024-07-25T05:45:06.706" v="4373" actId="478"/>
          <ac:spMkLst>
            <pc:docMk/>
            <pc:sldMk cId="3940202341" sldId="311"/>
            <ac:spMk id="110" creationId="{FE53B1E8-2B5A-A7A7-3F56-7F3E19AA260B}"/>
          </ac:spMkLst>
        </pc:spChg>
        <pc:spChg chg="add del mod">
          <ac:chgData name="髙田　陽斗" userId="349aba5d-2d55-469e-b606-bfbbf5033a9d" providerId="ADAL" clId="{F75CD730-4B93-4946-A438-1D617634E6A9}" dt="2024-07-25T05:44:22.088" v="4372" actId="478"/>
          <ac:spMkLst>
            <pc:docMk/>
            <pc:sldMk cId="3940202341" sldId="311"/>
            <ac:spMk id="111" creationId="{3E4F37F5-871F-FA03-A8D3-D27A772DB347}"/>
          </ac:spMkLst>
        </pc:spChg>
        <pc:spChg chg="add del mod">
          <ac:chgData name="髙田　陽斗" userId="349aba5d-2d55-469e-b606-bfbbf5033a9d" providerId="ADAL" clId="{F75CD730-4B93-4946-A438-1D617634E6A9}" dt="2024-07-25T05:53:51.039" v="4426" actId="478"/>
          <ac:spMkLst>
            <pc:docMk/>
            <pc:sldMk cId="3940202341" sldId="311"/>
            <ac:spMk id="114" creationId="{E431C006-17BE-58EF-F370-73097A9BB62A}"/>
          </ac:spMkLst>
        </pc:spChg>
        <pc:spChg chg="mod">
          <ac:chgData name="髙田　陽斗" userId="349aba5d-2d55-469e-b606-bfbbf5033a9d" providerId="ADAL" clId="{F75CD730-4B93-4946-A438-1D617634E6A9}" dt="2024-07-25T05:47:55.293" v="4387"/>
          <ac:spMkLst>
            <pc:docMk/>
            <pc:sldMk cId="3940202341" sldId="311"/>
            <ac:spMk id="116" creationId="{34069E0B-CDB9-6370-AC8B-DA5F8DB46150}"/>
          </ac:spMkLst>
        </pc:spChg>
        <pc:spChg chg="mod">
          <ac:chgData name="髙田　陽斗" userId="349aba5d-2d55-469e-b606-bfbbf5033a9d" providerId="ADAL" clId="{F75CD730-4B93-4946-A438-1D617634E6A9}" dt="2024-07-25T05:47:55.293" v="4387"/>
          <ac:spMkLst>
            <pc:docMk/>
            <pc:sldMk cId="3940202341" sldId="311"/>
            <ac:spMk id="117" creationId="{14830522-E0C7-29D6-81AF-CBE8AB068144}"/>
          </ac:spMkLst>
        </pc:spChg>
        <pc:spChg chg="add del mod">
          <ac:chgData name="髙田　陽斗" userId="349aba5d-2d55-469e-b606-bfbbf5033a9d" providerId="ADAL" clId="{F75CD730-4B93-4946-A438-1D617634E6A9}" dt="2024-07-25T05:53:57.254" v="4429" actId="478"/>
          <ac:spMkLst>
            <pc:docMk/>
            <pc:sldMk cId="3940202341" sldId="311"/>
            <ac:spMk id="118" creationId="{4A33C316-913F-FBA1-5EAA-6FACA99913C6}"/>
          </ac:spMkLst>
        </pc:spChg>
        <pc:spChg chg="add del mod">
          <ac:chgData name="髙田　陽斗" userId="349aba5d-2d55-469e-b606-bfbbf5033a9d" providerId="ADAL" clId="{F75CD730-4B93-4946-A438-1D617634E6A9}" dt="2024-07-25T05:53:57.254" v="4429" actId="478"/>
          <ac:spMkLst>
            <pc:docMk/>
            <pc:sldMk cId="3940202341" sldId="311"/>
            <ac:spMk id="119" creationId="{E2A30076-1D57-FBEF-AC7C-F673A06DDC46}"/>
          </ac:spMkLst>
        </pc:spChg>
        <pc:spChg chg="add del mod">
          <ac:chgData name="髙田　陽斗" userId="349aba5d-2d55-469e-b606-bfbbf5033a9d" providerId="ADAL" clId="{F75CD730-4B93-4946-A438-1D617634E6A9}" dt="2024-07-25T05:53:57.254" v="4429" actId="478"/>
          <ac:spMkLst>
            <pc:docMk/>
            <pc:sldMk cId="3940202341" sldId="311"/>
            <ac:spMk id="120" creationId="{CE8DA3DD-5B63-29B4-3AA3-95198CB4FF46}"/>
          </ac:spMkLst>
        </pc:spChg>
        <pc:spChg chg="add del mod">
          <ac:chgData name="髙田　陽斗" userId="349aba5d-2d55-469e-b606-bfbbf5033a9d" providerId="ADAL" clId="{F75CD730-4B93-4946-A438-1D617634E6A9}" dt="2024-07-25T05:53:57.254" v="4429" actId="478"/>
          <ac:spMkLst>
            <pc:docMk/>
            <pc:sldMk cId="3940202341" sldId="311"/>
            <ac:spMk id="121" creationId="{DFAFF01F-A41C-A839-1038-017EF08EB1C9}"/>
          </ac:spMkLst>
        </pc:spChg>
        <pc:spChg chg="add del mod">
          <ac:chgData name="髙田　陽斗" userId="349aba5d-2d55-469e-b606-bfbbf5033a9d" providerId="ADAL" clId="{F75CD730-4B93-4946-A438-1D617634E6A9}" dt="2024-07-25T05:53:57.254" v="4429" actId="478"/>
          <ac:spMkLst>
            <pc:docMk/>
            <pc:sldMk cId="3940202341" sldId="311"/>
            <ac:spMk id="122" creationId="{C2C7D9C9-7800-E264-DFCD-1571406226C7}"/>
          </ac:spMkLst>
        </pc:spChg>
        <pc:spChg chg="add del mod">
          <ac:chgData name="髙田　陽斗" userId="349aba5d-2d55-469e-b606-bfbbf5033a9d" providerId="ADAL" clId="{F75CD730-4B93-4946-A438-1D617634E6A9}" dt="2024-07-25T05:53:57.254" v="4429" actId="478"/>
          <ac:spMkLst>
            <pc:docMk/>
            <pc:sldMk cId="3940202341" sldId="311"/>
            <ac:spMk id="123" creationId="{099CAD15-0774-A64C-5A4A-50678ADFC9A4}"/>
          </ac:spMkLst>
        </pc:spChg>
        <pc:spChg chg="add del mod">
          <ac:chgData name="髙田　陽斗" userId="349aba5d-2d55-469e-b606-bfbbf5033a9d" providerId="ADAL" clId="{F75CD730-4B93-4946-A438-1D617634E6A9}" dt="2024-07-25T05:53:57.254" v="4429" actId="478"/>
          <ac:spMkLst>
            <pc:docMk/>
            <pc:sldMk cId="3940202341" sldId="311"/>
            <ac:spMk id="124" creationId="{19D7D342-7268-BB8C-A2B6-90140F89EC14}"/>
          </ac:spMkLst>
        </pc:spChg>
        <pc:spChg chg="add del mod">
          <ac:chgData name="髙田　陽斗" userId="349aba5d-2d55-469e-b606-bfbbf5033a9d" providerId="ADAL" clId="{F75CD730-4B93-4946-A438-1D617634E6A9}" dt="2024-07-25T05:53:57.254" v="4429" actId="478"/>
          <ac:spMkLst>
            <pc:docMk/>
            <pc:sldMk cId="3940202341" sldId="311"/>
            <ac:spMk id="125" creationId="{AA195894-CEAC-6F11-0B17-372C8269DF5A}"/>
          </ac:spMkLst>
        </pc:spChg>
        <pc:spChg chg="add del mod">
          <ac:chgData name="髙田　陽斗" userId="349aba5d-2d55-469e-b606-bfbbf5033a9d" providerId="ADAL" clId="{F75CD730-4B93-4946-A438-1D617634E6A9}" dt="2024-07-25T05:53:57.254" v="4429" actId="478"/>
          <ac:spMkLst>
            <pc:docMk/>
            <pc:sldMk cId="3940202341" sldId="311"/>
            <ac:spMk id="126" creationId="{769F1FA7-F604-18D8-5546-A8CB1561137D}"/>
          </ac:spMkLst>
        </pc:spChg>
        <pc:spChg chg="add del mod">
          <ac:chgData name="髙田　陽斗" userId="349aba5d-2d55-469e-b606-bfbbf5033a9d" providerId="ADAL" clId="{F75CD730-4B93-4946-A438-1D617634E6A9}" dt="2024-07-25T05:53:57.254" v="4429" actId="478"/>
          <ac:spMkLst>
            <pc:docMk/>
            <pc:sldMk cId="3940202341" sldId="311"/>
            <ac:spMk id="127" creationId="{1B89EB37-5E1E-2014-1FDB-8EF9C5824383}"/>
          </ac:spMkLst>
        </pc:spChg>
        <pc:spChg chg="add del mod">
          <ac:chgData name="髙田　陽斗" userId="349aba5d-2d55-469e-b606-bfbbf5033a9d" providerId="ADAL" clId="{F75CD730-4B93-4946-A438-1D617634E6A9}" dt="2024-07-25T05:50:24.392" v="4409" actId="478"/>
          <ac:spMkLst>
            <pc:docMk/>
            <pc:sldMk cId="3940202341" sldId="311"/>
            <ac:spMk id="128" creationId="{46716DD9-5D05-3661-B09C-AD38E9FDEAA4}"/>
          </ac:spMkLst>
        </pc:spChg>
        <pc:spChg chg="mod">
          <ac:chgData name="髙田　陽斗" userId="349aba5d-2d55-469e-b606-bfbbf5033a9d" providerId="ADAL" clId="{F75CD730-4B93-4946-A438-1D617634E6A9}" dt="2024-07-25T05:55:31.686" v="4441"/>
          <ac:spMkLst>
            <pc:docMk/>
            <pc:sldMk cId="3940202341" sldId="311"/>
            <ac:spMk id="132" creationId="{A6D1AAE6-DF5A-BF3C-AD59-61545009A92D}"/>
          </ac:spMkLst>
        </pc:spChg>
        <pc:spChg chg="mod">
          <ac:chgData name="髙田　陽斗" userId="349aba5d-2d55-469e-b606-bfbbf5033a9d" providerId="ADAL" clId="{F75CD730-4B93-4946-A438-1D617634E6A9}" dt="2024-07-25T05:55:31.686" v="4441"/>
          <ac:spMkLst>
            <pc:docMk/>
            <pc:sldMk cId="3940202341" sldId="311"/>
            <ac:spMk id="133" creationId="{6C525577-347C-FEB7-3EC6-A5A2E7B0A85E}"/>
          </ac:spMkLst>
        </pc:spChg>
        <pc:spChg chg="add del mod">
          <ac:chgData name="髙田　陽斗" userId="349aba5d-2d55-469e-b606-bfbbf5033a9d" providerId="ADAL" clId="{F75CD730-4B93-4946-A438-1D617634E6A9}" dt="2024-07-25T05:55:34.900" v="4442" actId="478"/>
          <ac:spMkLst>
            <pc:docMk/>
            <pc:sldMk cId="3940202341" sldId="311"/>
            <ac:spMk id="134" creationId="{21D3B899-2363-C02E-4AAA-94820EFC9919}"/>
          </ac:spMkLst>
        </pc:spChg>
        <pc:spChg chg="add del mod">
          <ac:chgData name="髙田　陽斗" userId="349aba5d-2d55-469e-b606-bfbbf5033a9d" providerId="ADAL" clId="{F75CD730-4B93-4946-A438-1D617634E6A9}" dt="2024-07-25T05:55:34.900" v="4442" actId="478"/>
          <ac:spMkLst>
            <pc:docMk/>
            <pc:sldMk cId="3940202341" sldId="311"/>
            <ac:spMk id="135" creationId="{F5B56F15-18A3-436C-8A99-32539EE3CB12}"/>
          </ac:spMkLst>
        </pc:spChg>
        <pc:spChg chg="add del mod">
          <ac:chgData name="髙田　陽斗" userId="349aba5d-2d55-469e-b606-bfbbf5033a9d" providerId="ADAL" clId="{F75CD730-4B93-4946-A438-1D617634E6A9}" dt="2024-07-25T05:55:34.900" v="4442" actId="478"/>
          <ac:spMkLst>
            <pc:docMk/>
            <pc:sldMk cId="3940202341" sldId="311"/>
            <ac:spMk id="136" creationId="{B405CA04-851E-30EF-8F5D-8244A7709C67}"/>
          </ac:spMkLst>
        </pc:spChg>
        <pc:spChg chg="add del mod">
          <ac:chgData name="髙田　陽斗" userId="349aba5d-2d55-469e-b606-bfbbf5033a9d" providerId="ADAL" clId="{F75CD730-4B93-4946-A438-1D617634E6A9}" dt="2024-07-25T05:55:34.900" v="4442" actId="478"/>
          <ac:spMkLst>
            <pc:docMk/>
            <pc:sldMk cId="3940202341" sldId="311"/>
            <ac:spMk id="137" creationId="{42A9A5EE-E949-8A4B-3726-CA874F685D7C}"/>
          </ac:spMkLst>
        </pc:spChg>
        <pc:spChg chg="add del mod">
          <ac:chgData name="髙田　陽斗" userId="349aba5d-2d55-469e-b606-bfbbf5033a9d" providerId="ADAL" clId="{F75CD730-4B93-4946-A438-1D617634E6A9}" dt="2024-07-25T05:55:34.900" v="4442" actId="478"/>
          <ac:spMkLst>
            <pc:docMk/>
            <pc:sldMk cId="3940202341" sldId="311"/>
            <ac:spMk id="138" creationId="{989D3BCD-40AF-8C49-163A-5B9763C378DC}"/>
          </ac:spMkLst>
        </pc:spChg>
        <pc:spChg chg="add del mod">
          <ac:chgData name="髙田　陽斗" userId="349aba5d-2d55-469e-b606-bfbbf5033a9d" providerId="ADAL" clId="{F75CD730-4B93-4946-A438-1D617634E6A9}" dt="2024-07-25T05:55:34.900" v="4442" actId="478"/>
          <ac:spMkLst>
            <pc:docMk/>
            <pc:sldMk cId="3940202341" sldId="311"/>
            <ac:spMk id="139" creationId="{CF3E47FE-B20C-AEE2-DB7E-D24A398A5D46}"/>
          </ac:spMkLst>
        </pc:spChg>
        <pc:spChg chg="add del mod">
          <ac:chgData name="髙田　陽斗" userId="349aba5d-2d55-469e-b606-bfbbf5033a9d" providerId="ADAL" clId="{F75CD730-4B93-4946-A438-1D617634E6A9}" dt="2024-07-25T05:55:34.900" v="4442" actId="478"/>
          <ac:spMkLst>
            <pc:docMk/>
            <pc:sldMk cId="3940202341" sldId="311"/>
            <ac:spMk id="140" creationId="{99997441-4C12-C7A9-05F8-52B89345C881}"/>
          </ac:spMkLst>
        </pc:spChg>
        <pc:spChg chg="add del mod">
          <ac:chgData name="髙田　陽斗" userId="349aba5d-2d55-469e-b606-bfbbf5033a9d" providerId="ADAL" clId="{F75CD730-4B93-4946-A438-1D617634E6A9}" dt="2024-07-25T05:55:34.900" v="4442" actId="478"/>
          <ac:spMkLst>
            <pc:docMk/>
            <pc:sldMk cId="3940202341" sldId="311"/>
            <ac:spMk id="141" creationId="{8A975BAE-D29B-B584-7605-4A9B63E7BC37}"/>
          </ac:spMkLst>
        </pc:spChg>
        <pc:spChg chg="add del mod">
          <ac:chgData name="髙田　陽斗" userId="349aba5d-2d55-469e-b606-bfbbf5033a9d" providerId="ADAL" clId="{F75CD730-4B93-4946-A438-1D617634E6A9}" dt="2024-07-25T05:55:34.900" v="4442" actId="478"/>
          <ac:spMkLst>
            <pc:docMk/>
            <pc:sldMk cId="3940202341" sldId="311"/>
            <ac:spMk id="142" creationId="{083296B0-5C83-CE97-B135-2AEF269A9C61}"/>
          </ac:spMkLst>
        </pc:spChg>
        <pc:spChg chg="add del mod">
          <ac:chgData name="髙田　陽斗" userId="349aba5d-2d55-469e-b606-bfbbf5033a9d" providerId="ADAL" clId="{F75CD730-4B93-4946-A438-1D617634E6A9}" dt="2024-07-25T05:55:34.900" v="4442" actId="478"/>
          <ac:spMkLst>
            <pc:docMk/>
            <pc:sldMk cId="3940202341" sldId="311"/>
            <ac:spMk id="143" creationId="{19DA3B7B-626B-2FBB-5E62-50BD3BA2ABE7}"/>
          </ac:spMkLst>
        </pc:spChg>
        <pc:spChg chg="add del mod">
          <ac:chgData name="髙田　陽斗" userId="349aba5d-2d55-469e-b606-bfbbf5033a9d" providerId="ADAL" clId="{F75CD730-4B93-4946-A438-1D617634E6A9}" dt="2024-07-25T05:55:34.900" v="4442" actId="478"/>
          <ac:spMkLst>
            <pc:docMk/>
            <pc:sldMk cId="3940202341" sldId="311"/>
            <ac:spMk id="144" creationId="{CB49A9E1-D242-32B6-A4A8-15EDFF238671}"/>
          </ac:spMkLst>
        </pc:spChg>
        <pc:spChg chg="add del mod">
          <ac:chgData name="髙田　陽斗" userId="349aba5d-2d55-469e-b606-bfbbf5033a9d" providerId="ADAL" clId="{F75CD730-4B93-4946-A438-1D617634E6A9}" dt="2024-07-25T05:56:30.665" v="4452" actId="478"/>
          <ac:spMkLst>
            <pc:docMk/>
            <pc:sldMk cId="3940202341" sldId="311"/>
            <ac:spMk id="145" creationId="{7BC9429C-16B4-1570-D82A-A6F977695736}"/>
          </ac:spMkLst>
        </pc:spChg>
        <pc:spChg chg="add mod">
          <ac:chgData name="髙田　陽斗" userId="349aba5d-2d55-469e-b606-bfbbf5033a9d" providerId="ADAL" clId="{F75CD730-4B93-4946-A438-1D617634E6A9}" dt="2024-07-25T05:56:33.079" v="4453"/>
          <ac:spMkLst>
            <pc:docMk/>
            <pc:sldMk cId="3940202341" sldId="311"/>
            <ac:spMk id="146" creationId="{9336D085-ACEF-CF42-235E-1AD2AB879198}"/>
          </ac:spMkLst>
        </pc:spChg>
        <pc:spChg chg="add mod">
          <ac:chgData name="髙田　陽斗" userId="349aba5d-2d55-469e-b606-bfbbf5033a9d" providerId="ADAL" clId="{F75CD730-4B93-4946-A438-1D617634E6A9}" dt="2024-07-25T06:00:56.781" v="4470" actId="1035"/>
          <ac:spMkLst>
            <pc:docMk/>
            <pc:sldMk cId="3940202341" sldId="311"/>
            <ac:spMk id="147" creationId="{A725E862-C082-BEA4-D569-1F9167280E65}"/>
          </ac:spMkLst>
        </pc:spChg>
        <pc:spChg chg="mod">
          <ac:chgData name="髙田　陽斗" userId="349aba5d-2d55-469e-b606-bfbbf5033a9d" providerId="ADAL" clId="{F75CD730-4B93-4946-A438-1D617634E6A9}" dt="2024-07-25T05:57:14.066" v="4457"/>
          <ac:spMkLst>
            <pc:docMk/>
            <pc:sldMk cId="3940202341" sldId="311"/>
            <ac:spMk id="149" creationId="{13F2D8C3-38A3-A035-570B-06FA0173A439}"/>
          </ac:spMkLst>
        </pc:spChg>
        <pc:spChg chg="mod">
          <ac:chgData name="髙田　陽斗" userId="349aba5d-2d55-469e-b606-bfbbf5033a9d" providerId="ADAL" clId="{F75CD730-4B93-4946-A438-1D617634E6A9}" dt="2024-07-25T05:57:14.066" v="4457"/>
          <ac:spMkLst>
            <pc:docMk/>
            <pc:sldMk cId="3940202341" sldId="311"/>
            <ac:spMk id="150" creationId="{B90D0EB3-A940-DF70-CDE9-2E4D18DA9B27}"/>
          </ac:spMkLst>
        </pc:spChg>
        <pc:spChg chg="add mod">
          <ac:chgData name="髙田　陽斗" userId="349aba5d-2d55-469e-b606-bfbbf5033a9d" providerId="ADAL" clId="{F75CD730-4B93-4946-A438-1D617634E6A9}" dt="2024-07-25T06:00:40.989" v="4466" actId="1076"/>
          <ac:spMkLst>
            <pc:docMk/>
            <pc:sldMk cId="3940202341" sldId="311"/>
            <ac:spMk id="151" creationId="{12B70BC2-E572-D2DA-FF34-CF66F8BC9809}"/>
          </ac:spMkLst>
        </pc:spChg>
        <pc:spChg chg="add mod">
          <ac:chgData name="髙田　陽斗" userId="349aba5d-2d55-469e-b606-bfbbf5033a9d" providerId="ADAL" clId="{F75CD730-4B93-4946-A438-1D617634E6A9}" dt="2024-07-25T06:00:40.989" v="4466" actId="1076"/>
          <ac:spMkLst>
            <pc:docMk/>
            <pc:sldMk cId="3940202341" sldId="311"/>
            <ac:spMk id="152" creationId="{A4803849-E444-9C5E-B791-08655F275E5B}"/>
          </ac:spMkLst>
        </pc:spChg>
        <pc:spChg chg="add mod">
          <ac:chgData name="髙田　陽斗" userId="349aba5d-2d55-469e-b606-bfbbf5033a9d" providerId="ADAL" clId="{F75CD730-4B93-4946-A438-1D617634E6A9}" dt="2024-07-25T06:00:40.989" v="4466" actId="1076"/>
          <ac:spMkLst>
            <pc:docMk/>
            <pc:sldMk cId="3940202341" sldId="311"/>
            <ac:spMk id="153" creationId="{45EE9D72-E4AA-40D5-B906-BC669C079381}"/>
          </ac:spMkLst>
        </pc:spChg>
        <pc:spChg chg="add mod">
          <ac:chgData name="髙田　陽斗" userId="349aba5d-2d55-469e-b606-bfbbf5033a9d" providerId="ADAL" clId="{F75CD730-4B93-4946-A438-1D617634E6A9}" dt="2024-07-25T06:00:40.989" v="4466" actId="1076"/>
          <ac:spMkLst>
            <pc:docMk/>
            <pc:sldMk cId="3940202341" sldId="311"/>
            <ac:spMk id="154" creationId="{A68F6B4D-A17D-1A4E-7837-57EBEA359413}"/>
          </ac:spMkLst>
        </pc:spChg>
        <pc:spChg chg="add mod">
          <ac:chgData name="髙田　陽斗" userId="349aba5d-2d55-469e-b606-bfbbf5033a9d" providerId="ADAL" clId="{F75CD730-4B93-4946-A438-1D617634E6A9}" dt="2024-07-25T06:00:40.989" v="4466" actId="1076"/>
          <ac:spMkLst>
            <pc:docMk/>
            <pc:sldMk cId="3940202341" sldId="311"/>
            <ac:spMk id="155" creationId="{BF82BB52-14C7-9380-350C-B932560DC807}"/>
          </ac:spMkLst>
        </pc:spChg>
        <pc:spChg chg="add mod">
          <ac:chgData name="髙田　陽斗" userId="349aba5d-2d55-469e-b606-bfbbf5033a9d" providerId="ADAL" clId="{F75CD730-4B93-4946-A438-1D617634E6A9}" dt="2024-07-25T06:00:40.989" v="4466" actId="1076"/>
          <ac:spMkLst>
            <pc:docMk/>
            <pc:sldMk cId="3940202341" sldId="311"/>
            <ac:spMk id="156" creationId="{7E934A73-3EFD-6337-5D91-BAA2554F0E67}"/>
          </ac:spMkLst>
        </pc:spChg>
        <pc:spChg chg="add mod">
          <ac:chgData name="髙田　陽斗" userId="349aba5d-2d55-469e-b606-bfbbf5033a9d" providerId="ADAL" clId="{F75CD730-4B93-4946-A438-1D617634E6A9}" dt="2024-07-25T06:00:40.989" v="4466" actId="1076"/>
          <ac:spMkLst>
            <pc:docMk/>
            <pc:sldMk cId="3940202341" sldId="311"/>
            <ac:spMk id="157" creationId="{E5960C5C-6468-C5AD-3A83-C5686E371890}"/>
          </ac:spMkLst>
        </pc:spChg>
        <pc:spChg chg="add mod">
          <ac:chgData name="髙田　陽斗" userId="349aba5d-2d55-469e-b606-bfbbf5033a9d" providerId="ADAL" clId="{F75CD730-4B93-4946-A438-1D617634E6A9}" dt="2024-07-25T06:00:40.989" v="4466" actId="1076"/>
          <ac:spMkLst>
            <pc:docMk/>
            <pc:sldMk cId="3940202341" sldId="311"/>
            <ac:spMk id="158" creationId="{224E0232-28DC-C190-0DCB-EA9FA8C2CFDC}"/>
          </ac:spMkLst>
        </pc:spChg>
        <pc:spChg chg="add mod">
          <ac:chgData name="髙田　陽斗" userId="349aba5d-2d55-469e-b606-bfbbf5033a9d" providerId="ADAL" clId="{F75CD730-4B93-4946-A438-1D617634E6A9}" dt="2024-07-25T06:00:40.989" v="4466" actId="1076"/>
          <ac:spMkLst>
            <pc:docMk/>
            <pc:sldMk cId="3940202341" sldId="311"/>
            <ac:spMk id="159" creationId="{5C997F71-C532-B2B0-9650-EEC26FD8A964}"/>
          </ac:spMkLst>
        </pc:spChg>
        <pc:spChg chg="add mod">
          <ac:chgData name="髙田　陽斗" userId="349aba5d-2d55-469e-b606-bfbbf5033a9d" providerId="ADAL" clId="{F75CD730-4B93-4946-A438-1D617634E6A9}" dt="2024-07-25T06:00:40.989" v="4466" actId="1076"/>
          <ac:spMkLst>
            <pc:docMk/>
            <pc:sldMk cId="3940202341" sldId="311"/>
            <ac:spMk id="160" creationId="{2D371576-D163-B70A-88B3-297724BC899B}"/>
          </ac:spMkLst>
        </pc:spChg>
        <pc:grpChg chg="add del mod">
          <ac:chgData name="髙田　陽斗" userId="349aba5d-2d55-469e-b606-bfbbf5033a9d" providerId="ADAL" clId="{F75CD730-4B93-4946-A438-1D617634E6A9}" dt="2024-07-25T05:37:05.351" v="4311" actId="478"/>
          <ac:grpSpMkLst>
            <pc:docMk/>
            <pc:sldMk cId="3940202341" sldId="311"/>
            <ac:grpSpMk id="3" creationId="{200509A5-34F1-8C4A-E89B-F3DFD8A7E3DF}"/>
          </ac:grpSpMkLst>
        </pc:grpChg>
        <pc:grpChg chg="add del mod">
          <ac:chgData name="髙田　陽斗" userId="349aba5d-2d55-469e-b606-bfbbf5033a9d" providerId="ADAL" clId="{F75CD730-4B93-4946-A438-1D617634E6A9}" dt="2024-07-25T05:37:05.351" v="4311" actId="478"/>
          <ac:grpSpMkLst>
            <pc:docMk/>
            <pc:sldMk cId="3940202341" sldId="311"/>
            <ac:grpSpMk id="9" creationId="{951C6D07-D2D0-AB34-E5B1-7A653D3B9C8E}"/>
          </ac:grpSpMkLst>
        </pc:grpChg>
        <pc:grpChg chg="add del mod">
          <ac:chgData name="髙田　陽斗" userId="349aba5d-2d55-469e-b606-bfbbf5033a9d" providerId="ADAL" clId="{F75CD730-4B93-4946-A438-1D617634E6A9}" dt="2024-07-25T05:29:25.291" v="4260" actId="478"/>
          <ac:grpSpMkLst>
            <pc:docMk/>
            <pc:sldMk cId="3940202341" sldId="311"/>
            <ac:grpSpMk id="20" creationId="{7328B3CE-CCD5-56DD-302B-57EA872E01EB}"/>
          </ac:grpSpMkLst>
        </pc:grpChg>
        <pc:grpChg chg="add del mod">
          <ac:chgData name="髙田　陽斗" userId="349aba5d-2d55-469e-b606-bfbbf5033a9d" providerId="ADAL" clId="{F75CD730-4B93-4946-A438-1D617634E6A9}" dt="2024-07-25T05:37:05.351" v="4311" actId="478"/>
          <ac:grpSpMkLst>
            <pc:docMk/>
            <pc:sldMk cId="3940202341" sldId="311"/>
            <ac:grpSpMk id="33" creationId="{CD8A42AF-90F6-4EB2-D2A5-9D6A82CE5356}"/>
          </ac:grpSpMkLst>
        </pc:grpChg>
        <pc:grpChg chg="add del mod">
          <ac:chgData name="髙田　陽斗" userId="349aba5d-2d55-469e-b606-bfbbf5033a9d" providerId="ADAL" clId="{F75CD730-4B93-4946-A438-1D617634E6A9}" dt="2024-07-25T05:44:03.547" v="4370" actId="478"/>
          <ac:grpSpMkLst>
            <pc:docMk/>
            <pc:sldMk cId="3940202341" sldId="311"/>
            <ac:grpSpMk id="48" creationId="{5E05E775-F370-8446-2660-C7CEF6465FAF}"/>
          </ac:grpSpMkLst>
        </pc:grpChg>
        <pc:grpChg chg="add del mod">
          <ac:chgData name="髙田　陽斗" userId="349aba5d-2d55-469e-b606-bfbbf5033a9d" providerId="ADAL" clId="{F75CD730-4B93-4946-A438-1D617634E6A9}" dt="2024-07-25T05:44:03.547" v="4370" actId="478"/>
          <ac:grpSpMkLst>
            <pc:docMk/>
            <pc:sldMk cId="3940202341" sldId="311"/>
            <ac:grpSpMk id="53" creationId="{C3391D82-4755-0930-C659-908E94555C37}"/>
          </ac:grpSpMkLst>
        </pc:grpChg>
        <pc:grpChg chg="add del mod">
          <ac:chgData name="髙田　陽斗" userId="349aba5d-2d55-469e-b606-bfbbf5033a9d" providerId="ADAL" clId="{F75CD730-4B93-4946-A438-1D617634E6A9}" dt="2024-07-25T05:41:47.726" v="4348" actId="1076"/>
          <ac:grpSpMkLst>
            <pc:docMk/>
            <pc:sldMk cId="3940202341" sldId="311"/>
            <ac:grpSpMk id="65" creationId="{51E48E30-2C05-B267-E494-7DB83CD2AE79}"/>
          </ac:grpSpMkLst>
        </pc:grpChg>
        <pc:grpChg chg="mod topLvl">
          <ac:chgData name="髙田　陽斗" userId="349aba5d-2d55-469e-b606-bfbbf5033a9d" providerId="ADAL" clId="{F75CD730-4B93-4946-A438-1D617634E6A9}" dt="2024-07-25T05:41:46.954" v="4345" actId="165"/>
          <ac:grpSpMkLst>
            <pc:docMk/>
            <pc:sldMk cId="3940202341" sldId="311"/>
            <ac:grpSpMk id="66" creationId="{BEF9AA68-2B2E-C948-E1F0-CA8B3B86774A}"/>
          </ac:grpSpMkLst>
        </pc:grpChg>
        <pc:grpChg chg="add del mod">
          <ac:chgData name="髙田　陽斗" userId="349aba5d-2d55-469e-b606-bfbbf5033a9d" providerId="ADAL" clId="{F75CD730-4B93-4946-A438-1D617634E6A9}" dt="2024-07-25T05:44:03.547" v="4370" actId="478"/>
          <ac:grpSpMkLst>
            <pc:docMk/>
            <pc:sldMk cId="3940202341" sldId="311"/>
            <ac:grpSpMk id="81" creationId="{DF8BD128-9509-3C32-4152-145A501AF73D}"/>
          </ac:grpSpMkLst>
        </pc:grpChg>
        <pc:grpChg chg="add del mod">
          <ac:chgData name="髙田　陽斗" userId="349aba5d-2d55-469e-b606-bfbbf5033a9d" providerId="ADAL" clId="{F75CD730-4B93-4946-A438-1D617634E6A9}" dt="2024-07-25T05:45:06.706" v="4373" actId="478"/>
          <ac:grpSpMkLst>
            <pc:docMk/>
            <pc:sldMk cId="3940202341" sldId="311"/>
            <ac:grpSpMk id="96" creationId="{3BD9C47A-1806-5FE3-ACB2-AE7ACB51BCFF}"/>
          </ac:grpSpMkLst>
        </pc:grpChg>
        <pc:grpChg chg="add del mod">
          <ac:chgData name="髙田　陽斗" userId="349aba5d-2d55-469e-b606-bfbbf5033a9d" providerId="ADAL" clId="{F75CD730-4B93-4946-A438-1D617634E6A9}" dt="2024-07-25T05:45:06.706" v="4373" actId="478"/>
          <ac:grpSpMkLst>
            <pc:docMk/>
            <pc:sldMk cId="3940202341" sldId="311"/>
            <ac:grpSpMk id="101" creationId="{0B4520F3-A831-5B45-BBCB-133D1680605F}"/>
          </ac:grpSpMkLst>
        </pc:grpChg>
        <pc:grpChg chg="add del mod">
          <ac:chgData name="髙田　陽斗" userId="349aba5d-2d55-469e-b606-bfbbf5033a9d" providerId="ADAL" clId="{F75CD730-4B93-4946-A438-1D617634E6A9}" dt="2024-07-25T05:53:57.254" v="4429" actId="478"/>
          <ac:grpSpMkLst>
            <pc:docMk/>
            <pc:sldMk cId="3940202341" sldId="311"/>
            <ac:grpSpMk id="115" creationId="{88684FE4-1D0E-0B6E-6624-66468A0F6EFF}"/>
          </ac:grpSpMkLst>
        </pc:grpChg>
        <pc:grpChg chg="add del mod">
          <ac:chgData name="髙田　陽斗" userId="349aba5d-2d55-469e-b606-bfbbf5033a9d" providerId="ADAL" clId="{F75CD730-4B93-4946-A438-1D617634E6A9}" dt="2024-07-25T05:55:34.900" v="4442" actId="478"/>
          <ac:grpSpMkLst>
            <pc:docMk/>
            <pc:sldMk cId="3940202341" sldId="311"/>
            <ac:grpSpMk id="131" creationId="{70FABAA0-DFC2-9DBB-A6AE-9B5A8C32837C}"/>
          </ac:grpSpMkLst>
        </pc:grpChg>
        <pc:grpChg chg="add mod">
          <ac:chgData name="髙田　陽斗" userId="349aba5d-2d55-469e-b606-bfbbf5033a9d" providerId="ADAL" clId="{F75CD730-4B93-4946-A438-1D617634E6A9}" dt="2024-07-25T06:00:40.989" v="4466" actId="1076"/>
          <ac:grpSpMkLst>
            <pc:docMk/>
            <pc:sldMk cId="3940202341" sldId="311"/>
            <ac:grpSpMk id="148" creationId="{F68888E6-B0BF-395F-1284-09123095F0E9}"/>
          </ac:grpSpMkLst>
        </pc:grpChg>
        <pc:graphicFrameChg chg="add del mod">
          <ac:chgData name="髙田　陽斗" userId="349aba5d-2d55-469e-b606-bfbbf5033a9d" providerId="ADAL" clId="{F75CD730-4B93-4946-A438-1D617634E6A9}" dt="2024-07-25T05:37:05.351" v="4311" actId="478"/>
          <ac:graphicFrameMkLst>
            <pc:docMk/>
            <pc:sldMk cId="3940202341" sldId="311"/>
            <ac:graphicFrameMk id="15" creationId="{83B95DD5-2A84-F59F-0604-C83B60417D73}"/>
          </ac:graphicFrameMkLst>
        </pc:graphicFrameChg>
        <pc:graphicFrameChg chg="add del mod">
          <ac:chgData name="髙田　陽斗" userId="349aba5d-2d55-469e-b606-bfbbf5033a9d" providerId="ADAL" clId="{F75CD730-4B93-4946-A438-1D617634E6A9}" dt="2024-07-25T05:44:03.547" v="4370" actId="478"/>
          <ac:graphicFrameMkLst>
            <pc:docMk/>
            <pc:sldMk cId="3940202341" sldId="311"/>
            <ac:graphicFrameMk id="59" creationId="{C65D8255-9166-3C52-0E5A-28065092C871}"/>
          </ac:graphicFrameMkLst>
        </pc:graphicFrameChg>
        <pc:graphicFrameChg chg="add del mod">
          <ac:chgData name="髙田　陽斗" userId="349aba5d-2d55-469e-b606-bfbbf5033a9d" providerId="ADAL" clId="{F75CD730-4B93-4946-A438-1D617634E6A9}" dt="2024-07-25T05:45:06.706" v="4373" actId="478"/>
          <ac:graphicFrameMkLst>
            <pc:docMk/>
            <pc:sldMk cId="3940202341" sldId="311"/>
            <ac:graphicFrameMk id="107" creationId="{30F07A8F-C1A6-3558-0504-5402459E08CE}"/>
          </ac:graphicFrameMkLst>
        </pc:graphicFrameChg>
        <pc:picChg chg="add del mod">
          <ac:chgData name="髙田　陽斗" userId="349aba5d-2d55-469e-b606-bfbbf5033a9d" providerId="ADAL" clId="{F75CD730-4B93-4946-A438-1D617634E6A9}" dt="2024-07-25T05:53:54.630" v="4428" actId="478"/>
          <ac:picMkLst>
            <pc:docMk/>
            <pc:sldMk cId="3940202341" sldId="311"/>
            <ac:picMk id="113" creationId="{0C655028-4D8C-B633-F991-7F7D859D8AF9}"/>
          </ac:picMkLst>
        </pc:picChg>
        <pc:picChg chg="add mod">
          <ac:chgData name="髙田　陽斗" userId="349aba5d-2d55-469e-b606-bfbbf5033a9d" providerId="ADAL" clId="{F75CD730-4B93-4946-A438-1D617634E6A9}" dt="2024-07-25T05:56:25.835" v="4450" actId="1076"/>
          <ac:picMkLst>
            <pc:docMk/>
            <pc:sldMk cId="3940202341" sldId="311"/>
            <ac:picMk id="130" creationId="{7D298FE0-8370-BEF5-6A32-AAD33895A2A2}"/>
          </ac:picMkLst>
        </pc:picChg>
        <pc:cxnChg chg="add del mod">
          <ac:chgData name="髙田　陽斗" userId="349aba5d-2d55-469e-b606-bfbbf5033a9d" providerId="ADAL" clId="{F75CD730-4B93-4946-A438-1D617634E6A9}" dt="2024-07-25T05:37:05.351" v="4311" actId="478"/>
          <ac:cxnSpMkLst>
            <pc:docMk/>
            <pc:sldMk cId="3940202341" sldId="311"/>
            <ac:cxnSpMk id="2" creationId="{43D5F184-3B0C-94C0-EEA5-126F2340B42D}"/>
          </ac:cxnSpMkLst>
        </pc:cxnChg>
        <pc:cxnChg chg="add del mod">
          <ac:chgData name="髙田　陽斗" userId="349aba5d-2d55-469e-b606-bfbbf5033a9d" providerId="ADAL" clId="{F75CD730-4B93-4946-A438-1D617634E6A9}" dt="2024-07-25T05:44:03.547" v="4370" actId="478"/>
          <ac:cxnSpMkLst>
            <pc:docMk/>
            <pc:sldMk cId="3940202341" sldId="311"/>
            <ac:cxnSpMk id="47" creationId="{FEA60BE1-F5E1-C1A8-2EF0-3C0425DF4342}"/>
          </ac:cxnSpMkLst>
        </pc:cxnChg>
        <pc:cxnChg chg="add del mod">
          <ac:chgData name="髙田　陽斗" userId="349aba5d-2d55-469e-b606-bfbbf5033a9d" providerId="ADAL" clId="{F75CD730-4B93-4946-A438-1D617634E6A9}" dt="2024-07-25T05:45:06.706" v="4373" actId="478"/>
          <ac:cxnSpMkLst>
            <pc:docMk/>
            <pc:sldMk cId="3940202341" sldId="311"/>
            <ac:cxnSpMk id="95" creationId="{221DED31-1402-FCA3-7852-914DD996035E}"/>
          </ac:cxnSpMkLst>
        </pc:cxnChg>
      </pc:sldChg>
      <pc:sldChg chg="addSp delSp modSp new mod modTransition delAnim modAnim">
        <pc:chgData name="髙田　陽斗" userId="349aba5d-2d55-469e-b606-bfbbf5033a9d" providerId="ADAL" clId="{F75CD730-4B93-4946-A438-1D617634E6A9}" dt="2024-07-26T01:28:20.717" v="5343"/>
        <pc:sldMkLst>
          <pc:docMk/>
          <pc:sldMk cId="2794620236" sldId="312"/>
        </pc:sldMkLst>
        <pc:spChg chg="add mod">
          <ac:chgData name="髙田　陽斗" userId="349aba5d-2d55-469e-b606-bfbbf5033a9d" providerId="ADAL" clId="{F75CD730-4B93-4946-A438-1D617634E6A9}" dt="2024-07-26T00:41:56.429" v="4890" actId="1076"/>
          <ac:spMkLst>
            <pc:docMk/>
            <pc:sldMk cId="2794620236" sldId="312"/>
            <ac:spMk id="2" creationId="{93053526-E638-5B2F-9C3E-B22EA648B0A2}"/>
          </ac:spMkLst>
        </pc:spChg>
        <pc:spChg chg="add del mod">
          <ac:chgData name="髙田　陽斗" userId="349aba5d-2d55-469e-b606-bfbbf5033a9d" providerId="ADAL" clId="{F75CD730-4B93-4946-A438-1D617634E6A9}" dt="2024-07-25T06:02:14.641" v="4475" actId="478"/>
          <ac:spMkLst>
            <pc:docMk/>
            <pc:sldMk cId="2794620236" sldId="312"/>
            <ac:spMk id="2" creationId="{ACC28DED-0827-8332-FD6D-504FEF7DC85A}"/>
          </ac:spMkLst>
        </pc:spChg>
        <pc:spChg chg="add del mod">
          <ac:chgData name="髙田　陽斗" userId="349aba5d-2d55-469e-b606-bfbbf5033a9d" providerId="ADAL" clId="{F75CD730-4B93-4946-A438-1D617634E6A9}" dt="2024-07-25T06:01:54.965" v="4474" actId="478"/>
          <ac:spMkLst>
            <pc:docMk/>
            <pc:sldMk cId="2794620236" sldId="312"/>
            <ac:spMk id="3" creationId="{D495A115-CDAC-713C-EE49-AAB50A0093A9}"/>
          </ac:spMkLst>
        </pc:spChg>
        <pc:spChg chg="add del mod">
          <ac:chgData name="髙田　陽斗" userId="349aba5d-2d55-469e-b606-bfbbf5033a9d" providerId="ADAL" clId="{F75CD730-4B93-4946-A438-1D617634E6A9}" dt="2024-07-25T06:01:52.436" v="4473" actId="478"/>
          <ac:spMkLst>
            <pc:docMk/>
            <pc:sldMk cId="2794620236" sldId="312"/>
            <ac:spMk id="4" creationId="{CE85B638-8034-AE74-D86F-7D730D6DCA22}"/>
          </ac:spMkLst>
        </pc:spChg>
        <pc:spChg chg="add del mod">
          <ac:chgData name="髙田　陽斗" userId="349aba5d-2d55-469e-b606-bfbbf5033a9d" providerId="ADAL" clId="{F75CD730-4B93-4946-A438-1D617634E6A9}" dt="2024-07-25T06:01:52.436" v="4473" actId="478"/>
          <ac:spMkLst>
            <pc:docMk/>
            <pc:sldMk cId="2794620236" sldId="312"/>
            <ac:spMk id="5" creationId="{5B602B53-2DAE-ACE6-85DE-55479FE28D6E}"/>
          </ac:spMkLst>
        </pc:spChg>
        <pc:spChg chg="add del mod">
          <ac:chgData name="髙田　陽斗" userId="349aba5d-2d55-469e-b606-bfbbf5033a9d" providerId="ADAL" clId="{F75CD730-4B93-4946-A438-1D617634E6A9}" dt="2024-07-25T06:01:52.436" v="4473" actId="478"/>
          <ac:spMkLst>
            <pc:docMk/>
            <pc:sldMk cId="2794620236" sldId="312"/>
            <ac:spMk id="6" creationId="{1961D2EF-DC0F-3077-6630-A4FA5AA05398}"/>
          </ac:spMkLst>
        </pc:spChg>
        <pc:spChg chg="add del mod">
          <ac:chgData name="髙田　陽斗" userId="349aba5d-2d55-469e-b606-bfbbf5033a9d" providerId="ADAL" clId="{F75CD730-4B93-4946-A438-1D617634E6A9}" dt="2024-07-25T06:01:52.436" v="4473" actId="478"/>
          <ac:spMkLst>
            <pc:docMk/>
            <pc:sldMk cId="2794620236" sldId="312"/>
            <ac:spMk id="7" creationId="{F39C6676-1025-31AE-8C88-763D8B59F37D}"/>
          </ac:spMkLst>
        </pc:spChg>
        <pc:spChg chg="add del mod">
          <ac:chgData name="髙田　陽斗" userId="349aba5d-2d55-469e-b606-bfbbf5033a9d" providerId="ADAL" clId="{F75CD730-4B93-4946-A438-1D617634E6A9}" dt="2024-07-25T06:01:52.436" v="4473" actId="478"/>
          <ac:spMkLst>
            <pc:docMk/>
            <pc:sldMk cId="2794620236" sldId="312"/>
            <ac:spMk id="8" creationId="{571F0530-1154-4146-058A-A56B318561F1}"/>
          </ac:spMkLst>
        </pc:spChg>
        <pc:spChg chg="add del mod">
          <ac:chgData name="髙田　陽斗" userId="349aba5d-2d55-469e-b606-bfbbf5033a9d" providerId="ADAL" clId="{F75CD730-4B93-4946-A438-1D617634E6A9}" dt="2024-07-25T06:01:52.436" v="4473" actId="478"/>
          <ac:spMkLst>
            <pc:docMk/>
            <pc:sldMk cId="2794620236" sldId="312"/>
            <ac:spMk id="9" creationId="{0909FE05-76AF-17F2-67F7-F6F6A388B666}"/>
          </ac:spMkLst>
        </pc:spChg>
        <pc:spChg chg="add del mod">
          <ac:chgData name="髙田　陽斗" userId="349aba5d-2d55-469e-b606-bfbbf5033a9d" providerId="ADAL" clId="{F75CD730-4B93-4946-A438-1D617634E6A9}" dt="2024-07-25T06:01:52.436" v="4473" actId="478"/>
          <ac:spMkLst>
            <pc:docMk/>
            <pc:sldMk cId="2794620236" sldId="312"/>
            <ac:spMk id="10" creationId="{E6A8D1FA-9927-4974-2C20-DDA028DCC0C9}"/>
          </ac:spMkLst>
        </pc:spChg>
        <pc:spChg chg="add del mod">
          <ac:chgData name="髙田　陽斗" userId="349aba5d-2d55-469e-b606-bfbbf5033a9d" providerId="ADAL" clId="{F75CD730-4B93-4946-A438-1D617634E6A9}" dt="2024-07-25T06:01:52.436" v="4473" actId="478"/>
          <ac:spMkLst>
            <pc:docMk/>
            <pc:sldMk cId="2794620236" sldId="312"/>
            <ac:spMk id="11" creationId="{3ADF6482-0529-0A13-EE96-343E3264061A}"/>
          </ac:spMkLst>
        </pc:spChg>
        <pc:spChg chg="add del mod">
          <ac:chgData name="髙田　陽斗" userId="349aba5d-2d55-469e-b606-bfbbf5033a9d" providerId="ADAL" clId="{F75CD730-4B93-4946-A438-1D617634E6A9}" dt="2024-07-25T06:01:52.436" v="4473" actId="478"/>
          <ac:spMkLst>
            <pc:docMk/>
            <pc:sldMk cId="2794620236" sldId="312"/>
            <ac:spMk id="12" creationId="{4F9CB773-5CA6-F165-B9F5-CF5D69C5CA36}"/>
          </ac:spMkLst>
        </pc:spChg>
        <pc:spChg chg="mod">
          <ac:chgData name="髙田　陽斗" userId="349aba5d-2d55-469e-b606-bfbbf5033a9d" providerId="ADAL" clId="{F75CD730-4B93-4946-A438-1D617634E6A9}" dt="2024-07-25T06:01:48.329" v="4472"/>
          <ac:spMkLst>
            <pc:docMk/>
            <pc:sldMk cId="2794620236" sldId="312"/>
            <ac:spMk id="14" creationId="{D606ED01-201D-95D2-F5E8-369356B89DB9}"/>
          </ac:spMkLst>
        </pc:spChg>
        <pc:spChg chg="mod">
          <ac:chgData name="髙田　陽斗" userId="349aba5d-2d55-469e-b606-bfbbf5033a9d" providerId="ADAL" clId="{F75CD730-4B93-4946-A438-1D617634E6A9}" dt="2024-07-25T06:01:48.329" v="4472"/>
          <ac:spMkLst>
            <pc:docMk/>
            <pc:sldMk cId="2794620236" sldId="312"/>
            <ac:spMk id="15" creationId="{50B99F8C-3970-3309-4FFC-7DD5783C7140}"/>
          </ac:spMkLst>
        </pc:spChg>
        <pc:spChg chg="mod">
          <ac:chgData name="髙田　陽斗" userId="349aba5d-2d55-469e-b606-bfbbf5033a9d" providerId="ADAL" clId="{F75CD730-4B93-4946-A438-1D617634E6A9}" dt="2024-07-25T06:01:48.329" v="4472"/>
          <ac:spMkLst>
            <pc:docMk/>
            <pc:sldMk cId="2794620236" sldId="312"/>
            <ac:spMk id="16" creationId="{8875CD48-E7F8-C6EF-806E-5D3B42085331}"/>
          </ac:spMkLst>
        </pc:spChg>
        <pc:spChg chg="mod">
          <ac:chgData name="髙田　陽斗" userId="349aba5d-2d55-469e-b606-bfbbf5033a9d" providerId="ADAL" clId="{F75CD730-4B93-4946-A438-1D617634E6A9}" dt="2024-07-25T06:01:48.329" v="4472"/>
          <ac:spMkLst>
            <pc:docMk/>
            <pc:sldMk cId="2794620236" sldId="312"/>
            <ac:spMk id="17" creationId="{861B124B-1C47-9E53-17D4-C999B0DD6D01}"/>
          </ac:spMkLst>
        </pc:spChg>
        <pc:spChg chg="add del mod">
          <ac:chgData name="髙田　陽斗" userId="349aba5d-2d55-469e-b606-bfbbf5033a9d" providerId="ADAL" clId="{F75CD730-4B93-4946-A438-1D617634E6A9}" dt="2024-07-25T06:01:52.436" v="4473" actId="478"/>
          <ac:spMkLst>
            <pc:docMk/>
            <pc:sldMk cId="2794620236" sldId="312"/>
            <ac:spMk id="18" creationId="{D7512B41-2E68-896A-924A-AF32063386AB}"/>
          </ac:spMkLst>
        </pc:spChg>
        <pc:spChg chg="add del mod">
          <ac:chgData name="髙田　陽斗" userId="349aba5d-2d55-469e-b606-bfbbf5033a9d" providerId="ADAL" clId="{F75CD730-4B93-4946-A438-1D617634E6A9}" dt="2024-07-25T06:01:52.436" v="4473" actId="478"/>
          <ac:spMkLst>
            <pc:docMk/>
            <pc:sldMk cId="2794620236" sldId="312"/>
            <ac:spMk id="19" creationId="{C695DB88-BF13-71A1-F682-DE0683DD4251}"/>
          </ac:spMkLst>
        </pc:spChg>
        <pc:spChg chg="mod">
          <ac:chgData name="髙田　陽斗" userId="349aba5d-2d55-469e-b606-bfbbf5033a9d" providerId="ADAL" clId="{F75CD730-4B93-4946-A438-1D617634E6A9}" dt="2024-07-25T06:01:48.329" v="4472"/>
          <ac:spMkLst>
            <pc:docMk/>
            <pc:sldMk cId="2794620236" sldId="312"/>
            <ac:spMk id="21" creationId="{D8E29B78-9EB7-BB8A-6C08-A236B239367B}"/>
          </ac:spMkLst>
        </pc:spChg>
        <pc:spChg chg="mod">
          <ac:chgData name="髙田　陽斗" userId="349aba5d-2d55-469e-b606-bfbbf5033a9d" providerId="ADAL" clId="{F75CD730-4B93-4946-A438-1D617634E6A9}" dt="2024-07-25T06:01:48.329" v="4472"/>
          <ac:spMkLst>
            <pc:docMk/>
            <pc:sldMk cId="2794620236" sldId="312"/>
            <ac:spMk id="22" creationId="{463A4ECD-0BEB-214E-BF1B-28BD0A702202}"/>
          </ac:spMkLst>
        </pc:spChg>
        <pc:spChg chg="mod">
          <ac:chgData name="髙田　陽斗" userId="349aba5d-2d55-469e-b606-bfbbf5033a9d" providerId="ADAL" clId="{F75CD730-4B93-4946-A438-1D617634E6A9}" dt="2024-07-25T06:01:48.329" v="4472"/>
          <ac:spMkLst>
            <pc:docMk/>
            <pc:sldMk cId="2794620236" sldId="312"/>
            <ac:spMk id="24" creationId="{50CBF3F2-B474-AE42-68EC-705E2E6A75FF}"/>
          </ac:spMkLst>
        </pc:spChg>
        <pc:spChg chg="mod">
          <ac:chgData name="髙田　陽斗" userId="349aba5d-2d55-469e-b606-bfbbf5033a9d" providerId="ADAL" clId="{F75CD730-4B93-4946-A438-1D617634E6A9}" dt="2024-07-25T06:01:48.329" v="4472"/>
          <ac:spMkLst>
            <pc:docMk/>
            <pc:sldMk cId="2794620236" sldId="312"/>
            <ac:spMk id="25" creationId="{CDD56EB1-F68F-F85B-9062-3CD58B8DFC44}"/>
          </ac:spMkLst>
        </pc:spChg>
        <pc:spChg chg="add del mod">
          <ac:chgData name="髙田　陽斗" userId="349aba5d-2d55-469e-b606-bfbbf5033a9d" providerId="ADAL" clId="{F75CD730-4B93-4946-A438-1D617634E6A9}" dt="2024-07-25T06:01:52.436" v="4473" actId="478"/>
          <ac:spMkLst>
            <pc:docMk/>
            <pc:sldMk cId="2794620236" sldId="312"/>
            <ac:spMk id="26" creationId="{3BF687FB-6774-F942-2202-E331947666AC}"/>
          </ac:spMkLst>
        </pc:spChg>
        <pc:spChg chg="mod">
          <ac:chgData name="髙田　陽斗" userId="349aba5d-2d55-469e-b606-bfbbf5033a9d" providerId="ADAL" clId="{F75CD730-4B93-4946-A438-1D617634E6A9}" dt="2024-07-25T06:02:16.954" v="4476"/>
          <ac:spMkLst>
            <pc:docMk/>
            <pc:sldMk cId="2794620236" sldId="312"/>
            <ac:spMk id="29" creationId="{B7C6AFA2-8CC2-F2F1-AA71-72CED06B2196}"/>
          </ac:spMkLst>
        </pc:spChg>
        <pc:spChg chg="mod">
          <ac:chgData name="髙田　陽斗" userId="349aba5d-2d55-469e-b606-bfbbf5033a9d" providerId="ADAL" clId="{F75CD730-4B93-4946-A438-1D617634E6A9}" dt="2024-07-25T06:02:16.954" v="4476"/>
          <ac:spMkLst>
            <pc:docMk/>
            <pc:sldMk cId="2794620236" sldId="312"/>
            <ac:spMk id="30" creationId="{5E67D536-3DAD-2AB2-8805-19F87EA2C17E}"/>
          </ac:spMkLst>
        </pc:spChg>
        <pc:spChg chg="mod">
          <ac:chgData name="髙田　陽斗" userId="349aba5d-2d55-469e-b606-bfbbf5033a9d" providerId="ADAL" clId="{F75CD730-4B93-4946-A438-1D617634E6A9}" dt="2024-07-25T06:02:16.954" v="4476"/>
          <ac:spMkLst>
            <pc:docMk/>
            <pc:sldMk cId="2794620236" sldId="312"/>
            <ac:spMk id="31" creationId="{A79DE93E-BEA1-EC70-2D53-C9947E31A4E3}"/>
          </ac:spMkLst>
        </pc:spChg>
        <pc:spChg chg="mod">
          <ac:chgData name="髙田　陽斗" userId="349aba5d-2d55-469e-b606-bfbbf5033a9d" providerId="ADAL" clId="{F75CD730-4B93-4946-A438-1D617634E6A9}" dt="2024-07-25T06:02:16.954" v="4476"/>
          <ac:spMkLst>
            <pc:docMk/>
            <pc:sldMk cId="2794620236" sldId="312"/>
            <ac:spMk id="32" creationId="{80683FB1-C18C-A35C-DD4F-13482F01DE36}"/>
          </ac:spMkLst>
        </pc:spChg>
        <pc:spChg chg="add del mod">
          <ac:chgData name="髙田　陽斗" userId="349aba5d-2d55-469e-b606-bfbbf5033a9d" providerId="ADAL" clId="{F75CD730-4B93-4946-A438-1D617634E6A9}" dt="2024-07-25T06:02:42.058" v="4488" actId="478"/>
          <ac:spMkLst>
            <pc:docMk/>
            <pc:sldMk cId="2794620236" sldId="312"/>
            <ac:spMk id="33" creationId="{D0018067-89D4-6F96-8324-6290551D1C73}"/>
          </ac:spMkLst>
        </pc:spChg>
        <pc:spChg chg="mod">
          <ac:chgData name="髙田　陽斗" userId="349aba5d-2d55-469e-b606-bfbbf5033a9d" providerId="ADAL" clId="{F75CD730-4B93-4946-A438-1D617634E6A9}" dt="2024-07-25T06:02:16.954" v="4476"/>
          <ac:spMkLst>
            <pc:docMk/>
            <pc:sldMk cId="2794620236" sldId="312"/>
            <ac:spMk id="35" creationId="{E26C607C-6479-DC4A-FE84-537BD21E1EF5}"/>
          </ac:spMkLst>
        </pc:spChg>
        <pc:spChg chg="mod">
          <ac:chgData name="髙田　陽斗" userId="349aba5d-2d55-469e-b606-bfbbf5033a9d" providerId="ADAL" clId="{F75CD730-4B93-4946-A438-1D617634E6A9}" dt="2024-07-25T06:02:30.515" v="4486" actId="20577"/>
          <ac:spMkLst>
            <pc:docMk/>
            <pc:sldMk cId="2794620236" sldId="312"/>
            <ac:spMk id="36" creationId="{288B6B75-64D9-6739-67F1-678038F03EAC}"/>
          </ac:spMkLst>
        </pc:spChg>
        <pc:spChg chg="add mod">
          <ac:chgData name="髙田　陽斗" userId="349aba5d-2d55-469e-b606-bfbbf5033a9d" providerId="ADAL" clId="{F75CD730-4B93-4946-A438-1D617634E6A9}" dt="2024-07-25T06:02:16.954" v="4476"/>
          <ac:spMkLst>
            <pc:docMk/>
            <pc:sldMk cId="2794620236" sldId="312"/>
            <ac:spMk id="37" creationId="{8A89E9F8-B58B-69FF-CE18-79B01A4F6186}"/>
          </ac:spMkLst>
        </pc:spChg>
        <pc:spChg chg="add mod">
          <ac:chgData name="髙田　陽斗" userId="349aba5d-2d55-469e-b606-bfbbf5033a9d" providerId="ADAL" clId="{F75CD730-4B93-4946-A438-1D617634E6A9}" dt="2024-07-25T06:02:16.954" v="4476"/>
          <ac:spMkLst>
            <pc:docMk/>
            <pc:sldMk cId="2794620236" sldId="312"/>
            <ac:spMk id="38" creationId="{30363947-C424-94AB-2674-202C74CA5332}"/>
          </ac:spMkLst>
        </pc:spChg>
        <pc:spChg chg="add mod">
          <ac:chgData name="髙田　陽斗" userId="349aba5d-2d55-469e-b606-bfbbf5033a9d" providerId="ADAL" clId="{F75CD730-4B93-4946-A438-1D617634E6A9}" dt="2024-07-25T06:02:16.954" v="4476"/>
          <ac:spMkLst>
            <pc:docMk/>
            <pc:sldMk cId="2794620236" sldId="312"/>
            <ac:spMk id="39" creationId="{B958FD9F-1FB8-2806-C24E-60FBCAD21E53}"/>
          </ac:spMkLst>
        </pc:spChg>
        <pc:spChg chg="add del mod">
          <ac:chgData name="髙田　陽斗" userId="349aba5d-2d55-469e-b606-bfbbf5033a9d" providerId="ADAL" clId="{F75CD730-4B93-4946-A438-1D617634E6A9}" dt="2024-07-25T06:02:37.974" v="4487" actId="478"/>
          <ac:spMkLst>
            <pc:docMk/>
            <pc:sldMk cId="2794620236" sldId="312"/>
            <ac:spMk id="40" creationId="{FFCFEEB1-E703-2E8A-1951-61B1B1FE8C16}"/>
          </ac:spMkLst>
        </pc:spChg>
        <pc:spChg chg="add del mod">
          <ac:chgData name="髙田　陽斗" userId="349aba5d-2d55-469e-b606-bfbbf5033a9d" providerId="ADAL" clId="{F75CD730-4B93-4946-A438-1D617634E6A9}" dt="2024-07-25T06:02:57.492" v="4492" actId="478"/>
          <ac:spMkLst>
            <pc:docMk/>
            <pc:sldMk cId="2794620236" sldId="312"/>
            <ac:spMk id="42" creationId="{474E23EC-FB1E-B6AE-162E-F05AFCFB5FE0}"/>
          </ac:spMkLst>
        </pc:spChg>
        <pc:spChg chg="add del mod">
          <ac:chgData name="髙田　陽斗" userId="349aba5d-2d55-469e-b606-bfbbf5033a9d" providerId="ADAL" clId="{F75CD730-4B93-4946-A438-1D617634E6A9}" dt="2024-07-25T06:02:57.492" v="4492" actId="478"/>
          <ac:spMkLst>
            <pc:docMk/>
            <pc:sldMk cId="2794620236" sldId="312"/>
            <ac:spMk id="43" creationId="{CF908B84-7E45-EBE7-8AA5-4C3A55B45AF3}"/>
          </ac:spMkLst>
        </pc:spChg>
        <pc:spChg chg="add del mod">
          <ac:chgData name="髙田　陽斗" userId="349aba5d-2d55-469e-b606-bfbbf5033a9d" providerId="ADAL" clId="{F75CD730-4B93-4946-A438-1D617634E6A9}" dt="2024-07-25T06:12:02.288" v="4712" actId="1076"/>
          <ac:spMkLst>
            <pc:docMk/>
            <pc:sldMk cId="2794620236" sldId="312"/>
            <ac:spMk id="44" creationId="{03DD977C-9380-9FED-22CF-F80EF23EEB66}"/>
          </ac:spMkLst>
        </pc:spChg>
        <pc:spChg chg="add mod">
          <ac:chgData name="髙田　陽斗" userId="349aba5d-2d55-469e-b606-bfbbf5033a9d" providerId="ADAL" clId="{F75CD730-4B93-4946-A438-1D617634E6A9}" dt="2024-07-25T06:04:54.175" v="4637" actId="20577"/>
          <ac:spMkLst>
            <pc:docMk/>
            <pc:sldMk cId="2794620236" sldId="312"/>
            <ac:spMk id="45" creationId="{3D5E2FDC-A56E-1FBD-5BE9-D27A30612BB8}"/>
          </ac:spMkLst>
        </pc:spChg>
        <pc:spChg chg="add mod">
          <ac:chgData name="髙田　陽斗" userId="349aba5d-2d55-469e-b606-bfbbf5033a9d" providerId="ADAL" clId="{F75CD730-4B93-4946-A438-1D617634E6A9}" dt="2024-07-25T06:11:48.450" v="4707" actId="14100"/>
          <ac:spMkLst>
            <pc:docMk/>
            <pc:sldMk cId="2794620236" sldId="312"/>
            <ac:spMk id="53" creationId="{3F069A22-B0E0-522F-4A0E-C329B669EC05}"/>
          </ac:spMkLst>
        </pc:spChg>
        <pc:grpChg chg="add del mod">
          <ac:chgData name="髙田　陽斗" userId="349aba5d-2d55-469e-b606-bfbbf5033a9d" providerId="ADAL" clId="{F75CD730-4B93-4946-A438-1D617634E6A9}" dt="2024-07-25T06:02:14.641" v="4475" actId="478"/>
          <ac:grpSpMkLst>
            <pc:docMk/>
            <pc:sldMk cId="2794620236" sldId="312"/>
            <ac:grpSpMk id="13" creationId="{581D33A6-8321-D16C-1053-990CA70950AC}"/>
          </ac:grpSpMkLst>
        </pc:grpChg>
        <pc:grpChg chg="add del mod">
          <ac:chgData name="髙田　陽斗" userId="349aba5d-2d55-469e-b606-bfbbf5033a9d" providerId="ADAL" clId="{F75CD730-4B93-4946-A438-1D617634E6A9}" dt="2024-07-25T06:01:52.436" v="4473" actId="478"/>
          <ac:grpSpMkLst>
            <pc:docMk/>
            <pc:sldMk cId="2794620236" sldId="312"/>
            <ac:grpSpMk id="20" creationId="{0231617C-A262-A069-62B3-B291901E3D48}"/>
          </ac:grpSpMkLst>
        </pc:grpChg>
        <pc:grpChg chg="add del mod">
          <ac:chgData name="髙田　陽斗" userId="349aba5d-2d55-469e-b606-bfbbf5033a9d" providerId="ADAL" clId="{F75CD730-4B93-4946-A438-1D617634E6A9}" dt="2024-07-25T06:01:52.436" v="4473" actId="478"/>
          <ac:grpSpMkLst>
            <pc:docMk/>
            <pc:sldMk cId="2794620236" sldId="312"/>
            <ac:grpSpMk id="23" creationId="{7212E9D8-FB64-C9F8-8A8B-854232B5FE37}"/>
          </ac:grpSpMkLst>
        </pc:grpChg>
        <pc:grpChg chg="add mod">
          <ac:chgData name="髙田　陽斗" userId="349aba5d-2d55-469e-b606-bfbbf5033a9d" providerId="ADAL" clId="{F75CD730-4B93-4946-A438-1D617634E6A9}" dt="2024-07-25T06:02:16.954" v="4476"/>
          <ac:grpSpMkLst>
            <pc:docMk/>
            <pc:sldMk cId="2794620236" sldId="312"/>
            <ac:grpSpMk id="28" creationId="{498E65BF-D1C9-0333-DE5B-18FC1078A77C}"/>
          </ac:grpSpMkLst>
        </pc:grpChg>
        <pc:grpChg chg="add mod">
          <ac:chgData name="髙田　陽斗" userId="349aba5d-2d55-469e-b606-bfbbf5033a9d" providerId="ADAL" clId="{F75CD730-4B93-4946-A438-1D617634E6A9}" dt="2024-07-25T06:02:16.954" v="4476"/>
          <ac:grpSpMkLst>
            <pc:docMk/>
            <pc:sldMk cId="2794620236" sldId="312"/>
            <ac:grpSpMk id="34" creationId="{D0DD7DA2-43A1-5708-4DBE-1CC7BE718B34}"/>
          </ac:grpSpMkLst>
        </pc:grpChg>
        <pc:graphicFrameChg chg="add del mod">
          <ac:chgData name="髙田　陽斗" userId="349aba5d-2d55-469e-b606-bfbbf5033a9d" providerId="ADAL" clId="{F75CD730-4B93-4946-A438-1D617634E6A9}" dt="2024-07-25T06:02:52.553" v="4491" actId="478"/>
          <ac:graphicFrameMkLst>
            <pc:docMk/>
            <pc:sldMk cId="2794620236" sldId="312"/>
            <ac:graphicFrameMk id="41" creationId="{C9FE4A92-2AEE-B075-2546-6926ABAFAFBB}"/>
          </ac:graphicFrameMkLst>
        </pc:graphicFrameChg>
        <pc:cxnChg chg="add mod">
          <ac:chgData name="髙田　陽斗" userId="349aba5d-2d55-469e-b606-bfbbf5033a9d" providerId="ADAL" clId="{F75CD730-4B93-4946-A438-1D617634E6A9}" dt="2024-07-25T06:06:47.910" v="4660" actId="1076"/>
          <ac:cxnSpMkLst>
            <pc:docMk/>
            <pc:sldMk cId="2794620236" sldId="312"/>
            <ac:cxnSpMk id="27" creationId="{E26554AE-FDB3-AC6B-3186-2E5923C90D5C}"/>
          </ac:cxnSpMkLst>
        </pc:cxnChg>
        <pc:cxnChg chg="add mod">
          <ac:chgData name="髙田　陽斗" userId="349aba5d-2d55-469e-b606-bfbbf5033a9d" providerId="ADAL" clId="{F75CD730-4B93-4946-A438-1D617634E6A9}" dt="2024-07-25T06:06:31.594" v="4654" actId="1076"/>
          <ac:cxnSpMkLst>
            <pc:docMk/>
            <pc:sldMk cId="2794620236" sldId="312"/>
            <ac:cxnSpMk id="46" creationId="{1231373C-841B-0B67-6F52-C5E886D2C0A1}"/>
          </ac:cxnSpMkLst>
        </pc:cxnChg>
        <pc:cxnChg chg="add mod">
          <ac:chgData name="髙田　陽斗" userId="349aba5d-2d55-469e-b606-bfbbf5033a9d" providerId="ADAL" clId="{F75CD730-4B93-4946-A438-1D617634E6A9}" dt="2024-07-25T06:05:59.260" v="4647" actId="1076"/>
          <ac:cxnSpMkLst>
            <pc:docMk/>
            <pc:sldMk cId="2794620236" sldId="312"/>
            <ac:cxnSpMk id="50" creationId="{A847D8B9-E6C4-B2F7-114B-7285D959DD5F}"/>
          </ac:cxnSpMkLst>
        </pc:cxnChg>
        <pc:cxnChg chg="add mod">
          <ac:chgData name="髙田　陽斗" userId="349aba5d-2d55-469e-b606-bfbbf5033a9d" providerId="ADAL" clId="{F75CD730-4B93-4946-A438-1D617634E6A9}" dt="2024-07-25T06:06:06.337" v="4649" actId="1076"/>
          <ac:cxnSpMkLst>
            <pc:docMk/>
            <pc:sldMk cId="2794620236" sldId="312"/>
            <ac:cxnSpMk id="51" creationId="{1EB83908-3CE2-C925-C0CC-1FF5EC9ABB98}"/>
          </ac:cxnSpMkLst>
        </pc:cxnChg>
        <pc:cxnChg chg="add mod">
          <ac:chgData name="髙田　陽斗" userId="349aba5d-2d55-469e-b606-bfbbf5033a9d" providerId="ADAL" clId="{F75CD730-4B93-4946-A438-1D617634E6A9}" dt="2024-07-25T06:06:47.435" v="4659" actId="1076"/>
          <ac:cxnSpMkLst>
            <pc:docMk/>
            <pc:sldMk cId="2794620236" sldId="312"/>
            <ac:cxnSpMk id="52" creationId="{B439B62D-D862-FABA-56A7-10527F22FB9E}"/>
          </ac:cxnSpMkLst>
        </pc:cxnChg>
      </pc:sldChg>
      <pc:sldChg chg="addSp delSp modSp new mod modTransition delAnim modAnim">
        <pc:chgData name="髙田　陽斗" userId="349aba5d-2d55-469e-b606-bfbbf5033a9d" providerId="ADAL" clId="{F75CD730-4B93-4946-A438-1D617634E6A9}" dt="2024-07-26T01:28:20.717" v="5343"/>
        <pc:sldMkLst>
          <pc:docMk/>
          <pc:sldMk cId="2008942720" sldId="313"/>
        </pc:sldMkLst>
        <pc:spChg chg="mod">
          <ac:chgData name="髙田　陽斗" userId="349aba5d-2d55-469e-b606-bfbbf5033a9d" providerId="ADAL" clId="{F75CD730-4B93-4946-A438-1D617634E6A9}" dt="2024-07-26T00:48:07.646" v="4892"/>
          <ac:spMkLst>
            <pc:docMk/>
            <pc:sldMk cId="2008942720" sldId="313"/>
            <ac:spMk id="4" creationId="{17877774-6C40-F651-EDF6-FA2AB46D5ECD}"/>
          </ac:spMkLst>
        </pc:spChg>
        <pc:spChg chg="mod">
          <ac:chgData name="髙田　陽斗" userId="349aba5d-2d55-469e-b606-bfbbf5033a9d" providerId="ADAL" clId="{F75CD730-4B93-4946-A438-1D617634E6A9}" dt="2024-07-26T00:48:07.646" v="4892"/>
          <ac:spMkLst>
            <pc:docMk/>
            <pc:sldMk cId="2008942720" sldId="313"/>
            <ac:spMk id="5" creationId="{7EE94354-E74D-A2EA-63F3-7DD4EB8D6B70}"/>
          </ac:spMkLst>
        </pc:spChg>
        <pc:spChg chg="mod">
          <ac:chgData name="髙田　陽斗" userId="349aba5d-2d55-469e-b606-bfbbf5033a9d" providerId="ADAL" clId="{F75CD730-4B93-4946-A438-1D617634E6A9}" dt="2024-07-26T00:48:07.646" v="4892"/>
          <ac:spMkLst>
            <pc:docMk/>
            <pc:sldMk cId="2008942720" sldId="313"/>
            <ac:spMk id="6" creationId="{E1C2FA43-F550-52BA-806E-FCA7402574CE}"/>
          </ac:spMkLst>
        </pc:spChg>
        <pc:spChg chg="mod">
          <ac:chgData name="髙田　陽斗" userId="349aba5d-2d55-469e-b606-bfbbf5033a9d" providerId="ADAL" clId="{F75CD730-4B93-4946-A438-1D617634E6A9}" dt="2024-07-26T00:48:07.646" v="4892"/>
          <ac:spMkLst>
            <pc:docMk/>
            <pc:sldMk cId="2008942720" sldId="313"/>
            <ac:spMk id="7" creationId="{CAB9482B-E28E-A316-CCD0-98B1D96ADF06}"/>
          </ac:spMkLst>
        </pc:spChg>
        <pc:spChg chg="mod">
          <ac:chgData name="髙田　陽斗" userId="349aba5d-2d55-469e-b606-bfbbf5033a9d" providerId="ADAL" clId="{F75CD730-4B93-4946-A438-1D617634E6A9}" dt="2024-07-26T00:48:07.646" v="4892"/>
          <ac:spMkLst>
            <pc:docMk/>
            <pc:sldMk cId="2008942720" sldId="313"/>
            <ac:spMk id="9" creationId="{6B3BDB34-0829-F090-6AB0-57301FC6566D}"/>
          </ac:spMkLst>
        </pc:spChg>
        <pc:spChg chg="mod">
          <ac:chgData name="髙田　陽斗" userId="349aba5d-2d55-469e-b606-bfbbf5033a9d" providerId="ADAL" clId="{F75CD730-4B93-4946-A438-1D617634E6A9}" dt="2024-07-26T00:49:20.870" v="4902" actId="20577"/>
          <ac:spMkLst>
            <pc:docMk/>
            <pc:sldMk cId="2008942720" sldId="313"/>
            <ac:spMk id="10" creationId="{82B45096-1713-D190-50FB-EAF47F0366A5}"/>
          </ac:spMkLst>
        </pc:spChg>
        <pc:spChg chg="add del mod">
          <ac:chgData name="髙田　陽斗" userId="349aba5d-2d55-469e-b606-bfbbf5033a9d" providerId="ADAL" clId="{F75CD730-4B93-4946-A438-1D617634E6A9}" dt="2024-07-26T00:55:26.725" v="5016" actId="478"/>
          <ac:spMkLst>
            <pc:docMk/>
            <pc:sldMk cId="2008942720" sldId="313"/>
            <ac:spMk id="11" creationId="{45F86243-1770-DAAA-2173-94652C22060E}"/>
          </ac:spMkLst>
        </pc:spChg>
        <pc:spChg chg="add del mod">
          <ac:chgData name="髙田　陽斗" userId="349aba5d-2d55-469e-b606-bfbbf5033a9d" providerId="ADAL" clId="{F75CD730-4B93-4946-A438-1D617634E6A9}" dt="2024-07-26T00:55:26.725" v="5016" actId="478"/>
          <ac:spMkLst>
            <pc:docMk/>
            <pc:sldMk cId="2008942720" sldId="313"/>
            <ac:spMk id="12" creationId="{6A2ECF77-29CC-DE60-EB21-7BD7905179AB}"/>
          </ac:spMkLst>
        </pc:spChg>
        <pc:spChg chg="add mod">
          <ac:chgData name="髙田　陽斗" userId="349aba5d-2d55-469e-b606-bfbbf5033a9d" providerId="ADAL" clId="{F75CD730-4B93-4946-A438-1D617634E6A9}" dt="2024-07-26T00:48:07.646" v="4892"/>
          <ac:spMkLst>
            <pc:docMk/>
            <pc:sldMk cId="2008942720" sldId="313"/>
            <ac:spMk id="13" creationId="{D5921D8C-E233-9665-B262-AF1B900486B0}"/>
          </ac:spMkLst>
        </pc:spChg>
        <pc:spChg chg="add del mod">
          <ac:chgData name="髙田　陽斗" userId="349aba5d-2d55-469e-b606-bfbbf5033a9d" providerId="ADAL" clId="{F75CD730-4B93-4946-A438-1D617634E6A9}" dt="2024-07-26T00:55:15.847" v="5015" actId="478"/>
          <ac:spMkLst>
            <pc:docMk/>
            <pc:sldMk cId="2008942720" sldId="313"/>
            <ac:spMk id="14" creationId="{84804AFB-1B42-4A9E-A836-A11737F62BFB}"/>
          </ac:spMkLst>
        </pc:spChg>
        <pc:spChg chg="add del mod">
          <ac:chgData name="髙田　陽斗" userId="349aba5d-2d55-469e-b606-bfbbf5033a9d" providerId="ADAL" clId="{F75CD730-4B93-4946-A438-1D617634E6A9}" dt="2024-07-26T00:52:43.024" v="4945" actId="478"/>
          <ac:spMkLst>
            <pc:docMk/>
            <pc:sldMk cId="2008942720" sldId="313"/>
            <ac:spMk id="15" creationId="{D163E29D-532E-3965-918E-F5E2243101AA}"/>
          </ac:spMkLst>
        </pc:spChg>
        <pc:spChg chg="add mod">
          <ac:chgData name="髙田　陽斗" userId="349aba5d-2d55-469e-b606-bfbbf5033a9d" providerId="ADAL" clId="{F75CD730-4B93-4946-A438-1D617634E6A9}" dt="2024-07-26T00:58:43.311" v="5053" actId="1076"/>
          <ac:spMkLst>
            <pc:docMk/>
            <pc:sldMk cId="2008942720" sldId="313"/>
            <ac:spMk id="20" creationId="{750659A3-F9BC-6E0E-ABE9-5852870C2819}"/>
          </ac:spMkLst>
        </pc:spChg>
        <pc:spChg chg="add mod ord">
          <ac:chgData name="髙田　陽斗" userId="349aba5d-2d55-469e-b606-bfbbf5033a9d" providerId="ADAL" clId="{F75CD730-4B93-4946-A438-1D617634E6A9}" dt="2024-07-26T00:59:40.257" v="5056" actId="1076"/>
          <ac:spMkLst>
            <pc:docMk/>
            <pc:sldMk cId="2008942720" sldId="313"/>
            <ac:spMk id="21" creationId="{D61FAFE6-3D09-327E-532B-3AE1C89FE751}"/>
          </ac:spMkLst>
        </pc:spChg>
        <pc:spChg chg="add del mod">
          <ac:chgData name="髙田　陽斗" userId="349aba5d-2d55-469e-b606-bfbbf5033a9d" providerId="ADAL" clId="{F75CD730-4B93-4946-A438-1D617634E6A9}" dt="2024-07-26T00:51:17.210" v="4933" actId="11529"/>
          <ac:spMkLst>
            <pc:docMk/>
            <pc:sldMk cId="2008942720" sldId="313"/>
            <ac:spMk id="22" creationId="{6C2AA3D1-8B09-32DE-6541-01D22C349355}"/>
          </ac:spMkLst>
        </pc:spChg>
        <pc:spChg chg="add mod">
          <ac:chgData name="髙田　陽斗" userId="349aba5d-2d55-469e-b606-bfbbf5033a9d" providerId="ADAL" clId="{F75CD730-4B93-4946-A438-1D617634E6A9}" dt="2024-07-26T00:51:08.487" v="4924" actId="1076"/>
          <ac:spMkLst>
            <pc:docMk/>
            <pc:sldMk cId="2008942720" sldId="313"/>
            <ac:spMk id="23" creationId="{F0BB276B-6C25-D43F-EDAA-026CCE8115F5}"/>
          </ac:spMkLst>
        </pc:spChg>
        <pc:spChg chg="add del mod ord">
          <ac:chgData name="髙田　陽斗" userId="349aba5d-2d55-469e-b606-bfbbf5033a9d" providerId="ADAL" clId="{F75CD730-4B93-4946-A438-1D617634E6A9}" dt="2024-07-26T00:52:41.065" v="4944" actId="11529"/>
          <ac:spMkLst>
            <pc:docMk/>
            <pc:sldMk cId="2008942720" sldId="313"/>
            <ac:spMk id="24" creationId="{09A18D24-1EBE-7DE7-3907-170618B11A28}"/>
          </ac:spMkLst>
        </pc:spChg>
        <pc:spChg chg="add mod">
          <ac:chgData name="髙田　陽斗" userId="349aba5d-2d55-469e-b606-bfbbf5033a9d" providerId="ADAL" clId="{F75CD730-4B93-4946-A438-1D617634E6A9}" dt="2024-07-26T00:52:28.165" v="4938"/>
          <ac:spMkLst>
            <pc:docMk/>
            <pc:sldMk cId="2008942720" sldId="313"/>
            <ac:spMk id="25" creationId="{8B68EA6F-5CB8-BB09-6BE7-E7914C5257C6}"/>
          </ac:spMkLst>
        </pc:spChg>
        <pc:spChg chg="add mod">
          <ac:chgData name="髙田　陽斗" userId="349aba5d-2d55-469e-b606-bfbbf5033a9d" providerId="ADAL" clId="{F75CD730-4B93-4946-A438-1D617634E6A9}" dt="2024-07-26T00:55:37.923" v="5019" actId="2710"/>
          <ac:spMkLst>
            <pc:docMk/>
            <pc:sldMk cId="2008942720" sldId="313"/>
            <ac:spMk id="26" creationId="{FB2E53DA-74B8-A90A-62DC-EBB39A46AC1D}"/>
          </ac:spMkLst>
        </pc:spChg>
        <pc:spChg chg="add mod">
          <ac:chgData name="髙田　陽斗" userId="349aba5d-2d55-469e-b606-bfbbf5033a9d" providerId="ADAL" clId="{F75CD730-4B93-4946-A438-1D617634E6A9}" dt="2024-07-26T00:57:27.170" v="5036" actId="1076"/>
          <ac:spMkLst>
            <pc:docMk/>
            <pc:sldMk cId="2008942720" sldId="313"/>
            <ac:spMk id="29" creationId="{5FDC9E29-218B-97B7-9844-1EB396655AE7}"/>
          </ac:spMkLst>
        </pc:spChg>
        <pc:spChg chg="add del mod">
          <ac:chgData name="髙田　陽斗" userId="349aba5d-2d55-469e-b606-bfbbf5033a9d" providerId="ADAL" clId="{F75CD730-4B93-4946-A438-1D617634E6A9}" dt="2024-07-26T00:56:33.448" v="5028" actId="478"/>
          <ac:spMkLst>
            <pc:docMk/>
            <pc:sldMk cId="2008942720" sldId="313"/>
            <ac:spMk id="30" creationId="{3AAB8EB2-2934-B272-1344-A6947766EAA5}"/>
          </ac:spMkLst>
        </pc:spChg>
        <pc:spChg chg="add mod">
          <ac:chgData name="髙田　陽斗" userId="349aba5d-2d55-469e-b606-bfbbf5033a9d" providerId="ADAL" clId="{F75CD730-4B93-4946-A438-1D617634E6A9}" dt="2024-07-26T00:57:27.170" v="5036" actId="1076"/>
          <ac:spMkLst>
            <pc:docMk/>
            <pc:sldMk cId="2008942720" sldId="313"/>
            <ac:spMk id="31" creationId="{476C2288-B7DE-3255-7C5D-5B1F2FDB9E37}"/>
          </ac:spMkLst>
        </pc:spChg>
        <pc:spChg chg="add mod">
          <ac:chgData name="髙田　陽斗" userId="349aba5d-2d55-469e-b606-bfbbf5033a9d" providerId="ADAL" clId="{F75CD730-4B93-4946-A438-1D617634E6A9}" dt="2024-07-26T00:57:27.170" v="5036" actId="1076"/>
          <ac:spMkLst>
            <pc:docMk/>
            <pc:sldMk cId="2008942720" sldId="313"/>
            <ac:spMk id="32" creationId="{9F5CBD1F-BA25-7B71-1AF9-F2CD662A37B2}"/>
          </ac:spMkLst>
        </pc:spChg>
        <pc:spChg chg="add mod">
          <ac:chgData name="髙田　陽斗" userId="349aba5d-2d55-469e-b606-bfbbf5033a9d" providerId="ADAL" clId="{F75CD730-4B93-4946-A438-1D617634E6A9}" dt="2024-07-26T00:57:27.170" v="5036" actId="1076"/>
          <ac:spMkLst>
            <pc:docMk/>
            <pc:sldMk cId="2008942720" sldId="313"/>
            <ac:spMk id="33" creationId="{26534F17-80BF-AF6C-A437-F28FB73CB800}"/>
          </ac:spMkLst>
        </pc:spChg>
        <pc:spChg chg="add mod">
          <ac:chgData name="髙田　陽斗" userId="349aba5d-2d55-469e-b606-bfbbf5033a9d" providerId="ADAL" clId="{F75CD730-4B93-4946-A438-1D617634E6A9}" dt="2024-07-26T00:58:40.585" v="5052" actId="1076"/>
          <ac:spMkLst>
            <pc:docMk/>
            <pc:sldMk cId="2008942720" sldId="313"/>
            <ac:spMk id="34" creationId="{B35C70C6-634B-097B-12D5-86D0CB4F8F0B}"/>
          </ac:spMkLst>
        </pc:spChg>
        <pc:spChg chg="add mod">
          <ac:chgData name="髙田　陽斗" userId="349aba5d-2d55-469e-b606-bfbbf5033a9d" providerId="ADAL" clId="{F75CD730-4B93-4946-A438-1D617634E6A9}" dt="2024-07-26T00:58:40.585" v="5052" actId="1076"/>
          <ac:spMkLst>
            <pc:docMk/>
            <pc:sldMk cId="2008942720" sldId="313"/>
            <ac:spMk id="35" creationId="{F9B54BFF-3AFC-922E-4681-A28776EA6E9E}"/>
          </ac:spMkLst>
        </pc:spChg>
        <pc:spChg chg="add del mod">
          <ac:chgData name="髙田　陽斗" userId="349aba5d-2d55-469e-b606-bfbbf5033a9d" providerId="ADAL" clId="{F75CD730-4B93-4946-A438-1D617634E6A9}" dt="2024-07-26T00:57:49.060" v="5038" actId="478"/>
          <ac:spMkLst>
            <pc:docMk/>
            <pc:sldMk cId="2008942720" sldId="313"/>
            <ac:spMk id="36" creationId="{2517C437-56B8-6B3F-703E-7CF4AF1DDA53}"/>
          </ac:spMkLst>
        </pc:spChg>
        <pc:spChg chg="add mod">
          <ac:chgData name="髙田　陽斗" userId="349aba5d-2d55-469e-b606-bfbbf5033a9d" providerId="ADAL" clId="{F75CD730-4B93-4946-A438-1D617634E6A9}" dt="2024-07-26T01:00:36.118" v="5067" actId="1076"/>
          <ac:spMkLst>
            <pc:docMk/>
            <pc:sldMk cId="2008942720" sldId="313"/>
            <ac:spMk id="37" creationId="{59CB2A38-A18F-6BC1-45FE-55F44BBBF06A}"/>
          </ac:spMkLst>
        </pc:spChg>
        <pc:spChg chg="add mod">
          <ac:chgData name="髙田　陽斗" userId="349aba5d-2d55-469e-b606-bfbbf5033a9d" providerId="ADAL" clId="{F75CD730-4B93-4946-A438-1D617634E6A9}" dt="2024-07-26T01:01:10.366" v="5094" actId="1076"/>
          <ac:spMkLst>
            <pc:docMk/>
            <pc:sldMk cId="2008942720" sldId="313"/>
            <ac:spMk id="38" creationId="{71F3E1EE-F4E0-558E-5DF9-7D6E01B8083B}"/>
          </ac:spMkLst>
        </pc:spChg>
        <pc:spChg chg="add mod">
          <ac:chgData name="髙田　陽斗" userId="349aba5d-2d55-469e-b606-bfbbf5033a9d" providerId="ADAL" clId="{F75CD730-4B93-4946-A438-1D617634E6A9}" dt="2024-07-26T01:02:59.618" v="5130" actId="1076"/>
          <ac:spMkLst>
            <pc:docMk/>
            <pc:sldMk cId="2008942720" sldId="313"/>
            <ac:spMk id="39" creationId="{08E9B1CF-F78E-CF7E-3999-CB6E16871F20}"/>
          </ac:spMkLst>
        </pc:spChg>
        <pc:spChg chg="add mod">
          <ac:chgData name="髙田　陽斗" userId="349aba5d-2d55-469e-b606-bfbbf5033a9d" providerId="ADAL" clId="{F75CD730-4B93-4946-A438-1D617634E6A9}" dt="2024-07-26T01:03:31.094" v="5150" actId="1076"/>
          <ac:spMkLst>
            <pc:docMk/>
            <pc:sldMk cId="2008942720" sldId="313"/>
            <ac:spMk id="40" creationId="{55A03E75-20A9-9FCB-265F-511AB9C57D10}"/>
          </ac:spMkLst>
        </pc:spChg>
        <pc:spChg chg="add mod">
          <ac:chgData name="髙田　陽斗" userId="349aba5d-2d55-469e-b606-bfbbf5033a9d" providerId="ADAL" clId="{F75CD730-4B93-4946-A438-1D617634E6A9}" dt="2024-07-26T01:06:33.617" v="5182" actId="1076"/>
          <ac:spMkLst>
            <pc:docMk/>
            <pc:sldMk cId="2008942720" sldId="313"/>
            <ac:spMk id="41" creationId="{EBF7D86C-D864-633A-1211-EB76F8C279CE}"/>
          </ac:spMkLst>
        </pc:spChg>
        <pc:spChg chg="add mod">
          <ac:chgData name="髙田　陽斗" userId="349aba5d-2d55-469e-b606-bfbbf5033a9d" providerId="ADAL" clId="{F75CD730-4B93-4946-A438-1D617634E6A9}" dt="2024-07-26T01:07:01.073" v="5209" actId="1076"/>
          <ac:spMkLst>
            <pc:docMk/>
            <pc:sldMk cId="2008942720" sldId="313"/>
            <ac:spMk id="42" creationId="{77530FC3-D2E0-A30E-F82E-4B4D93976D07}"/>
          </ac:spMkLst>
        </pc:spChg>
        <pc:spChg chg="add mod">
          <ac:chgData name="髙田　陽斗" userId="349aba5d-2d55-469e-b606-bfbbf5033a9d" providerId="ADAL" clId="{F75CD730-4B93-4946-A438-1D617634E6A9}" dt="2024-07-26T01:07:26.472" v="5229" actId="1076"/>
          <ac:spMkLst>
            <pc:docMk/>
            <pc:sldMk cId="2008942720" sldId="313"/>
            <ac:spMk id="43" creationId="{4663FF7A-F1E5-DEFA-D75A-71195A5D57EB}"/>
          </ac:spMkLst>
        </pc:spChg>
        <pc:spChg chg="add mod">
          <ac:chgData name="髙田　陽斗" userId="349aba5d-2d55-469e-b606-bfbbf5033a9d" providerId="ADAL" clId="{F75CD730-4B93-4946-A438-1D617634E6A9}" dt="2024-07-26T01:07:51.792" v="5233" actId="1076"/>
          <ac:spMkLst>
            <pc:docMk/>
            <pc:sldMk cId="2008942720" sldId="313"/>
            <ac:spMk id="44" creationId="{8AC105D4-A256-9E7A-5A20-BDF6984F365E}"/>
          </ac:spMkLst>
        </pc:spChg>
        <pc:grpChg chg="add mod">
          <ac:chgData name="髙田　陽斗" userId="349aba5d-2d55-469e-b606-bfbbf5033a9d" providerId="ADAL" clId="{F75CD730-4B93-4946-A438-1D617634E6A9}" dt="2024-07-26T00:48:07.646" v="4892"/>
          <ac:grpSpMkLst>
            <pc:docMk/>
            <pc:sldMk cId="2008942720" sldId="313"/>
            <ac:grpSpMk id="3" creationId="{741598B9-D2A1-400A-69A3-C3BF72C35C1D}"/>
          </ac:grpSpMkLst>
        </pc:grpChg>
        <pc:grpChg chg="add mod">
          <ac:chgData name="髙田　陽斗" userId="349aba5d-2d55-469e-b606-bfbbf5033a9d" providerId="ADAL" clId="{F75CD730-4B93-4946-A438-1D617634E6A9}" dt="2024-07-26T00:48:07.646" v="4892"/>
          <ac:grpSpMkLst>
            <pc:docMk/>
            <pc:sldMk cId="2008942720" sldId="313"/>
            <ac:grpSpMk id="8" creationId="{A38B089B-1BFA-BB3E-891E-4FDBDCF4DEC5}"/>
          </ac:grpSpMkLst>
        </pc:grpChg>
        <pc:cxnChg chg="add mod">
          <ac:chgData name="髙田　陽斗" userId="349aba5d-2d55-469e-b606-bfbbf5033a9d" providerId="ADAL" clId="{F75CD730-4B93-4946-A438-1D617634E6A9}" dt="2024-07-26T00:55:47.938" v="5021" actId="14100"/>
          <ac:cxnSpMkLst>
            <pc:docMk/>
            <pc:sldMk cId="2008942720" sldId="313"/>
            <ac:cxnSpMk id="2" creationId="{980BB4FD-8603-4F02-DED9-4A823873F55F}"/>
          </ac:cxnSpMkLst>
        </pc:cxnChg>
        <pc:cxnChg chg="add del mod">
          <ac:chgData name="髙田　陽斗" userId="349aba5d-2d55-469e-b606-bfbbf5033a9d" providerId="ADAL" clId="{F75CD730-4B93-4946-A438-1D617634E6A9}" dt="2024-07-26T00:49:39.468" v="4903" actId="478"/>
          <ac:cxnSpMkLst>
            <pc:docMk/>
            <pc:sldMk cId="2008942720" sldId="313"/>
            <ac:cxnSpMk id="16" creationId="{50008411-AF5C-97B2-8478-F6801E12C210}"/>
          </ac:cxnSpMkLst>
        </pc:cxnChg>
        <pc:cxnChg chg="add del mod">
          <ac:chgData name="髙田　陽斗" userId="349aba5d-2d55-469e-b606-bfbbf5033a9d" providerId="ADAL" clId="{F75CD730-4B93-4946-A438-1D617634E6A9}" dt="2024-07-26T00:49:41.428" v="4904" actId="478"/>
          <ac:cxnSpMkLst>
            <pc:docMk/>
            <pc:sldMk cId="2008942720" sldId="313"/>
            <ac:cxnSpMk id="17" creationId="{E0EE11B7-7D38-C002-6C24-269E9F2ACE51}"/>
          </ac:cxnSpMkLst>
        </pc:cxnChg>
        <pc:cxnChg chg="add del mod">
          <ac:chgData name="髙田　陽斗" userId="349aba5d-2d55-469e-b606-bfbbf5033a9d" providerId="ADAL" clId="{F75CD730-4B93-4946-A438-1D617634E6A9}" dt="2024-07-26T00:49:43.113" v="4905" actId="478"/>
          <ac:cxnSpMkLst>
            <pc:docMk/>
            <pc:sldMk cId="2008942720" sldId="313"/>
            <ac:cxnSpMk id="18" creationId="{4891EA99-2F26-FF10-3F44-89A90839ADA0}"/>
          </ac:cxnSpMkLst>
        </pc:cxnChg>
        <pc:cxnChg chg="add del mod">
          <ac:chgData name="髙田　陽斗" userId="349aba5d-2d55-469e-b606-bfbbf5033a9d" providerId="ADAL" clId="{F75CD730-4B93-4946-A438-1D617634E6A9}" dt="2024-07-26T00:49:44.784" v="4906" actId="478"/>
          <ac:cxnSpMkLst>
            <pc:docMk/>
            <pc:sldMk cId="2008942720" sldId="313"/>
            <ac:cxnSpMk id="19" creationId="{970482C4-35E0-2B30-95D9-BE929BFC0146}"/>
          </ac:cxnSpMkLst>
        </pc:cxnChg>
      </pc:sldChg>
      <pc:sldChg chg="addSp delSp modSp new mod modTransition delAnim modAnim">
        <pc:chgData name="髙田　陽斗" userId="349aba5d-2d55-469e-b606-bfbbf5033a9d" providerId="ADAL" clId="{F75CD730-4B93-4946-A438-1D617634E6A9}" dt="2024-07-26T01:28:20.717" v="5343"/>
        <pc:sldMkLst>
          <pc:docMk/>
          <pc:sldMk cId="1987714927" sldId="314"/>
        </pc:sldMkLst>
        <pc:spChg chg="add del mod">
          <ac:chgData name="髙田　陽斗" userId="349aba5d-2d55-469e-b606-bfbbf5033a9d" providerId="ADAL" clId="{F75CD730-4B93-4946-A438-1D617634E6A9}" dt="2024-07-26T01:19:24.181" v="5241" actId="478"/>
          <ac:spMkLst>
            <pc:docMk/>
            <pc:sldMk cId="1987714927" sldId="314"/>
            <ac:spMk id="2" creationId="{C252744E-1C3A-9B88-73DA-A99842F01614}"/>
          </ac:spMkLst>
        </pc:spChg>
        <pc:spChg chg="add del mod">
          <ac:chgData name="髙田　陽斗" userId="349aba5d-2d55-469e-b606-bfbbf5033a9d" providerId="ADAL" clId="{F75CD730-4B93-4946-A438-1D617634E6A9}" dt="2024-07-26T01:19:24.181" v="5241" actId="478"/>
          <ac:spMkLst>
            <pc:docMk/>
            <pc:sldMk cId="1987714927" sldId="314"/>
            <ac:spMk id="3" creationId="{B0FA6476-176B-E1CD-0544-15B8FB7A1CE5}"/>
          </ac:spMkLst>
        </pc:spChg>
        <pc:spChg chg="add del mod">
          <ac:chgData name="髙田　陽斗" userId="349aba5d-2d55-469e-b606-bfbbf5033a9d" providerId="ADAL" clId="{F75CD730-4B93-4946-A438-1D617634E6A9}" dt="2024-07-26T01:19:24.181" v="5241" actId="478"/>
          <ac:spMkLst>
            <pc:docMk/>
            <pc:sldMk cId="1987714927" sldId="314"/>
            <ac:spMk id="4" creationId="{057E95A5-6AB0-0BE5-CD7E-EBFD843341E9}"/>
          </ac:spMkLst>
        </pc:spChg>
        <pc:spChg chg="add del mod">
          <ac:chgData name="髙田　陽斗" userId="349aba5d-2d55-469e-b606-bfbbf5033a9d" providerId="ADAL" clId="{F75CD730-4B93-4946-A438-1D617634E6A9}" dt="2024-07-26T01:19:24.181" v="5241" actId="478"/>
          <ac:spMkLst>
            <pc:docMk/>
            <pc:sldMk cId="1987714927" sldId="314"/>
            <ac:spMk id="5" creationId="{5648464F-4557-E90F-C608-A16290D1E73C}"/>
          </ac:spMkLst>
        </pc:spChg>
        <pc:spChg chg="add del mod">
          <ac:chgData name="髙田　陽斗" userId="349aba5d-2d55-469e-b606-bfbbf5033a9d" providerId="ADAL" clId="{F75CD730-4B93-4946-A438-1D617634E6A9}" dt="2024-07-26T01:19:24.181" v="5241" actId="478"/>
          <ac:spMkLst>
            <pc:docMk/>
            <pc:sldMk cId="1987714927" sldId="314"/>
            <ac:spMk id="6" creationId="{0CF5F0B5-251F-86FC-5125-C5E51109AC71}"/>
          </ac:spMkLst>
        </pc:spChg>
        <pc:spChg chg="add del mod">
          <ac:chgData name="髙田　陽斗" userId="349aba5d-2d55-469e-b606-bfbbf5033a9d" providerId="ADAL" clId="{F75CD730-4B93-4946-A438-1D617634E6A9}" dt="2024-07-26T01:19:24.181" v="5241" actId="478"/>
          <ac:spMkLst>
            <pc:docMk/>
            <pc:sldMk cId="1987714927" sldId="314"/>
            <ac:spMk id="7" creationId="{3B07B718-76F0-9F09-18FA-53987A885664}"/>
          </ac:spMkLst>
        </pc:spChg>
        <pc:spChg chg="add del mod">
          <ac:chgData name="髙田　陽斗" userId="349aba5d-2d55-469e-b606-bfbbf5033a9d" providerId="ADAL" clId="{F75CD730-4B93-4946-A438-1D617634E6A9}" dt="2024-07-26T01:19:24.181" v="5241" actId="478"/>
          <ac:spMkLst>
            <pc:docMk/>
            <pc:sldMk cId="1987714927" sldId="314"/>
            <ac:spMk id="8" creationId="{521A8927-3B45-D015-B972-358674136914}"/>
          </ac:spMkLst>
        </pc:spChg>
        <pc:spChg chg="add del mod">
          <ac:chgData name="髙田　陽斗" userId="349aba5d-2d55-469e-b606-bfbbf5033a9d" providerId="ADAL" clId="{F75CD730-4B93-4946-A438-1D617634E6A9}" dt="2024-07-26T01:19:24.181" v="5241" actId="478"/>
          <ac:spMkLst>
            <pc:docMk/>
            <pc:sldMk cId="1987714927" sldId="314"/>
            <ac:spMk id="9" creationId="{C1EB408C-51BE-6574-5A91-C9EC366E1A0D}"/>
          </ac:spMkLst>
        </pc:spChg>
        <pc:spChg chg="add del mod">
          <ac:chgData name="髙田　陽斗" userId="349aba5d-2d55-469e-b606-bfbbf5033a9d" providerId="ADAL" clId="{F75CD730-4B93-4946-A438-1D617634E6A9}" dt="2024-07-26T01:19:24.181" v="5241" actId="478"/>
          <ac:spMkLst>
            <pc:docMk/>
            <pc:sldMk cId="1987714927" sldId="314"/>
            <ac:spMk id="10" creationId="{54850DC6-2341-B315-B8FA-E1C6EAC7681C}"/>
          </ac:spMkLst>
        </pc:spChg>
        <pc:spChg chg="add del mod">
          <ac:chgData name="髙田　陽斗" userId="349aba5d-2d55-469e-b606-bfbbf5033a9d" providerId="ADAL" clId="{F75CD730-4B93-4946-A438-1D617634E6A9}" dt="2024-07-26T01:19:24.181" v="5241" actId="478"/>
          <ac:spMkLst>
            <pc:docMk/>
            <pc:sldMk cId="1987714927" sldId="314"/>
            <ac:spMk id="11" creationId="{01D717E3-1D97-B4E6-9015-41EE7A655306}"/>
          </ac:spMkLst>
        </pc:spChg>
        <pc:spChg chg="mod">
          <ac:chgData name="髙田　陽斗" userId="349aba5d-2d55-469e-b606-bfbbf5033a9d" providerId="ADAL" clId="{F75CD730-4B93-4946-A438-1D617634E6A9}" dt="2024-07-26T01:19:38.659" v="5242"/>
          <ac:spMkLst>
            <pc:docMk/>
            <pc:sldMk cId="1987714927" sldId="314"/>
            <ac:spMk id="13" creationId="{AD11CD83-BCEF-61C2-F2E8-E656ADBF8CC0}"/>
          </ac:spMkLst>
        </pc:spChg>
        <pc:spChg chg="mod">
          <ac:chgData name="髙田　陽斗" userId="349aba5d-2d55-469e-b606-bfbbf5033a9d" providerId="ADAL" clId="{F75CD730-4B93-4946-A438-1D617634E6A9}" dt="2024-07-26T01:19:38.659" v="5242"/>
          <ac:spMkLst>
            <pc:docMk/>
            <pc:sldMk cId="1987714927" sldId="314"/>
            <ac:spMk id="14" creationId="{4BC9B35C-8489-B29F-F866-7AF4A4A706AD}"/>
          </ac:spMkLst>
        </pc:spChg>
        <pc:spChg chg="mod">
          <ac:chgData name="髙田　陽斗" userId="349aba5d-2d55-469e-b606-bfbbf5033a9d" providerId="ADAL" clId="{F75CD730-4B93-4946-A438-1D617634E6A9}" dt="2024-07-26T01:19:38.659" v="5242"/>
          <ac:spMkLst>
            <pc:docMk/>
            <pc:sldMk cId="1987714927" sldId="314"/>
            <ac:spMk id="15" creationId="{D53A89E1-10C5-91EF-030C-CA2343FD4E6B}"/>
          </ac:spMkLst>
        </pc:spChg>
        <pc:spChg chg="mod">
          <ac:chgData name="髙田　陽斗" userId="349aba5d-2d55-469e-b606-bfbbf5033a9d" providerId="ADAL" clId="{F75CD730-4B93-4946-A438-1D617634E6A9}" dt="2024-07-26T01:19:38.659" v="5242"/>
          <ac:spMkLst>
            <pc:docMk/>
            <pc:sldMk cId="1987714927" sldId="314"/>
            <ac:spMk id="16" creationId="{03AE2210-9A1A-BBA5-F8F6-F5D15ABAC0BD}"/>
          </ac:spMkLst>
        </pc:spChg>
        <pc:spChg chg="mod">
          <ac:chgData name="髙田　陽斗" userId="349aba5d-2d55-469e-b606-bfbbf5033a9d" providerId="ADAL" clId="{F75CD730-4B93-4946-A438-1D617634E6A9}" dt="2024-07-26T01:19:38.659" v="5242"/>
          <ac:spMkLst>
            <pc:docMk/>
            <pc:sldMk cId="1987714927" sldId="314"/>
            <ac:spMk id="19" creationId="{585D62C0-FFDE-86E2-62AF-A8C5A4544377}"/>
          </ac:spMkLst>
        </pc:spChg>
        <pc:spChg chg="mod">
          <ac:chgData name="髙田　陽斗" userId="349aba5d-2d55-469e-b606-bfbbf5033a9d" providerId="ADAL" clId="{F75CD730-4B93-4946-A438-1D617634E6A9}" dt="2024-07-26T01:23:52.395" v="5296" actId="20577"/>
          <ac:spMkLst>
            <pc:docMk/>
            <pc:sldMk cId="1987714927" sldId="314"/>
            <ac:spMk id="20" creationId="{47CCE689-DAF4-846D-5367-506BEB7626BC}"/>
          </ac:spMkLst>
        </pc:spChg>
        <pc:spChg chg="add mod">
          <ac:chgData name="髙田　陽斗" userId="349aba5d-2d55-469e-b606-bfbbf5033a9d" providerId="ADAL" clId="{F75CD730-4B93-4946-A438-1D617634E6A9}" dt="2024-07-26T01:19:38.659" v="5242"/>
          <ac:spMkLst>
            <pc:docMk/>
            <pc:sldMk cId="1987714927" sldId="314"/>
            <ac:spMk id="21" creationId="{827F1B15-1974-B93B-CD84-77E3320F6F3A}"/>
          </ac:spMkLst>
        </pc:spChg>
        <pc:spChg chg="add mod">
          <ac:chgData name="髙田　陽斗" userId="349aba5d-2d55-469e-b606-bfbbf5033a9d" providerId="ADAL" clId="{F75CD730-4B93-4946-A438-1D617634E6A9}" dt="2024-07-26T01:23:46.800" v="5285" actId="20577"/>
          <ac:spMkLst>
            <pc:docMk/>
            <pc:sldMk cId="1987714927" sldId="314"/>
            <ac:spMk id="22" creationId="{2219E60F-0C5F-B3D4-78C9-29AC1A43E805}"/>
          </ac:spMkLst>
        </pc:spChg>
        <pc:spChg chg="add mod">
          <ac:chgData name="髙田　陽斗" userId="349aba5d-2d55-469e-b606-bfbbf5033a9d" providerId="ADAL" clId="{F75CD730-4B93-4946-A438-1D617634E6A9}" dt="2024-07-26T01:20:32.134" v="5263" actId="20577"/>
          <ac:spMkLst>
            <pc:docMk/>
            <pc:sldMk cId="1987714927" sldId="314"/>
            <ac:spMk id="23" creationId="{03E979E7-5B52-B0A2-36F0-AB56E6E9BB63}"/>
          </ac:spMkLst>
        </pc:spChg>
        <pc:spChg chg="add mod">
          <ac:chgData name="髙田　陽斗" userId="349aba5d-2d55-469e-b606-bfbbf5033a9d" providerId="ADAL" clId="{F75CD730-4B93-4946-A438-1D617634E6A9}" dt="2024-07-26T01:19:38.659" v="5242"/>
          <ac:spMkLst>
            <pc:docMk/>
            <pc:sldMk cId="1987714927" sldId="314"/>
            <ac:spMk id="24" creationId="{12C747D9-B89D-711F-D277-A41AAC71B3D1}"/>
          </ac:spMkLst>
        </pc:spChg>
        <pc:spChg chg="add mod">
          <ac:chgData name="髙田　陽斗" userId="349aba5d-2d55-469e-b606-bfbbf5033a9d" providerId="ADAL" clId="{F75CD730-4B93-4946-A438-1D617634E6A9}" dt="2024-07-26T01:19:38.659" v="5242"/>
          <ac:spMkLst>
            <pc:docMk/>
            <pc:sldMk cId="1987714927" sldId="314"/>
            <ac:spMk id="25" creationId="{6CA59820-6371-2925-7DC5-B2F50C9D71ED}"/>
          </ac:spMkLst>
        </pc:spChg>
        <pc:spChg chg="add mod">
          <ac:chgData name="髙田　陽斗" userId="349aba5d-2d55-469e-b606-bfbbf5033a9d" providerId="ADAL" clId="{F75CD730-4B93-4946-A438-1D617634E6A9}" dt="2024-07-26T01:19:38.659" v="5242"/>
          <ac:spMkLst>
            <pc:docMk/>
            <pc:sldMk cId="1987714927" sldId="314"/>
            <ac:spMk id="26" creationId="{0E95C04A-27E3-E3C4-6320-5F1631B48458}"/>
          </ac:spMkLst>
        </pc:spChg>
        <pc:spChg chg="add mod">
          <ac:chgData name="髙田　陽斗" userId="349aba5d-2d55-469e-b606-bfbbf5033a9d" providerId="ADAL" clId="{F75CD730-4B93-4946-A438-1D617634E6A9}" dt="2024-07-26T01:19:38.659" v="5242"/>
          <ac:spMkLst>
            <pc:docMk/>
            <pc:sldMk cId="1987714927" sldId="314"/>
            <ac:spMk id="27" creationId="{74110EF8-54E2-9F6B-6265-87B9E4055755}"/>
          </ac:spMkLst>
        </pc:spChg>
        <pc:spChg chg="add mod">
          <ac:chgData name="髙田　陽斗" userId="349aba5d-2d55-469e-b606-bfbbf5033a9d" providerId="ADAL" clId="{F75CD730-4B93-4946-A438-1D617634E6A9}" dt="2024-07-26T01:19:38.659" v="5242"/>
          <ac:spMkLst>
            <pc:docMk/>
            <pc:sldMk cId="1987714927" sldId="314"/>
            <ac:spMk id="28" creationId="{985F85A4-3757-FD3C-DB46-E56A7F01CD4C}"/>
          </ac:spMkLst>
        </pc:spChg>
        <pc:grpChg chg="add mod">
          <ac:chgData name="髙田　陽斗" userId="349aba5d-2d55-469e-b606-bfbbf5033a9d" providerId="ADAL" clId="{F75CD730-4B93-4946-A438-1D617634E6A9}" dt="2024-07-26T01:19:38.659" v="5242"/>
          <ac:grpSpMkLst>
            <pc:docMk/>
            <pc:sldMk cId="1987714927" sldId="314"/>
            <ac:grpSpMk id="12" creationId="{1C069E9F-31F7-D280-F0CC-B7AC9A2162AE}"/>
          </ac:grpSpMkLst>
        </pc:grpChg>
        <pc:grpChg chg="add mod">
          <ac:chgData name="髙田　陽斗" userId="349aba5d-2d55-469e-b606-bfbbf5033a9d" providerId="ADAL" clId="{F75CD730-4B93-4946-A438-1D617634E6A9}" dt="2024-07-26T01:19:38.659" v="5242"/>
          <ac:grpSpMkLst>
            <pc:docMk/>
            <pc:sldMk cId="1987714927" sldId="314"/>
            <ac:grpSpMk id="18" creationId="{B7FD9F90-115E-6875-F991-D487E2241E01}"/>
          </ac:grpSpMkLst>
        </pc:grpChg>
        <pc:cxnChg chg="add mod">
          <ac:chgData name="髙田　陽斗" userId="349aba5d-2d55-469e-b606-bfbbf5033a9d" providerId="ADAL" clId="{F75CD730-4B93-4946-A438-1D617634E6A9}" dt="2024-07-26T01:19:38.659" v="5242"/>
          <ac:cxnSpMkLst>
            <pc:docMk/>
            <pc:sldMk cId="1987714927" sldId="314"/>
            <ac:cxnSpMk id="17" creationId="{388723CC-C1CE-4FAA-C287-875F7FC63A96}"/>
          </ac:cxnSpMkLst>
        </pc:cxnChg>
      </pc:sldChg>
      <pc:sldChg chg="addSp delSp modSp new mod modTransition delAnim modAnim">
        <pc:chgData name="髙田　陽斗" userId="349aba5d-2d55-469e-b606-bfbbf5033a9d" providerId="ADAL" clId="{F75CD730-4B93-4946-A438-1D617634E6A9}" dt="2024-07-26T02:20:33.119" v="5469" actId="1076"/>
        <pc:sldMkLst>
          <pc:docMk/>
          <pc:sldMk cId="571365075" sldId="315"/>
        </pc:sldMkLst>
        <pc:spChg chg="mod">
          <ac:chgData name="髙田　陽斗" userId="349aba5d-2d55-469e-b606-bfbbf5033a9d" providerId="ADAL" clId="{F75CD730-4B93-4946-A438-1D617634E6A9}" dt="2024-07-26T01:24:15.917" v="5298"/>
          <ac:spMkLst>
            <pc:docMk/>
            <pc:sldMk cId="571365075" sldId="315"/>
            <ac:spMk id="4" creationId="{F02DA330-F63A-FD90-849C-77A811190692}"/>
          </ac:spMkLst>
        </pc:spChg>
        <pc:spChg chg="mod">
          <ac:chgData name="髙田　陽斗" userId="349aba5d-2d55-469e-b606-bfbbf5033a9d" providerId="ADAL" clId="{F75CD730-4B93-4946-A438-1D617634E6A9}" dt="2024-07-26T01:24:15.917" v="5298"/>
          <ac:spMkLst>
            <pc:docMk/>
            <pc:sldMk cId="571365075" sldId="315"/>
            <ac:spMk id="5" creationId="{3C60ABB6-DFF9-0B51-3DC3-ED95E6EC1BC3}"/>
          </ac:spMkLst>
        </pc:spChg>
        <pc:spChg chg="mod">
          <ac:chgData name="髙田　陽斗" userId="349aba5d-2d55-469e-b606-bfbbf5033a9d" providerId="ADAL" clId="{F75CD730-4B93-4946-A438-1D617634E6A9}" dt="2024-07-26T01:24:15.917" v="5298"/>
          <ac:spMkLst>
            <pc:docMk/>
            <pc:sldMk cId="571365075" sldId="315"/>
            <ac:spMk id="6" creationId="{4249676C-1414-3FC3-FA5B-0B30737F0F9B}"/>
          </ac:spMkLst>
        </pc:spChg>
        <pc:spChg chg="mod">
          <ac:chgData name="髙田　陽斗" userId="349aba5d-2d55-469e-b606-bfbbf5033a9d" providerId="ADAL" clId="{F75CD730-4B93-4946-A438-1D617634E6A9}" dt="2024-07-26T01:24:15.917" v="5298"/>
          <ac:spMkLst>
            <pc:docMk/>
            <pc:sldMk cId="571365075" sldId="315"/>
            <ac:spMk id="7" creationId="{32BC92B3-9D4B-E439-19F5-CF52A07DBE4C}"/>
          </ac:spMkLst>
        </pc:spChg>
        <pc:spChg chg="add mod">
          <ac:chgData name="髙田　陽斗" userId="349aba5d-2d55-469e-b606-bfbbf5033a9d" providerId="ADAL" clId="{F75CD730-4B93-4946-A438-1D617634E6A9}" dt="2024-07-26T01:24:15.917" v="5298"/>
          <ac:spMkLst>
            <pc:docMk/>
            <pc:sldMk cId="571365075" sldId="315"/>
            <ac:spMk id="8" creationId="{2D406602-DAC8-2500-A8F0-B771F1EDE69E}"/>
          </ac:spMkLst>
        </pc:spChg>
        <pc:spChg chg="mod">
          <ac:chgData name="髙田　陽斗" userId="349aba5d-2d55-469e-b606-bfbbf5033a9d" providerId="ADAL" clId="{F75CD730-4B93-4946-A438-1D617634E6A9}" dt="2024-07-26T01:24:15.917" v="5298"/>
          <ac:spMkLst>
            <pc:docMk/>
            <pc:sldMk cId="571365075" sldId="315"/>
            <ac:spMk id="10" creationId="{0C8EF49F-0103-97F1-0729-22C303821F6B}"/>
          </ac:spMkLst>
        </pc:spChg>
        <pc:spChg chg="mod">
          <ac:chgData name="髙田　陽斗" userId="349aba5d-2d55-469e-b606-bfbbf5033a9d" providerId="ADAL" clId="{F75CD730-4B93-4946-A438-1D617634E6A9}" dt="2024-07-26T01:24:15.917" v="5298"/>
          <ac:spMkLst>
            <pc:docMk/>
            <pc:sldMk cId="571365075" sldId="315"/>
            <ac:spMk id="11" creationId="{1E134D24-B8A7-3DDE-CF95-EAED56935A84}"/>
          </ac:spMkLst>
        </pc:spChg>
        <pc:spChg chg="add mod">
          <ac:chgData name="髙田　陽斗" userId="349aba5d-2d55-469e-b606-bfbbf5033a9d" providerId="ADAL" clId="{F75CD730-4B93-4946-A438-1D617634E6A9}" dt="2024-07-26T01:24:15.917" v="5298"/>
          <ac:spMkLst>
            <pc:docMk/>
            <pc:sldMk cId="571365075" sldId="315"/>
            <ac:spMk id="12" creationId="{BF9EA8AF-194C-0FEF-C96F-4963725F2F58}"/>
          </ac:spMkLst>
        </pc:spChg>
        <pc:spChg chg="add mod">
          <ac:chgData name="髙田　陽斗" userId="349aba5d-2d55-469e-b606-bfbbf5033a9d" providerId="ADAL" clId="{F75CD730-4B93-4946-A438-1D617634E6A9}" dt="2024-07-26T01:24:15.917" v="5298"/>
          <ac:spMkLst>
            <pc:docMk/>
            <pc:sldMk cId="571365075" sldId="315"/>
            <ac:spMk id="13" creationId="{D81E8051-21B0-57E2-DFED-4F84756722C8}"/>
          </ac:spMkLst>
        </pc:spChg>
        <pc:spChg chg="add mod">
          <ac:chgData name="髙田　陽斗" userId="349aba5d-2d55-469e-b606-bfbbf5033a9d" providerId="ADAL" clId="{F75CD730-4B93-4946-A438-1D617634E6A9}" dt="2024-07-26T01:24:15.917" v="5298"/>
          <ac:spMkLst>
            <pc:docMk/>
            <pc:sldMk cId="571365075" sldId="315"/>
            <ac:spMk id="14" creationId="{1BEC142F-1243-A4B2-66E2-4263EE86687C}"/>
          </ac:spMkLst>
        </pc:spChg>
        <pc:spChg chg="add mod">
          <ac:chgData name="髙田　陽斗" userId="349aba5d-2d55-469e-b606-bfbbf5033a9d" providerId="ADAL" clId="{F75CD730-4B93-4946-A438-1D617634E6A9}" dt="2024-07-26T01:24:15.917" v="5298"/>
          <ac:spMkLst>
            <pc:docMk/>
            <pc:sldMk cId="571365075" sldId="315"/>
            <ac:spMk id="16" creationId="{40FF477A-903B-4DC7-EF1B-0A8B7163C6D1}"/>
          </ac:spMkLst>
        </pc:spChg>
        <pc:spChg chg="add mod">
          <ac:chgData name="髙田　陽斗" userId="349aba5d-2d55-469e-b606-bfbbf5033a9d" providerId="ADAL" clId="{F75CD730-4B93-4946-A438-1D617634E6A9}" dt="2024-07-26T01:24:15.917" v="5298"/>
          <ac:spMkLst>
            <pc:docMk/>
            <pc:sldMk cId="571365075" sldId="315"/>
            <ac:spMk id="17" creationId="{28005368-4E8E-4284-7ABE-467F9F2BA00C}"/>
          </ac:spMkLst>
        </pc:spChg>
        <pc:spChg chg="add mod">
          <ac:chgData name="髙田　陽斗" userId="349aba5d-2d55-469e-b606-bfbbf5033a9d" providerId="ADAL" clId="{F75CD730-4B93-4946-A438-1D617634E6A9}" dt="2024-07-26T01:24:15.917" v="5298"/>
          <ac:spMkLst>
            <pc:docMk/>
            <pc:sldMk cId="571365075" sldId="315"/>
            <ac:spMk id="18" creationId="{3BAB7068-D9C3-92DA-01C3-C4D9B33F4B99}"/>
          </ac:spMkLst>
        </pc:spChg>
        <pc:spChg chg="add del mod">
          <ac:chgData name="髙田　陽斗" userId="349aba5d-2d55-469e-b606-bfbbf5033a9d" providerId="ADAL" clId="{F75CD730-4B93-4946-A438-1D617634E6A9}" dt="2024-07-26T01:24:33.453" v="5327" actId="478"/>
          <ac:spMkLst>
            <pc:docMk/>
            <pc:sldMk cId="571365075" sldId="315"/>
            <ac:spMk id="19" creationId="{EDF66025-6E82-9415-10A4-8720B8B65F2E}"/>
          </ac:spMkLst>
        </pc:spChg>
        <pc:spChg chg="add mod">
          <ac:chgData name="髙田　陽斗" userId="349aba5d-2d55-469e-b606-bfbbf5033a9d" providerId="ADAL" clId="{F75CD730-4B93-4946-A438-1D617634E6A9}" dt="2024-07-26T02:20:33.119" v="5469" actId="1076"/>
          <ac:spMkLst>
            <pc:docMk/>
            <pc:sldMk cId="571365075" sldId="315"/>
            <ac:spMk id="20" creationId="{0BDCC26F-1C75-8D61-A2FD-C9F150D06795}"/>
          </ac:spMkLst>
        </pc:spChg>
        <pc:grpChg chg="add mod">
          <ac:chgData name="髙田　陽斗" userId="349aba5d-2d55-469e-b606-bfbbf5033a9d" providerId="ADAL" clId="{F75CD730-4B93-4946-A438-1D617634E6A9}" dt="2024-07-26T01:24:15.917" v="5298"/>
          <ac:grpSpMkLst>
            <pc:docMk/>
            <pc:sldMk cId="571365075" sldId="315"/>
            <ac:grpSpMk id="3" creationId="{D6929EAD-59A5-3BA6-EB06-62AD88A247D3}"/>
          </ac:grpSpMkLst>
        </pc:grpChg>
        <pc:grpChg chg="add mod">
          <ac:chgData name="髙田　陽斗" userId="349aba5d-2d55-469e-b606-bfbbf5033a9d" providerId="ADAL" clId="{F75CD730-4B93-4946-A438-1D617634E6A9}" dt="2024-07-26T01:24:15.917" v="5298"/>
          <ac:grpSpMkLst>
            <pc:docMk/>
            <pc:sldMk cId="571365075" sldId="315"/>
            <ac:grpSpMk id="9" creationId="{203CE1F0-F68A-B023-AD72-B80727C7F05D}"/>
          </ac:grpSpMkLst>
        </pc:grpChg>
        <pc:graphicFrameChg chg="add mod modGraphic">
          <ac:chgData name="髙田　陽斗" userId="349aba5d-2d55-469e-b606-bfbbf5033a9d" providerId="ADAL" clId="{F75CD730-4B93-4946-A438-1D617634E6A9}" dt="2024-07-26T01:24:29.605" v="5326" actId="20577"/>
          <ac:graphicFrameMkLst>
            <pc:docMk/>
            <pc:sldMk cId="571365075" sldId="315"/>
            <ac:graphicFrameMk id="15" creationId="{46F97768-4737-4F83-5A1A-5D0AB1C3E4F3}"/>
          </ac:graphicFrameMkLst>
        </pc:graphicFrameChg>
        <pc:cxnChg chg="add mod">
          <ac:chgData name="髙田　陽斗" userId="349aba5d-2d55-469e-b606-bfbbf5033a9d" providerId="ADAL" clId="{F75CD730-4B93-4946-A438-1D617634E6A9}" dt="2024-07-26T01:24:15.917" v="5298"/>
          <ac:cxnSpMkLst>
            <pc:docMk/>
            <pc:sldMk cId="571365075" sldId="315"/>
            <ac:cxnSpMk id="2" creationId="{92017225-C007-1487-B330-9AFA22BA9B73}"/>
          </ac:cxnSpMkLst>
        </pc:cxnChg>
      </pc:sldChg>
      <pc:sldChg chg="addSp modSp new mod setBg">
        <pc:chgData name="髙田　陽斗" userId="349aba5d-2d55-469e-b606-bfbbf5033a9d" providerId="ADAL" clId="{F75CD730-4B93-4946-A438-1D617634E6A9}" dt="2024-07-26T02:21:22.560" v="5498" actId="26606"/>
        <pc:sldMkLst>
          <pc:docMk/>
          <pc:sldMk cId="909182926" sldId="316"/>
        </pc:sldMkLst>
        <pc:spChg chg="mod">
          <ac:chgData name="髙田　陽斗" userId="349aba5d-2d55-469e-b606-bfbbf5033a9d" providerId="ADAL" clId="{F75CD730-4B93-4946-A438-1D617634E6A9}" dt="2024-07-26T02:21:22.560" v="5498" actId="26606"/>
          <ac:spMkLst>
            <pc:docMk/>
            <pc:sldMk cId="909182926" sldId="316"/>
            <ac:spMk id="2" creationId="{A86107FE-4388-03E7-CC70-71C431749D16}"/>
          </ac:spMkLst>
        </pc:spChg>
        <pc:spChg chg="add">
          <ac:chgData name="髙田　陽斗" userId="349aba5d-2d55-469e-b606-bfbbf5033a9d" providerId="ADAL" clId="{F75CD730-4B93-4946-A438-1D617634E6A9}" dt="2024-07-26T02:21:22.560" v="5498" actId="26606"/>
          <ac:spMkLst>
            <pc:docMk/>
            <pc:sldMk cId="909182926" sldId="316"/>
            <ac:spMk id="7" creationId="{FFD48BC7-DC40-47DE-87EE-9F4B6ECB9ABB}"/>
          </ac:spMkLst>
        </pc:spChg>
        <pc:spChg chg="add">
          <ac:chgData name="髙田　陽斗" userId="349aba5d-2d55-469e-b606-bfbbf5033a9d" providerId="ADAL" clId="{F75CD730-4B93-4946-A438-1D617634E6A9}" dt="2024-07-26T02:21:22.560" v="5498" actId="26606"/>
          <ac:spMkLst>
            <pc:docMk/>
            <pc:sldMk cId="909182926" sldId="316"/>
            <ac:spMk id="9" creationId="{E502BBC7-2C76-46F3-BC24-5985BC13DB88}"/>
          </ac:spMkLst>
        </pc:spChg>
        <pc:spChg chg="add">
          <ac:chgData name="髙田　陽斗" userId="349aba5d-2d55-469e-b606-bfbbf5033a9d" providerId="ADAL" clId="{F75CD730-4B93-4946-A438-1D617634E6A9}" dt="2024-07-26T02:21:22.560" v="5498" actId="26606"/>
          <ac:spMkLst>
            <pc:docMk/>
            <pc:sldMk cId="909182926" sldId="316"/>
            <ac:spMk id="11" creationId="{C7F28D52-2A5F-4D23-81AE-7CB8B591C7AF}"/>
          </ac:spMkLst>
        </pc:spChg>
        <pc:spChg chg="add">
          <ac:chgData name="髙田　陽斗" userId="349aba5d-2d55-469e-b606-bfbbf5033a9d" providerId="ADAL" clId="{F75CD730-4B93-4946-A438-1D617634E6A9}" dt="2024-07-26T02:21:22.560" v="5498" actId="26606"/>
          <ac:spMkLst>
            <pc:docMk/>
            <pc:sldMk cId="909182926" sldId="316"/>
            <ac:spMk id="13" creationId="{3629484E-3792-4B3D-89AD-7C8A1ED0E0D4}"/>
          </ac:spMkLst>
        </pc:spChg>
      </pc:sldChg>
      <pc:sldChg chg="new del">
        <pc:chgData name="髙田　陽斗" userId="349aba5d-2d55-469e-b606-bfbbf5033a9d" providerId="ADAL" clId="{F75CD730-4B93-4946-A438-1D617634E6A9}" dt="2024-07-26T02:20:52.078" v="5471" actId="47"/>
        <pc:sldMkLst>
          <pc:docMk/>
          <pc:sldMk cId="3719668818" sldId="316"/>
        </pc:sldMkLst>
      </pc:sldChg>
      <pc:sldMasterChg chg="modTransition modSldLayout">
        <pc:chgData name="髙田　陽斗" userId="349aba5d-2d55-469e-b606-bfbbf5033a9d" providerId="ADAL" clId="{F75CD730-4B93-4946-A438-1D617634E6A9}" dt="2024-07-26T01:28:20.717" v="5343"/>
        <pc:sldMasterMkLst>
          <pc:docMk/>
          <pc:sldMasterMk cId="890479421" sldId="2147483648"/>
        </pc:sldMasterMkLst>
        <pc:sldLayoutChg chg="modTransition">
          <pc:chgData name="髙田　陽斗" userId="349aba5d-2d55-469e-b606-bfbbf5033a9d" providerId="ADAL" clId="{F75CD730-4B93-4946-A438-1D617634E6A9}" dt="2024-07-26T01:28:20.717" v="5343"/>
          <pc:sldLayoutMkLst>
            <pc:docMk/>
            <pc:sldMasterMk cId="890479421" sldId="2147483648"/>
            <pc:sldLayoutMk cId="561441722" sldId="2147483649"/>
          </pc:sldLayoutMkLst>
        </pc:sldLayoutChg>
        <pc:sldLayoutChg chg="modTransition">
          <pc:chgData name="髙田　陽斗" userId="349aba5d-2d55-469e-b606-bfbbf5033a9d" providerId="ADAL" clId="{F75CD730-4B93-4946-A438-1D617634E6A9}" dt="2024-07-26T01:28:20.717" v="5343"/>
          <pc:sldLayoutMkLst>
            <pc:docMk/>
            <pc:sldMasterMk cId="890479421" sldId="2147483648"/>
            <pc:sldLayoutMk cId="3862428625" sldId="2147483650"/>
          </pc:sldLayoutMkLst>
        </pc:sldLayoutChg>
        <pc:sldLayoutChg chg="modTransition">
          <pc:chgData name="髙田　陽斗" userId="349aba5d-2d55-469e-b606-bfbbf5033a9d" providerId="ADAL" clId="{F75CD730-4B93-4946-A438-1D617634E6A9}" dt="2024-07-26T01:28:20.717" v="5343"/>
          <pc:sldLayoutMkLst>
            <pc:docMk/>
            <pc:sldMasterMk cId="890479421" sldId="2147483648"/>
            <pc:sldLayoutMk cId="530471786" sldId="2147483651"/>
          </pc:sldLayoutMkLst>
        </pc:sldLayoutChg>
        <pc:sldLayoutChg chg="modTransition">
          <pc:chgData name="髙田　陽斗" userId="349aba5d-2d55-469e-b606-bfbbf5033a9d" providerId="ADAL" clId="{F75CD730-4B93-4946-A438-1D617634E6A9}" dt="2024-07-26T01:28:20.717" v="5343"/>
          <pc:sldLayoutMkLst>
            <pc:docMk/>
            <pc:sldMasterMk cId="890479421" sldId="2147483648"/>
            <pc:sldLayoutMk cId="2757012076" sldId="2147483652"/>
          </pc:sldLayoutMkLst>
        </pc:sldLayoutChg>
        <pc:sldLayoutChg chg="modTransition">
          <pc:chgData name="髙田　陽斗" userId="349aba5d-2d55-469e-b606-bfbbf5033a9d" providerId="ADAL" clId="{F75CD730-4B93-4946-A438-1D617634E6A9}" dt="2024-07-26T01:28:20.717" v="5343"/>
          <pc:sldLayoutMkLst>
            <pc:docMk/>
            <pc:sldMasterMk cId="890479421" sldId="2147483648"/>
            <pc:sldLayoutMk cId="695612449" sldId="2147483653"/>
          </pc:sldLayoutMkLst>
        </pc:sldLayoutChg>
        <pc:sldLayoutChg chg="modTransition">
          <pc:chgData name="髙田　陽斗" userId="349aba5d-2d55-469e-b606-bfbbf5033a9d" providerId="ADAL" clId="{F75CD730-4B93-4946-A438-1D617634E6A9}" dt="2024-07-26T01:28:20.717" v="5343"/>
          <pc:sldLayoutMkLst>
            <pc:docMk/>
            <pc:sldMasterMk cId="890479421" sldId="2147483648"/>
            <pc:sldLayoutMk cId="3091546933" sldId="2147483654"/>
          </pc:sldLayoutMkLst>
        </pc:sldLayoutChg>
        <pc:sldLayoutChg chg="modTransition">
          <pc:chgData name="髙田　陽斗" userId="349aba5d-2d55-469e-b606-bfbbf5033a9d" providerId="ADAL" clId="{F75CD730-4B93-4946-A438-1D617634E6A9}" dt="2024-07-26T01:28:20.717" v="5343"/>
          <pc:sldLayoutMkLst>
            <pc:docMk/>
            <pc:sldMasterMk cId="890479421" sldId="2147483648"/>
            <pc:sldLayoutMk cId="2627650623" sldId="2147483655"/>
          </pc:sldLayoutMkLst>
        </pc:sldLayoutChg>
        <pc:sldLayoutChg chg="modTransition">
          <pc:chgData name="髙田　陽斗" userId="349aba5d-2d55-469e-b606-bfbbf5033a9d" providerId="ADAL" clId="{F75CD730-4B93-4946-A438-1D617634E6A9}" dt="2024-07-26T01:28:20.717" v="5343"/>
          <pc:sldLayoutMkLst>
            <pc:docMk/>
            <pc:sldMasterMk cId="890479421" sldId="2147483648"/>
            <pc:sldLayoutMk cId="2995143053" sldId="2147483656"/>
          </pc:sldLayoutMkLst>
        </pc:sldLayoutChg>
        <pc:sldLayoutChg chg="modTransition">
          <pc:chgData name="髙田　陽斗" userId="349aba5d-2d55-469e-b606-bfbbf5033a9d" providerId="ADAL" clId="{F75CD730-4B93-4946-A438-1D617634E6A9}" dt="2024-07-26T01:28:20.717" v="5343"/>
          <pc:sldLayoutMkLst>
            <pc:docMk/>
            <pc:sldMasterMk cId="890479421" sldId="2147483648"/>
            <pc:sldLayoutMk cId="1134725690" sldId="2147483657"/>
          </pc:sldLayoutMkLst>
        </pc:sldLayoutChg>
        <pc:sldLayoutChg chg="modTransition">
          <pc:chgData name="髙田　陽斗" userId="349aba5d-2d55-469e-b606-bfbbf5033a9d" providerId="ADAL" clId="{F75CD730-4B93-4946-A438-1D617634E6A9}" dt="2024-07-26T01:28:20.717" v="5343"/>
          <pc:sldLayoutMkLst>
            <pc:docMk/>
            <pc:sldMasterMk cId="890479421" sldId="2147483648"/>
            <pc:sldLayoutMk cId="3982939561" sldId="2147483658"/>
          </pc:sldLayoutMkLst>
        </pc:sldLayoutChg>
        <pc:sldLayoutChg chg="modTransition">
          <pc:chgData name="髙田　陽斗" userId="349aba5d-2d55-469e-b606-bfbbf5033a9d" providerId="ADAL" clId="{F75CD730-4B93-4946-A438-1D617634E6A9}" dt="2024-07-26T01:28:20.717" v="5343"/>
          <pc:sldLayoutMkLst>
            <pc:docMk/>
            <pc:sldMasterMk cId="890479421" sldId="2147483648"/>
            <pc:sldLayoutMk cId="3984679008" sldId="2147483659"/>
          </pc:sldLayoutMkLst>
        </pc:sldLayoutChg>
      </pc:sldMasterChg>
    </pc:docChg>
  </pc:docChgLst>
  <pc:docChgLst>
    <pc:chgData name="齋藤　颯人" userId="99dd7670-ab0b-40af-bdbe-24cbe9d3f937" providerId="ADAL" clId="{FF081265-89BD-489B-B2AC-8504A1AE092E}"/>
    <pc:docChg chg="custSel delSld modSld">
      <pc:chgData name="齋藤　颯人" userId="99dd7670-ab0b-40af-bdbe-24cbe9d3f937" providerId="ADAL" clId="{FF081265-89BD-489B-B2AC-8504A1AE092E}" dt="2024-07-30T02:42:23.074" v="2" actId="2696"/>
      <pc:docMkLst>
        <pc:docMk/>
      </pc:docMkLst>
      <pc:sldChg chg="delSp del mod delAnim">
        <pc:chgData name="齋藤　颯人" userId="99dd7670-ab0b-40af-bdbe-24cbe9d3f937" providerId="ADAL" clId="{FF081265-89BD-489B-B2AC-8504A1AE092E}" dt="2024-07-30T02:42:18.884" v="1" actId="2696"/>
        <pc:sldMkLst>
          <pc:docMk/>
          <pc:sldMk cId="36314170" sldId="296"/>
        </pc:sldMkLst>
        <pc:spChg chg="del">
          <ac:chgData name="齋藤　颯人" userId="99dd7670-ab0b-40af-bdbe-24cbe9d3f937" providerId="ADAL" clId="{FF081265-89BD-489B-B2AC-8504A1AE092E}" dt="2024-07-30T02:42:11.233" v="0" actId="478"/>
          <ac:spMkLst>
            <pc:docMk/>
            <pc:sldMk cId="36314170" sldId="296"/>
            <ac:spMk id="29" creationId="{5284617A-454B-820E-FBB6-3A3475C32756}"/>
          </ac:spMkLst>
        </pc:spChg>
      </pc:sldChg>
      <pc:sldChg chg="del">
        <pc:chgData name="齋藤　颯人" userId="99dd7670-ab0b-40af-bdbe-24cbe9d3f937" providerId="ADAL" clId="{FF081265-89BD-489B-B2AC-8504A1AE092E}" dt="2024-07-30T02:42:23.074" v="2" actId="2696"/>
        <pc:sldMkLst>
          <pc:docMk/>
          <pc:sldMk cId="3687282361" sldId="297"/>
        </pc:sldMkLst>
      </pc:sldChg>
    </pc:docChg>
  </pc:docChgLst>
  <pc:docChgLst>
    <pc:chgData name="髙田　陽斗" userId="S::utm2377093_stu.o-hara.ac.jp#ext#@oohara.onmicrosoft.com::246231cd-1a3e-46a3-857c-89376165c3ef" providerId="AD" clId="Web-{47AD3243-BE0B-0081-5A0E-8F1D609D7166}"/>
    <pc:docChg chg="modSld">
      <pc:chgData name="髙田　陽斗" userId="S::utm2377093_stu.o-hara.ac.jp#ext#@oohara.onmicrosoft.com::246231cd-1a3e-46a3-857c-89376165c3ef" providerId="AD" clId="Web-{47AD3243-BE0B-0081-5A0E-8F1D609D7166}" dt="2024-07-26T02:51:06.167" v="3"/>
      <pc:docMkLst>
        <pc:docMk/>
      </pc:docMkLst>
      <pc:sldChg chg="addAnim delAnim modAnim">
        <pc:chgData name="髙田　陽斗" userId="S::utm2377093_stu.o-hara.ac.jp#ext#@oohara.onmicrosoft.com::246231cd-1a3e-46a3-857c-89376165c3ef" providerId="AD" clId="Web-{47AD3243-BE0B-0081-5A0E-8F1D609D7166}" dt="2024-07-26T02:51:06.167" v="3"/>
        <pc:sldMkLst>
          <pc:docMk/>
          <pc:sldMk cId="3898586431" sldId="299"/>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24T00:52:07.40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0,'2'1,"1"-1,0 1,-1 0,1 0,-1 0,1 0,-1 0,0 1,1-1,2 3,7 3,4 1,0-2,1 0,-1 0,1-1,1-1,19 2,112 8,528-8,-417-8,-187 2,134 2,-165 1,-1 1,80 17,-40 0,0-4,2-3,0-3,145 3,-97-14,132 14,-227-10,0-1,1-2,-1-1,55-6,197-14,5 20,-106 2,7-3,225 3,-252 11,32 1,535-15,-716 0,0 0,0-2,25-5,-22 3,41-3,126 8,17-1,-175-3,-1-1,0-1,29-9,-10 3,-24 7,0 2,1 0,0 2,36 1,-53 0,18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24T00:52:07.40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1,'51'-1,"265"14,-137 1,181-9,-267-5,85 14,-14 1,80 4,-113-9,167-7,-152-5,-111 4,66 12,-63-7,50 2,15-9,-49-1,-1 3,57 8,-37 0,85 0,77-11,-95-1,386 2,-494 2,60 11,1 0,87-9,-115-5,116 13,-110-3,1-2,-1-4,1-2,111-15,-81 3,112 3,-184 7,59-12,5 0,327 9,-238 5,291-1,-448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4T01:57:15.545"/>
    </inkml:context>
    <inkml:brush xml:id="br0">
      <inkml:brushProperty name="width" value="0.05" units="cm"/>
      <inkml:brushProperty name="height" value="0.05" units="cm"/>
      <inkml:brushProperty name="color" value="#FFFFFF"/>
    </inkml:brush>
  </inkml:definitions>
  <inkml:trace contextRef="#ctx0" brushRef="#br0">142 94 24575,'0'293'0,"0"-587"0,0 288 0,0 1 0,0-1 0,-1 1 0,1-1 0,-1 1 0,-1-1 0,1 1 0,-1 0 0,-2-6 0,3 9 0,-1 0 0,0-1 0,1 1 0,-1 0 0,0 0 0,0 0 0,0 0 0,0 0 0,-1 1 0,1-1 0,0 1 0,-1-1 0,1 1 0,-1 0 0,1 0 0,-1 0 0,0 0 0,0 0 0,-5 0 0,4 1 0,0-1 0,-1 1 0,1 0 0,-1 1 0,1-1 0,0 1 0,-1 0 0,1 0 0,0 0 0,0 0 0,-1 1 0,-4 3 0,7-5 0,1 1 0,0 0 0,0-1 0,0 1 0,0 0 0,-1 0 0,1 0 0,0 0 0,1 0 0,-1 0 0,0 0 0,0 0 0,0 0 0,1 0 0,-1 1 0,0-1 0,1 0 0,-1 0 0,1 1 0,0-1 0,-1 0 0,1 1 0,0-1 0,0 0 0,0 1 0,0-1 0,0 1 0,0-1 0,0 0 0,0 1 0,1-1 0,-1 0 0,0 1 0,1-1 0,-1 0 0,1 0 0,0 1 0,-1-1 0,1 0 0,0 0 0,0 0 0,-1 0 0,1 0 0,1 1 0,3 2 0,-1 0 0,1 0 0,0 0 0,0-1 0,0 0 0,1 0 0,-1 0 0,1-1 0,-1 1 0,1-1 0,8 1 0,-6-1 0,-1 1 0,0-1 0,1 1 0,-1 1 0,12 7 0,-18-9 0,1 0 0,0-1 0,-1 1 0,1 0 0,-1 1 0,0-1 0,0 0 0,0 0 0,0 0 0,0 1 0,0-1 0,-1 0 0,1 1 0,-1-1 0,1 1 0,-1-1 0,0 1 0,0-1 0,0 1 0,-1-1 0,1 0 0,0 1 0,-1-1 0,0 1 0,1-1 0,-1 0 0,0 0 0,-1 3 0,-3 6 0,0 0 0,-1-1 0,0 0 0,-10 13 0,11-18 0,0 0 0,0 0 0,0-1 0,-7 4 0,-18 17 0,29-24 0,-1 0 0,1 1 0,0-1 0,0 0 0,0 1 0,0-1 0,0 1 0,0-1 0,0 1 0,1 0 0,-1-1 0,0 1 0,1 0 0,0-1 0,-1 1 0,1 2 0,0-3 0,0 0 0,1 1 0,-1-1 0,1 0 0,0 0 0,-1 0 0,1 1 0,0-1 0,-1 0 0,1 0 0,0 0 0,0 0 0,0-1 0,0 1 0,0 0 0,0 0 0,0 0 0,0-1 0,0 1 0,0 0 0,1-1 0,-1 1 0,0-1 0,0 0 0,1 1 0,-1-1 0,0 0 0,2 0 0,38 4 0,-35-4 0,0-1 0,0 1 0,0-1 0,0 0 0,-1-1 0,1 0 0,7-2 0,-12 3 0,0 1 0,0-1 0,0 1 0,0-1 0,0 0 0,0 1 0,0-1 0,0 0 0,0 0 0,0 0 0,-1 0 0,1 0 0,0 1 0,-1-1 0,1 0 0,0-1 0,-1 1 0,0 0 0,1 0 0,-1 0 0,1 0 0,-1 0 0,0 0 0,0-1 0,0 1 0,0 0 0,0 0 0,0 0 0,0 0 0,0-1 0,0 1 0,0 0 0,-1 0 0,1 0 0,0 0 0,-1 0 0,1-1 0,-1 1 0,1 0 0,-1 0 0,0 0 0,0-1 0,-4-5 24,-3-7-302,0 0 0,0 0 1,1-1-1,-4-16 0,4 6-6548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4T01:57:23.589"/>
    </inkml:context>
    <inkml:brush xml:id="br0">
      <inkml:brushProperty name="width" value="0.05" units="cm"/>
      <inkml:brushProperty name="height" value="0.05" units="cm"/>
      <inkml:brushProperty name="color" value="#FFFFFF"/>
    </inkml:brush>
  </inkml:definitions>
  <inkml:trace contextRef="#ctx0" brushRef="#br0">166 576 24575,'-1'0'0,"0"0"0,0 0 0,0-1 0,0 1 0,0-1 0,0 1 0,0-1 0,0 1 0,0-1 0,0 1 0,1-1 0,-1 0 0,0 1 0,0-1 0,1 0 0,-1 0 0,0 0 0,1 0 0,-1 0 0,1 1 0,-1-1 0,1 0 0,-1 0 0,1 0 0,0 0 0,0 0 0,-1 0 0,1-1 0,0 1 0,0-1 0,-1-2 0,1 0 0,-1 0 0,1 0 0,0 0 0,0 0 0,2-7 0,-1 7 0,1-1 0,-1 1 0,1 0 0,0-1 0,0 1 0,1 0 0,-1 0 0,1 0 0,0 1 0,0-1 0,1 1 0,4-5 0,5-3 0,1 2 0,18-11 0,-22 14 0,1 0 0,-2 0 0,1-1 0,16-15 0,-25 21 0,-1 0 0,1 0 0,0 0 0,0-1 0,-1 1 0,1 0 0,0 0 0,-1 0 0,1-1 0,-1 1 0,0 0 0,1 0 0,-1-1 0,0 1 0,0 0 0,0-1 0,0 1 0,0 0 0,0 0 0,0-1 0,-1 1 0,1 0 0,0-1 0,-1 1 0,1 0 0,-1 0 0,1-1 0,-1 1 0,1 0 0,-1 0 0,0 0 0,0 0 0,1 0 0,-1 0 0,0 0 0,0 0 0,0 0 0,0 1 0,-2-2 0,-3-3 0,0 0 0,-1 1 0,0 0 0,0 0 0,-9-3 0,5 3 0,-1 0 0,-17-2 0,18 4 0,1-1 0,0 1 0,-19-9 0,2-7 0,23 15 0,-1-1 0,1 1 0,-1 0 0,0 1 0,-9-5 0,7 5 0,-3-1 0,0 0 0,0-1 0,-10-6 0,18 9 0,1 0 0,0 0 0,-1 0 0,1 0 0,0 0 0,0 0 0,0 0 0,-1 0 0,1 0 0,1 0 0,-1-1 0,-1-1 0,2 2 0,-1 0 0,1 1 0,0-1 0,0 0 0,0 0 0,0 1 0,0-1 0,0 0 0,0 0 0,0 1 0,0-1 0,1 0 0,-1 0 0,0 1 0,0-1 0,1 0 0,-1 0 0,0 1 0,1-1 0,-1 1 0,1-1 0,-1 0 0,1 1 0,-1-1 0,1 1 0,0-2 0,5-2 0,-1-1 0,1 1 0,0 0 0,1 1 0,-1-1 0,13-4 0,-10 5 0,-1-1 0,0 0 0,14-9 0,-17 10 0,0 0 0,0 0 0,1 1 0,-1 0 0,1 0 0,-1 0 0,1 1 0,0-1 0,-1 2 0,1-1 0,0 1 0,0-1 0,0 2 0,0-1 0,6 2 0,9 1 0,-1 1 0,36 12 0,-56-17 0,0 1 0,0 0 0,0 0 0,0 0 0,1 0 0,-1 0 0,0 0 0,0 0 0,0 0 0,0 0 0,0 0 0,1 0 0,-1 0 0,0 0 0,0 0 0,0 0 0,0 0 0,1 0 0,-1 0 0,0 1 0,0-1 0,0 0 0,0 0 0,0 0 0,1 0 0,-1 0 0,0 0 0,0 0 0,0 0 0,0 1 0,0-1 0,0 0 0,0 0 0,1 0 0,-1 0 0,0 0 0,0 0 0,0 1 0,0-1 0,0 0 0,0 0 0,0 0 0,0 0 0,0 1 0,0-1 0,0 0 0,0 0 0,0 0 0,0 0 0,0 1 0,0-1 0,0 0 0,-12 3 0,-16-2 0,26-1 0,1 0 0,-1 0 0,1-1 0,-1 1 0,1 0 0,-1-1 0,1 1 0,0-1 0,-1 1 0,1-1 0,-2-1 0,3 2 0,-1 0 0,1-1 0,0 1 0,0 0 0,0 0 0,-1-1 0,1 1 0,0 0 0,0 0 0,0-1 0,0 1 0,0 0 0,-1-1 0,1 1 0,0 0 0,0-1 0,0 1 0,0 0 0,0-1 0,0 1 0,0 0 0,0 0 0,0-1 0,0 1 0,1 0 0,-1-1 0,0 1 0,0 0 0,0-1 0,0 1 0,0 0 0,1-1 0,0-1 0,1 0 0,0 0 0,0 1 0,0-1 0,0 0 0,1 1 0,-1-1 0,0 1 0,1 0 0,-1 0 0,4-2 0,56-13 0,-22 8 0,-23 0 0,-17 8 0,0 0 0,0 0 0,0 0 0,0-1 0,1 1 0,-1 0 0,0 0 0,0 0 0,0-1 0,0 1 0,0 0 0,0 0 0,0 0 0,0-1 0,0 1 0,0 0 0,0 0 0,0 0 0,0-1 0,0 1 0,0 0 0,0 0 0,0-1 0,0 1 0,0 0 0,0 0 0,0 0 0,0-1 0,0 1 0,0 0 0,0 0 0,0 0 0,0-1 0,-1 1 0,1 0 0,0 0 0,0-1 0,-4-1 0,1 0 0,0-1 0,-1 1 0,0 0 0,-7-2 0,8 3 0,1 0 0,-1-1 0,0 1 0,0 0 0,0-1 0,1 0 0,-1 1 0,1-1 0,-5-4 0,7 5 0,0 1 0,0-1 0,1 1 0,-1-1 0,0 1 0,0-1 0,0 1 0,1-1 0,-1 1 0,0 0 0,0-1 0,1 1 0,-1-1 0,0 1 0,1 0 0,-1-1 0,0 1 0,1 0 0,-1 0 0,1-1 0,-1 1 0,1 0 0,-1 0 0,0-1 0,1 1 0,-1 0 0,1 0 0,-1 0 0,1 0 0,-1 0 0,1 0 0,-1 0 0,1 0 0,-1 0 0,2 0 0,20-3 0,-21 3 0,33-1 0,-189 18 0,96-8 0,36-5 0,30-1 0,37-2 0,18-2 0,66 3 0,-111-1 0,1 1 0,-1 1 0,0 1 0,-1 0 0,21 8 0,-36-12 0,0 0 0,0 1 0,0-1 0,0 1 0,0-1 0,1 1 0,-1-1 0,0 1 0,0-1 0,0 1 0,-1 0 0,1-1 0,0 1 0,0 0 0,0 0 0,0 0 0,-1 0 0,1 0 0,0 0 0,-1 0 0,1 0 0,-1 0 0,1 0 0,-1 0 0,0 0 0,1 0 0,-1 1 0,0-1 0,1 1 0,-2 0 0,0 0 0,0-1 0,0 1 0,0-1 0,0 1 0,0-1 0,0 0 0,0 1 0,-1-1 0,1 0 0,-1 0 0,1 0 0,0 0 0,-1 0 0,0 0 0,1-1 0,-1 1 0,1 0 0,-1-1 0,-3 1 0,-31 9 0,-1-1 0,-55 4 0,46-7 0,-52 13 0,82-13 0,15-5 0,1-1 0,0 0 0,0 0 0,0 0 0,0 0 0,-1 1 0,1-1 0,0 0 0,0 0 0,0 0 0,0 0 0,-1 1 0,1-1 0,0 0 0,0 0 0,0 1 0,0-1 0,0 0 0,0 0 0,0 1 0,0-1 0,0 0 0,0 0 0,0 1 0,0-1 0,0 0 0,0 0 0,0 0 0,0 1 0,0-1 0,0 0 0,0 1 0,2 0 0,-1 0 0,1 1 0,-1-1 0,1 0 0,0 0 0,-1 0 0,1 0 0,0 0 0,0-1 0,-1 1 0,1 0 0,0-1 0,3 1 0,37 7 0,0-2 0,1-2 0,64-2 0,-85-1 0,-14-1 0,-6 0 0,0 1 0,0-1 0,1 0 0,-1 0 0,0 0 0,0 0 0,0 0 0,1-1 0,-1 1 0,0 0 0,0-1 0,0 0 0,0 0 0,0 1 0,3-3 0,-5 3 0,0 0 0,0-1 0,-1 1 0,1 0 0,0-1 0,0 1 0,0 0 0,-1-1 0,1 1 0,0 0 0,0-1 0,0 1 0,-1 0 0,1 0 0,0-1 0,-1 1 0,1 0 0,0 0 0,-1 0 0,1-1 0,0 1 0,-1 0 0,1 0 0,0 0 0,-1 0 0,1 0 0,0 0 0,-1 0 0,-18-5 0,0 0 0,-1 2 0,-32-2 0,-33 3 0,83 2 0,73 0 0,-31 1 0,-30-1 0,-11 0 0,-2 0 0,-25 1 0,27-1 0,0 0 0,-1 0 0,1 0 0,0 0 0,0 1 0,0-1 0,0 0 0,0 1 0,0-1 0,0 1 0,0-1 0,0 1 0,0-1 0,0 1 0,0 0 0,0 0 0,0-1 0,0 1 0,0 1 0,1-1 0,0 0 0,0-1 0,1 1 0,-1-1 0,0 1 0,1 0 0,-1-1 0,1 1 0,-1-1 0,1 1 0,-1-1 0,1 1 0,-1-1 0,1 0 0,-1 1 0,1-1 0,0 0 0,-1 1 0,1-1 0,-1 0 0,1 0 0,0 1 0,-1-1 0,1 0 0,0 0 0,0 0 0,-1 0 0,1 0 0,1 0 0,23 4 0,-25-4 0,95 3 0,-73-2 0,-61 0 0,0 2 0,-57 13 0,58-9 0,36-7 54,7 1 63,18 1 54,30-1-1878,-20-1-5119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4T01:57:38.245"/>
    </inkml:context>
    <inkml:brush xml:id="br0">
      <inkml:brushProperty name="width" value="0.35" units="cm"/>
      <inkml:brushProperty name="height" value="0.35" units="cm"/>
      <inkml:brushProperty name="color" value="#FFFFFF"/>
    </inkml:brush>
  </inkml:definitions>
  <inkml:trace contextRef="#ctx0" brushRef="#br0">41 180 24575,'0'-3'0,"0"-5"0,0-4 0,0-4 0,-4-2 0,0-1 0,-4 2 0,0 1 0,1-1 0,3 0 0,0-1 0,3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4T01:57:42.847"/>
    </inkml:context>
    <inkml:brush xml:id="br0">
      <inkml:brushProperty name="width" value="0.35" units="cm"/>
      <inkml:brushProperty name="height" value="0.35" units="cm"/>
      <inkml:brushProperty name="color" value="#FFFFFF"/>
    </inkml:brush>
  </inkml:definitions>
  <inkml:trace contextRef="#ctx0" brushRef="#br0">1 0 24575,'0'4'0,"0"3"0,0 6 0,0 2 0,0 3 0,0 2 0,0 0 0,0 1 0,0 0 0,0-1 0,0 1 0,0-8 0,3-8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4T01:57:48.20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24T01:58:17.92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3,'405'0,"-370"2,0 1,54 13,-53-9,1-1,41 2,-54-8,111-2,-127 0,1 1,-1-2,1 1,-1-1,11-5,-11 4,1 0,0 1,0 0,13-3,28 2,90 5,-51 1,188-2,-260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4T01:59:51.019"/>
    </inkml:context>
    <inkml:brush xml:id="br0">
      <inkml:brushProperty name="width" value="0.35" units="cm"/>
      <inkml:brushProperty name="height" value="0.35" units="cm"/>
      <inkml:brushProperty name="color" value="#FFFFFF"/>
    </inkml:brush>
  </inkml:definitions>
  <inkml:trace contextRef="#ctx0" brushRef="#br0">1757 109 24575,'-860'0'0,"845"-1"0,1-1 0,0 0 0,0-1 0,-22-7 0,21 5 0,-1 1 0,1 0 0,-24-1 0,-22 3 0,-76-7 0,-7-20 0,2 0 0,105 26 0,-67 2 0,51 2 0,51-1-68,0 0 0,0 0-1,0 0 1,0 0 0,0 0 0,0 0-1,0 1 1,0-1 0,0 1 0,0-1-1,0 1 1,0 0 0,0 0 0,1 0-1,-1 0 1,0 0 0,0 0-1,1 0 1,-4 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00CCDB-49F8-478D-A234-E69C4B213991}" type="datetimeFigureOut">
              <a:rPr kumimoji="1" lang="ja-JP" altLang="en-US" smtClean="0"/>
              <a:t>2024/7/30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C6F6A0-2875-4B08-B71B-F43A1218293C}" type="slidenum">
              <a:rPr kumimoji="1" lang="ja-JP" altLang="en-US" smtClean="0"/>
              <a:t>‹#›</a:t>
            </a:fld>
            <a:endParaRPr kumimoji="1" lang="ja-JP" altLang="en-US"/>
          </a:p>
        </p:txBody>
      </p:sp>
    </p:spTree>
    <p:extLst>
      <p:ext uri="{BB962C8B-B14F-4D97-AF65-F5344CB8AC3E}">
        <p14:creationId xmlns:p14="http://schemas.microsoft.com/office/powerpoint/2010/main" val="359466943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3656AF1-4A35-461C-B617-200C87E8F564}"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1770901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1C6F6A0-2875-4B08-B71B-F43A1218293C}" type="slidenum">
              <a:rPr kumimoji="1" lang="ja-JP" altLang="en-US" smtClean="0"/>
              <a:t>2</a:t>
            </a:fld>
            <a:endParaRPr kumimoji="1" lang="ja-JP" altLang="en-US"/>
          </a:p>
        </p:txBody>
      </p:sp>
    </p:spTree>
    <p:extLst>
      <p:ext uri="{BB962C8B-B14F-4D97-AF65-F5344CB8AC3E}">
        <p14:creationId xmlns:p14="http://schemas.microsoft.com/office/powerpoint/2010/main" val="2203343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3656AF1-4A35-461C-B617-200C87E8F564}"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410065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1C6F6A0-2875-4B08-B71B-F43A1218293C}" type="slidenum">
              <a:rPr kumimoji="1" lang="ja-JP" altLang="en-US" smtClean="0"/>
              <a:t>27</a:t>
            </a:fld>
            <a:endParaRPr kumimoji="1" lang="ja-JP" altLang="en-US"/>
          </a:p>
        </p:txBody>
      </p:sp>
    </p:spTree>
    <p:extLst>
      <p:ext uri="{BB962C8B-B14F-4D97-AF65-F5344CB8AC3E}">
        <p14:creationId xmlns:p14="http://schemas.microsoft.com/office/powerpoint/2010/main" val="4201128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1C6F6A0-2875-4B08-B71B-F43A1218293C}" type="slidenum">
              <a:rPr kumimoji="1" lang="ja-JP" altLang="en-US" smtClean="0"/>
              <a:t>39</a:t>
            </a:fld>
            <a:endParaRPr kumimoji="1" lang="ja-JP" altLang="en-US"/>
          </a:p>
        </p:txBody>
      </p:sp>
    </p:spTree>
    <p:extLst>
      <p:ext uri="{BB962C8B-B14F-4D97-AF65-F5344CB8AC3E}">
        <p14:creationId xmlns:p14="http://schemas.microsoft.com/office/powerpoint/2010/main" val="4159327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41C6F6A0-2875-4B08-B71B-F43A1218293C}" type="slidenum">
              <a:rPr kumimoji="1" lang="ja-JP" altLang="en-US" smtClean="0"/>
              <a:t>45</a:t>
            </a:fld>
            <a:endParaRPr kumimoji="1" lang="ja-JP" altLang="en-US"/>
          </a:p>
        </p:txBody>
      </p:sp>
    </p:spTree>
    <p:extLst>
      <p:ext uri="{BB962C8B-B14F-4D97-AF65-F5344CB8AC3E}">
        <p14:creationId xmlns:p14="http://schemas.microsoft.com/office/powerpoint/2010/main" val="2282237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E7BF19-D432-BCDF-F4C9-D538662AF56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908CF52-500A-C48B-74A9-33366C87E1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734FD98-F554-EF08-B12B-82936FFDD3B0}"/>
              </a:ext>
            </a:extLst>
          </p:cNvPr>
          <p:cNvSpPr>
            <a:spLocks noGrp="1"/>
          </p:cNvSpPr>
          <p:nvPr>
            <p:ph type="dt" sz="half" idx="10"/>
          </p:nvPr>
        </p:nvSpPr>
        <p:spPr/>
        <p:txBody>
          <a:bodyPr/>
          <a:lstStyle/>
          <a:p>
            <a:fld id="{94F92E60-4473-4ED4-95A6-07CEE795EC10}" type="datetimeFigureOut">
              <a:rPr kumimoji="1" lang="ja-JP" altLang="en-US" smtClean="0"/>
              <a:t>2024/7/30</a:t>
            </a:fld>
            <a:endParaRPr kumimoji="1" lang="ja-JP" altLang="en-US"/>
          </a:p>
        </p:txBody>
      </p:sp>
      <p:sp>
        <p:nvSpPr>
          <p:cNvPr id="5" name="フッター プレースホルダー 4">
            <a:extLst>
              <a:ext uri="{FF2B5EF4-FFF2-40B4-BE49-F238E27FC236}">
                <a16:creationId xmlns:a16="http://schemas.microsoft.com/office/drawing/2014/main" id="{CA4F2B23-23E4-0CCE-846C-9D9D3041F62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B849DFC-463F-18BB-349A-CF3B7449B496}"/>
              </a:ext>
            </a:extLst>
          </p:cNvPr>
          <p:cNvSpPr>
            <a:spLocks noGrp="1"/>
          </p:cNvSpPr>
          <p:nvPr>
            <p:ph type="sldNum" sz="quarter" idx="12"/>
          </p:nvPr>
        </p:nvSpPr>
        <p:spPr/>
        <p:txBody>
          <a:bodyPr/>
          <a:lstStyle/>
          <a:p>
            <a:fld id="{0217E946-A75B-43F6-B73A-F1AE5537F2DD}" type="slidenum">
              <a:rPr kumimoji="1" lang="ja-JP" altLang="en-US" smtClean="0"/>
              <a:t>‹#›</a:t>
            </a:fld>
            <a:endParaRPr kumimoji="1" lang="ja-JP" altLang="en-US"/>
          </a:p>
        </p:txBody>
      </p:sp>
    </p:spTree>
    <p:extLst>
      <p:ext uri="{BB962C8B-B14F-4D97-AF65-F5344CB8AC3E}">
        <p14:creationId xmlns:p14="http://schemas.microsoft.com/office/powerpoint/2010/main" val="561441722"/>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025B2B-2DCF-65EF-4583-77C0C8E7333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4B1FF87-5D7D-0370-3796-F0113351813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3EA14E0-C6FD-20A2-F510-0BF030D556C9}"/>
              </a:ext>
            </a:extLst>
          </p:cNvPr>
          <p:cNvSpPr>
            <a:spLocks noGrp="1"/>
          </p:cNvSpPr>
          <p:nvPr>
            <p:ph type="dt" sz="half" idx="10"/>
          </p:nvPr>
        </p:nvSpPr>
        <p:spPr/>
        <p:txBody>
          <a:bodyPr/>
          <a:lstStyle/>
          <a:p>
            <a:fld id="{94F92E60-4473-4ED4-95A6-07CEE795EC10}" type="datetimeFigureOut">
              <a:rPr kumimoji="1" lang="ja-JP" altLang="en-US" smtClean="0"/>
              <a:t>2024/7/30</a:t>
            </a:fld>
            <a:endParaRPr kumimoji="1" lang="ja-JP" altLang="en-US"/>
          </a:p>
        </p:txBody>
      </p:sp>
      <p:sp>
        <p:nvSpPr>
          <p:cNvPr id="5" name="フッター プレースホルダー 4">
            <a:extLst>
              <a:ext uri="{FF2B5EF4-FFF2-40B4-BE49-F238E27FC236}">
                <a16:creationId xmlns:a16="http://schemas.microsoft.com/office/drawing/2014/main" id="{8578E21C-E075-6647-F5DC-E6AB7B13B57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593733A-ECC0-2A48-A96E-3022FC3773AC}"/>
              </a:ext>
            </a:extLst>
          </p:cNvPr>
          <p:cNvSpPr>
            <a:spLocks noGrp="1"/>
          </p:cNvSpPr>
          <p:nvPr>
            <p:ph type="sldNum" sz="quarter" idx="12"/>
          </p:nvPr>
        </p:nvSpPr>
        <p:spPr/>
        <p:txBody>
          <a:bodyPr/>
          <a:lstStyle/>
          <a:p>
            <a:fld id="{0217E946-A75B-43F6-B73A-F1AE5537F2DD}" type="slidenum">
              <a:rPr kumimoji="1" lang="ja-JP" altLang="en-US" smtClean="0"/>
              <a:t>‹#›</a:t>
            </a:fld>
            <a:endParaRPr kumimoji="1" lang="ja-JP" altLang="en-US"/>
          </a:p>
        </p:txBody>
      </p:sp>
    </p:spTree>
    <p:extLst>
      <p:ext uri="{BB962C8B-B14F-4D97-AF65-F5344CB8AC3E}">
        <p14:creationId xmlns:p14="http://schemas.microsoft.com/office/powerpoint/2010/main" val="3862428625"/>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F722BE-2AB7-0F3D-3F4E-8906BB30DE5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43A70F3-A603-4B55-17E4-30BCF32BB1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A558809-D2D3-C623-DE34-B5E1CE5D06D9}"/>
              </a:ext>
            </a:extLst>
          </p:cNvPr>
          <p:cNvSpPr>
            <a:spLocks noGrp="1"/>
          </p:cNvSpPr>
          <p:nvPr>
            <p:ph type="dt" sz="half" idx="10"/>
          </p:nvPr>
        </p:nvSpPr>
        <p:spPr/>
        <p:txBody>
          <a:bodyPr/>
          <a:lstStyle/>
          <a:p>
            <a:fld id="{94F92E60-4473-4ED4-95A6-07CEE795EC10}" type="datetimeFigureOut">
              <a:rPr kumimoji="1" lang="ja-JP" altLang="en-US" smtClean="0"/>
              <a:t>2024/7/30</a:t>
            </a:fld>
            <a:endParaRPr kumimoji="1" lang="ja-JP" altLang="en-US"/>
          </a:p>
        </p:txBody>
      </p:sp>
      <p:sp>
        <p:nvSpPr>
          <p:cNvPr id="5" name="フッター プレースホルダー 4">
            <a:extLst>
              <a:ext uri="{FF2B5EF4-FFF2-40B4-BE49-F238E27FC236}">
                <a16:creationId xmlns:a16="http://schemas.microsoft.com/office/drawing/2014/main" id="{0576E63A-EF90-5EC5-6FD9-1E85E4763DF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F36BEE3-FA9C-DC2E-2821-496292CE7264}"/>
              </a:ext>
            </a:extLst>
          </p:cNvPr>
          <p:cNvSpPr>
            <a:spLocks noGrp="1"/>
          </p:cNvSpPr>
          <p:nvPr>
            <p:ph type="sldNum" sz="quarter" idx="12"/>
          </p:nvPr>
        </p:nvSpPr>
        <p:spPr/>
        <p:txBody>
          <a:bodyPr/>
          <a:lstStyle/>
          <a:p>
            <a:fld id="{0217E946-A75B-43F6-B73A-F1AE5537F2DD}" type="slidenum">
              <a:rPr kumimoji="1" lang="ja-JP" altLang="en-US" smtClean="0"/>
              <a:t>‹#›</a:t>
            </a:fld>
            <a:endParaRPr kumimoji="1" lang="ja-JP" altLang="en-US"/>
          </a:p>
        </p:txBody>
      </p:sp>
    </p:spTree>
    <p:extLst>
      <p:ext uri="{BB962C8B-B14F-4D97-AF65-F5344CB8AC3E}">
        <p14:creationId xmlns:p14="http://schemas.microsoft.com/office/powerpoint/2010/main" val="530471786"/>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A46186-24D5-6B0C-6117-819A42B6032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5327B5E-4BA1-8E67-2CAE-6A6910490D0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EE53E11-0615-B34F-EC43-4008DDA70B6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36FA11F-005B-15E2-5AF5-FB05D8019C00}"/>
              </a:ext>
            </a:extLst>
          </p:cNvPr>
          <p:cNvSpPr>
            <a:spLocks noGrp="1"/>
          </p:cNvSpPr>
          <p:nvPr>
            <p:ph type="dt" sz="half" idx="10"/>
          </p:nvPr>
        </p:nvSpPr>
        <p:spPr/>
        <p:txBody>
          <a:bodyPr/>
          <a:lstStyle/>
          <a:p>
            <a:fld id="{94F92E60-4473-4ED4-95A6-07CEE795EC10}" type="datetimeFigureOut">
              <a:rPr kumimoji="1" lang="ja-JP" altLang="en-US" smtClean="0"/>
              <a:t>2024/7/30</a:t>
            </a:fld>
            <a:endParaRPr kumimoji="1" lang="ja-JP" altLang="en-US"/>
          </a:p>
        </p:txBody>
      </p:sp>
      <p:sp>
        <p:nvSpPr>
          <p:cNvPr id="6" name="フッター プレースホルダー 5">
            <a:extLst>
              <a:ext uri="{FF2B5EF4-FFF2-40B4-BE49-F238E27FC236}">
                <a16:creationId xmlns:a16="http://schemas.microsoft.com/office/drawing/2014/main" id="{3B6763D8-195F-0859-EAF6-9F7F7F8329C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7258C41-F341-2933-1ACB-E55521BC9687}"/>
              </a:ext>
            </a:extLst>
          </p:cNvPr>
          <p:cNvSpPr>
            <a:spLocks noGrp="1"/>
          </p:cNvSpPr>
          <p:nvPr>
            <p:ph type="sldNum" sz="quarter" idx="12"/>
          </p:nvPr>
        </p:nvSpPr>
        <p:spPr/>
        <p:txBody>
          <a:bodyPr/>
          <a:lstStyle/>
          <a:p>
            <a:fld id="{0217E946-A75B-43F6-B73A-F1AE5537F2DD}" type="slidenum">
              <a:rPr kumimoji="1" lang="ja-JP" altLang="en-US" smtClean="0"/>
              <a:t>‹#›</a:t>
            </a:fld>
            <a:endParaRPr kumimoji="1" lang="ja-JP" altLang="en-US"/>
          </a:p>
        </p:txBody>
      </p:sp>
    </p:spTree>
    <p:extLst>
      <p:ext uri="{BB962C8B-B14F-4D97-AF65-F5344CB8AC3E}">
        <p14:creationId xmlns:p14="http://schemas.microsoft.com/office/powerpoint/2010/main" val="2757012076"/>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BBA95C-CACD-8645-9D3B-A9D567169DF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545D159-6FD7-F3CC-9BED-4B68FD8DE8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68C52FD-D2B9-B02A-4DAB-342F7332674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F8AC426-476B-9C3D-65CF-0A5CA61AC6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319FE1C-C8F7-ECD2-D63B-7EC577FBB81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7C724B0-B802-EF81-43D3-A8E6E10A01BA}"/>
              </a:ext>
            </a:extLst>
          </p:cNvPr>
          <p:cNvSpPr>
            <a:spLocks noGrp="1"/>
          </p:cNvSpPr>
          <p:nvPr>
            <p:ph type="dt" sz="half" idx="10"/>
          </p:nvPr>
        </p:nvSpPr>
        <p:spPr/>
        <p:txBody>
          <a:bodyPr/>
          <a:lstStyle/>
          <a:p>
            <a:fld id="{94F92E60-4473-4ED4-95A6-07CEE795EC10}" type="datetimeFigureOut">
              <a:rPr kumimoji="1" lang="ja-JP" altLang="en-US" smtClean="0"/>
              <a:t>2024/7/30</a:t>
            </a:fld>
            <a:endParaRPr kumimoji="1" lang="ja-JP" altLang="en-US"/>
          </a:p>
        </p:txBody>
      </p:sp>
      <p:sp>
        <p:nvSpPr>
          <p:cNvPr id="8" name="フッター プレースホルダー 7">
            <a:extLst>
              <a:ext uri="{FF2B5EF4-FFF2-40B4-BE49-F238E27FC236}">
                <a16:creationId xmlns:a16="http://schemas.microsoft.com/office/drawing/2014/main" id="{E03BFF03-CF4F-3A1C-08FB-D2CBC63B002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28579E1-5508-7110-A5A2-35FFB148B92A}"/>
              </a:ext>
            </a:extLst>
          </p:cNvPr>
          <p:cNvSpPr>
            <a:spLocks noGrp="1"/>
          </p:cNvSpPr>
          <p:nvPr>
            <p:ph type="sldNum" sz="quarter" idx="12"/>
          </p:nvPr>
        </p:nvSpPr>
        <p:spPr/>
        <p:txBody>
          <a:bodyPr/>
          <a:lstStyle/>
          <a:p>
            <a:fld id="{0217E946-A75B-43F6-B73A-F1AE5537F2DD}" type="slidenum">
              <a:rPr kumimoji="1" lang="ja-JP" altLang="en-US" smtClean="0"/>
              <a:t>‹#›</a:t>
            </a:fld>
            <a:endParaRPr kumimoji="1" lang="ja-JP" altLang="en-US"/>
          </a:p>
        </p:txBody>
      </p:sp>
    </p:spTree>
    <p:extLst>
      <p:ext uri="{BB962C8B-B14F-4D97-AF65-F5344CB8AC3E}">
        <p14:creationId xmlns:p14="http://schemas.microsoft.com/office/powerpoint/2010/main" val="69561244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ECE8F8-2E3A-BEFD-12A5-64FDA69979D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C83F64E-D3C4-5F9A-076E-741705256036}"/>
              </a:ext>
            </a:extLst>
          </p:cNvPr>
          <p:cNvSpPr>
            <a:spLocks noGrp="1"/>
          </p:cNvSpPr>
          <p:nvPr>
            <p:ph type="dt" sz="half" idx="10"/>
          </p:nvPr>
        </p:nvSpPr>
        <p:spPr/>
        <p:txBody>
          <a:bodyPr/>
          <a:lstStyle/>
          <a:p>
            <a:fld id="{94F92E60-4473-4ED4-95A6-07CEE795EC10}" type="datetimeFigureOut">
              <a:rPr kumimoji="1" lang="ja-JP" altLang="en-US" smtClean="0"/>
              <a:t>2024/7/30</a:t>
            </a:fld>
            <a:endParaRPr kumimoji="1" lang="ja-JP" altLang="en-US"/>
          </a:p>
        </p:txBody>
      </p:sp>
      <p:sp>
        <p:nvSpPr>
          <p:cNvPr id="4" name="フッター プレースホルダー 3">
            <a:extLst>
              <a:ext uri="{FF2B5EF4-FFF2-40B4-BE49-F238E27FC236}">
                <a16:creationId xmlns:a16="http://schemas.microsoft.com/office/drawing/2014/main" id="{B9930268-158B-1880-317C-43542F04624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346D3F0-7E97-04C1-2338-41B06FA37FD9}"/>
              </a:ext>
            </a:extLst>
          </p:cNvPr>
          <p:cNvSpPr>
            <a:spLocks noGrp="1"/>
          </p:cNvSpPr>
          <p:nvPr>
            <p:ph type="sldNum" sz="quarter" idx="12"/>
          </p:nvPr>
        </p:nvSpPr>
        <p:spPr/>
        <p:txBody>
          <a:bodyPr/>
          <a:lstStyle/>
          <a:p>
            <a:fld id="{0217E946-A75B-43F6-B73A-F1AE5537F2DD}" type="slidenum">
              <a:rPr kumimoji="1" lang="ja-JP" altLang="en-US" smtClean="0"/>
              <a:t>‹#›</a:t>
            </a:fld>
            <a:endParaRPr kumimoji="1" lang="ja-JP" altLang="en-US"/>
          </a:p>
        </p:txBody>
      </p:sp>
    </p:spTree>
    <p:extLst>
      <p:ext uri="{BB962C8B-B14F-4D97-AF65-F5344CB8AC3E}">
        <p14:creationId xmlns:p14="http://schemas.microsoft.com/office/powerpoint/2010/main" val="3091546933"/>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A7DAFEF-8C8B-80EB-C8B3-AD7E069D75C0}"/>
              </a:ext>
            </a:extLst>
          </p:cNvPr>
          <p:cNvSpPr>
            <a:spLocks noGrp="1"/>
          </p:cNvSpPr>
          <p:nvPr>
            <p:ph type="dt" sz="half" idx="10"/>
          </p:nvPr>
        </p:nvSpPr>
        <p:spPr/>
        <p:txBody>
          <a:bodyPr/>
          <a:lstStyle/>
          <a:p>
            <a:fld id="{94F92E60-4473-4ED4-95A6-07CEE795EC10}" type="datetimeFigureOut">
              <a:rPr kumimoji="1" lang="ja-JP" altLang="en-US" smtClean="0"/>
              <a:t>2024/7/30</a:t>
            </a:fld>
            <a:endParaRPr kumimoji="1" lang="ja-JP" altLang="en-US"/>
          </a:p>
        </p:txBody>
      </p:sp>
      <p:sp>
        <p:nvSpPr>
          <p:cNvPr id="3" name="フッター プレースホルダー 2">
            <a:extLst>
              <a:ext uri="{FF2B5EF4-FFF2-40B4-BE49-F238E27FC236}">
                <a16:creationId xmlns:a16="http://schemas.microsoft.com/office/drawing/2014/main" id="{15EF08B1-4D60-B08A-1578-55B8951C59C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C41029E-E9A2-E414-1904-AF1527C3ABB7}"/>
              </a:ext>
            </a:extLst>
          </p:cNvPr>
          <p:cNvSpPr>
            <a:spLocks noGrp="1"/>
          </p:cNvSpPr>
          <p:nvPr>
            <p:ph type="sldNum" sz="quarter" idx="12"/>
          </p:nvPr>
        </p:nvSpPr>
        <p:spPr/>
        <p:txBody>
          <a:bodyPr/>
          <a:lstStyle/>
          <a:p>
            <a:fld id="{0217E946-A75B-43F6-B73A-F1AE5537F2DD}" type="slidenum">
              <a:rPr kumimoji="1" lang="ja-JP" altLang="en-US" smtClean="0"/>
              <a:t>‹#›</a:t>
            </a:fld>
            <a:endParaRPr kumimoji="1" lang="ja-JP" altLang="en-US"/>
          </a:p>
        </p:txBody>
      </p:sp>
    </p:spTree>
    <p:extLst>
      <p:ext uri="{BB962C8B-B14F-4D97-AF65-F5344CB8AC3E}">
        <p14:creationId xmlns:p14="http://schemas.microsoft.com/office/powerpoint/2010/main" val="2627650623"/>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A28949-2526-0359-A75C-EF9AC2A1C40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37D3601-8C04-C7C6-3CA0-4874BAC992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C4E9BF1-E1BC-5905-0779-EF645024C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681A4E3-7195-4D2C-B123-858F20934BD8}"/>
              </a:ext>
            </a:extLst>
          </p:cNvPr>
          <p:cNvSpPr>
            <a:spLocks noGrp="1"/>
          </p:cNvSpPr>
          <p:nvPr>
            <p:ph type="dt" sz="half" idx="10"/>
          </p:nvPr>
        </p:nvSpPr>
        <p:spPr/>
        <p:txBody>
          <a:bodyPr/>
          <a:lstStyle/>
          <a:p>
            <a:fld id="{94F92E60-4473-4ED4-95A6-07CEE795EC10}" type="datetimeFigureOut">
              <a:rPr kumimoji="1" lang="ja-JP" altLang="en-US" smtClean="0"/>
              <a:t>2024/7/30</a:t>
            </a:fld>
            <a:endParaRPr kumimoji="1" lang="ja-JP" altLang="en-US"/>
          </a:p>
        </p:txBody>
      </p:sp>
      <p:sp>
        <p:nvSpPr>
          <p:cNvPr id="6" name="フッター プレースホルダー 5">
            <a:extLst>
              <a:ext uri="{FF2B5EF4-FFF2-40B4-BE49-F238E27FC236}">
                <a16:creationId xmlns:a16="http://schemas.microsoft.com/office/drawing/2014/main" id="{5C2C95E9-DEF2-F54B-7EB1-D747867A58A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3958E12-FFAE-9978-E594-B8F5A7B453D8}"/>
              </a:ext>
            </a:extLst>
          </p:cNvPr>
          <p:cNvSpPr>
            <a:spLocks noGrp="1"/>
          </p:cNvSpPr>
          <p:nvPr>
            <p:ph type="sldNum" sz="quarter" idx="12"/>
          </p:nvPr>
        </p:nvSpPr>
        <p:spPr/>
        <p:txBody>
          <a:bodyPr/>
          <a:lstStyle/>
          <a:p>
            <a:fld id="{0217E946-A75B-43F6-B73A-F1AE5537F2DD}" type="slidenum">
              <a:rPr kumimoji="1" lang="ja-JP" altLang="en-US" smtClean="0"/>
              <a:t>‹#›</a:t>
            </a:fld>
            <a:endParaRPr kumimoji="1" lang="ja-JP" altLang="en-US"/>
          </a:p>
        </p:txBody>
      </p:sp>
    </p:spTree>
    <p:extLst>
      <p:ext uri="{BB962C8B-B14F-4D97-AF65-F5344CB8AC3E}">
        <p14:creationId xmlns:p14="http://schemas.microsoft.com/office/powerpoint/2010/main" val="2995143053"/>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B02D30-8535-C414-00F1-DC8A45ADAA1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67AEF22-8353-8538-0CA0-EEE7165B09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10B908D-159B-2EC7-FE38-3E8A004A7A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412D5F5-2E8F-D8FD-2214-3168CC1057B9}"/>
              </a:ext>
            </a:extLst>
          </p:cNvPr>
          <p:cNvSpPr>
            <a:spLocks noGrp="1"/>
          </p:cNvSpPr>
          <p:nvPr>
            <p:ph type="dt" sz="half" idx="10"/>
          </p:nvPr>
        </p:nvSpPr>
        <p:spPr/>
        <p:txBody>
          <a:bodyPr/>
          <a:lstStyle/>
          <a:p>
            <a:fld id="{94F92E60-4473-4ED4-95A6-07CEE795EC10}" type="datetimeFigureOut">
              <a:rPr kumimoji="1" lang="ja-JP" altLang="en-US" smtClean="0"/>
              <a:t>2024/7/30</a:t>
            </a:fld>
            <a:endParaRPr kumimoji="1" lang="ja-JP" altLang="en-US"/>
          </a:p>
        </p:txBody>
      </p:sp>
      <p:sp>
        <p:nvSpPr>
          <p:cNvPr id="6" name="フッター プレースホルダー 5">
            <a:extLst>
              <a:ext uri="{FF2B5EF4-FFF2-40B4-BE49-F238E27FC236}">
                <a16:creationId xmlns:a16="http://schemas.microsoft.com/office/drawing/2014/main" id="{62F94E60-D8E3-3E94-4294-B414769A796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3CDE1C5-04E4-F1A3-7ABB-6DAB52510203}"/>
              </a:ext>
            </a:extLst>
          </p:cNvPr>
          <p:cNvSpPr>
            <a:spLocks noGrp="1"/>
          </p:cNvSpPr>
          <p:nvPr>
            <p:ph type="sldNum" sz="quarter" idx="12"/>
          </p:nvPr>
        </p:nvSpPr>
        <p:spPr/>
        <p:txBody>
          <a:bodyPr/>
          <a:lstStyle/>
          <a:p>
            <a:fld id="{0217E946-A75B-43F6-B73A-F1AE5537F2DD}" type="slidenum">
              <a:rPr kumimoji="1" lang="ja-JP" altLang="en-US" smtClean="0"/>
              <a:t>‹#›</a:t>
            </a:fld>
            <a:endParaRPr kumimoji="1" lang="ja-JP" altLang="en-US"/>
          </a:p>
        </p:txBody>
      </p:sp>
    </p:spTree>
    <p:extLst>
      <p:ext uri="{BB962C8B-B14F-4D97-AF65-F5344CB8AC3E}">
        <p14:creationId xmlns:p14="http://schemas.microsoft.com/office/powerpoint/2010/main" val="1134725690"/>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586663-9720-DDF8-4BCB-59799DA6D2A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AA80787-354A-4C36-BE8F-6AAAD9E8A7E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9E68C35-2AF3-DB53-71E3-5EBDF67F2850}"/>
              </a:ext>
            </a:extLst>
          </p:cNvPr>
          <p:cNvSpPr>
            <a:spLocks noGrp="1"/>
          </p:cNvSpPr>
          <p:nvPr>
            <p:ph type="dt" sz="half" idx="10"/>
          </p:nvPr>
        </p:nvSpPr>
        <p:spPr/>
        <p:txBody>
          <a:bodyPr/>
          <a:lstStyle/>
          <a:p>
            <a:fld id="{94F92E60-4473-4ED4-95A6-07CEE795EC10}" type="datetimeFigureOut">
              <a:rPr kumimoji="1" lang="ja-JP" altLang="en-US" smtClean="0"/>
              <a:t>2024/7/30</a:t>
            </a:fld>
            <a:endParaRPr kumimoji="1" lang="ja-JP" altLang="en-US"/>
          </a:p>
        </p:txBody>
      </p:sp>
      <p:sp>
        <p:nvSpPr>
          <p:cNvPr id="5" name="フッター プレースホルダー 4">
            <a:extLst>
              <a:ext uri="{FF2B5EF4-FFF2-40B4-BE49-F238E27FC236}">
                <a16:creationId xmlns:a16="http://schemas.microsoft.com/office/drawing/2014/main" id="{40489243-B22B-AC5B-2E33-153135FBF09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44A2A5F-697E-A975-459B-97D85CBBB659}"/>
              </a:ext>
            </a:extLst>
          </p:cNvPr>
          <p:cNvSpPr>
            <a:spLocks noGrp="1"/>
          </p:cNvSpPr>
          <p:nvPr>
            <p:ph type="sldNum" sz="quarter" idx="12"/>
          </p:nvPr>
        </p:nvSpPr>
        <p:spPr/>
        <p:txBody>
          <a:bodyPr/>
          <a:lstStyle/>
          <a:p>
            <a:fld id="{0217E946-A75B-43F6-B73A-F1AE5537F2DD}" type="slidenum">
              <a:rPr kumimoji="1" lang="ja-JP" altLang="en-US" smtClean="0"/>
              <a:t>‹#›</a:t>
            </a:fld>
            <a:endParaRPr kumimoji="1" lang="ja-JP" altLang="en-US"/>
          </a:p>
        </p:txBody>
      </p:sp>
    </p:spTree>
    <p:extLst>
      <p:ext uri="{BB962C8B-B14F-4D97-AF65-F5344CB8AC3E}">
        <p14:creationId xmlns:p14="http://schemas.microsoft.com/office/powerpoint/2010/main" val="3982939561"/>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1379707-B956-3E71-FD9F-20600AD517D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DEA77EA-255B-78E7-9E13-98D78C6D66F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0064ACD-24C3-23F5-C062-F2AB9F73A0CE}"/>
              </a:ext>
            </a:extLst>
          </p:cNvPr>
          <p:cNvSpPr>
            <a:spLocks noGrp="1"/>
          </p:cNvSpPr>
          <p:nvPr>
            <p:ph type="dt" sz="half" idx="10"/>
          </p:nvPr>
        </p:nvSpPr>
        <p:spPr/>
        <p:txBody>
          <a:bodyPr/>
          <a:lstStyle/>
          <a:p>
            <a:fld id="{94F92E60-4473-4ED4-95A6-07CEE795EC10}" type="datetimeFigureOut">
              <a:rPr kumimoji="1" lang="ja-JP" altLang="en-US" smtClean="0"/>
              <a:t>2024/7/30</a:t>
            </a:fld>
            <a:endParaRPr kumimoji="1" lang="ja-JP" altLang="en-US"/>
          </a:p>
        </p:txBody>
      </p:sp>
      <p:sp>
        <p:nvSpPr>
          <p:cNvPr id="5" name="フッター プレースホルダー 4">
            <a:extLst>
              <a:ext uri="{FF2B5EF4-FFF2-40B4-BE49-F238E27FC236}">
                <a16:creationId xmlns:a16="http://schemas.microsoft.com/office/drawing/2014/main" id="{EA46BB51-43AC-B418-BBF8-A528EBB87F7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031E066-5D04-1685-F591-5E098DF17879}"/>
              </a:ext>
            </a:extLst>
          </p:cNvPr>
          <p:cNvSpPr>
            <a:spLocks noGrp="1"/>
          </p:cNvSpPr>
          <p:nvPr>
            <p:ph type="sldNum" sz="quarter" idx="12"/>
          </p:nvPr>
        </p:nvSpPr>
        <p:spPr/>
        <p:txBody>
          <a:bodyPr/>
          <a:lstStyle/>
          <a:p>
            <a:fld id="{0217E946-A75B-43F6-B73A-F1AE5537F2DD}" type="slidenum">
              <a:rPr kumimoji="1" lang="ja-JP" altLang="en-US" smtClean="0"/>
              <a:t>‹#›</a:t>
            </a:fld>
            <a:endParaRPr kumimoji="1" lang="ja-JP" altLang="en-US"/>
          </a:p>
        </p:txBody>
      </p:sp>
    </p:spTree>
    <p:extLst>
      <p:ext uri="{BB962C8B-B14F-4D97-AF65-F5344CB8AC3E}">
        <p14:creationId xmlns:p14="http://schemas.microsoft.com/office/powerpoint/2010/main" val="3984679008"/>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ja-JP" altLang="en-US"/>
              <a:t>マスター タイトルの書式設定</a:t>
            </a:r>
            <a:endParaRPr lang="en-US"/>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a:p>
        </p:txBody>
      </p:sp>
      <p:sp>
        <p:nvSpPr>
          <p:cNvPr id="4" name="Date Placeholder 3"/>
          <p:cNvSpPr>
            <a:spLocks noGrp="1"/>
          </p:cNvSpPr>
          <p:nvPr>
            <p:ph type="dt" sz="half" idx="10"/>
          </p:nvPr>
        </p:nvSpPr>
        <p:spPr>
          <a:xfrm>
            <a:off x="7983232" y="5037663"/>
            <a:ext cx="897467" cy="279400"/>
          </a:xfrm>
        </p:spPr>
        <p:txBody>
          <a:bodyPr/>
          <a:lstStyle/>
          <a:p>
            <a:fld id="{2D1F9042-EE40-460D-B1C0-89CD19B10DB1}" type="datetimeFigureOut">
              <a:rPr kumimoji="1" lang="ja-JP" altLang="en-US" smtClean="0"/>
              <a:t>2024/7/30</a:t>
            </a:fld>
            <a:endParaRPr kumimoji="1" lang="ja-JP" altLang="en-US"/>
          </a:p>
        </p:txBody>
      </p:sp>
      <p:sp>
        <p:nvSpPr>
          <p:cNvPr id="5" name="Footer Placeholder 4"/>
          <p:cNvSpPr>
            <a:spLocks noGrp="1"/>
          </p:cNvSpPr>
          <p:nvPr>
            <p:ph type="ftr" sz="quarter" idx="11"/>
          </p:nvPr>
        </p:nvSpPr>
        <p:spPr>
          <a:xfrm>
            <a:off x="2692397" y="5037663"/>
            <a:ext cx="5214635" cy="279400"/>
          </a:xfrm>
        </p:spPr>
        <p:txBody>
          <a:bodyPr/>
          <a:lstStyle/>
          <a:p>
            <a:endParaRPr kumimoji="1" lang="ja-JP" altLang="en-US"/>
          </a:p>
        </p:txBody>
      </p:sp>
      <p:sp>
        <p:nvSpPr>
          <p:cNvPr id="6" name="Slide Number Placeholder 5"/>
          <p:cNvSpPr>
            <a:spLocks noGrp="1"/>
          </p:cNvSpPr>
          <p:nvPr>
            <p:ph type="sldNum" sz="quarter" idx="12"/>
          </p:nvPr>
        </p:nvSpPr>
        <p:spPr>
          <a:xfrm>
            <a:off x="8956900" y="5037663"/>
            <a:ext cx="551167" cy="279400"/>
          </a:xfrm>
        </p:spPr>
        <p:txBody>
          <a:bodyPr/>
          <a:lstStyle/>
          <a:p>
            <a:fld id="{CF08B326-5D4C-4BF9-8B90-DB1A7DDF99A4}" type="slidenum">
              <a:rPr kumimoji="1" lang="ja-JP" altLang="en-US" smtClean="0"/>
              <a:t>‹#›</a:t>
            </a:fld>
            <a:endParaRPr kumimoji="1" lang="ja-JP" alt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4800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spTree>
    <p:extLst>
      <p:ext uri="{BB962C8B-B14F-4D97-AF65-F5344CB8AC3E}">
        <p14:creationId xmlns:p14="http://schemas.microsoft.com/office/powerpoint/2010/main" val="3923171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ja-JP" altLang="en-US"/>
              <a:t>マスター タイトルの書式設定</a:t>
            </a:r>
            <a:endParaRPr lang="en-US"/>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12308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1298448" y="2560320"/>
            <a:ext cx="4718304" cy="3310128"/>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181344" y="2560320"/>
            <a:ext cx="4718304" cy="3310128"/>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spTree>
    <p:extLst>
      <p:ext uri="{BB962C8B-B14F-4D97-AF65-F5344CB8AC3E}">
        <p14:creationId xmlns:p14="http://schemas.microsoft.com/office/powerpoint/2010/main" val="13919116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1341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948631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spTree>
    <p:extLst>
      <p:ext uri="{BB962C8B-B14F-4D97-AF65-F5344CB8AC3E}">
        <p14:creationId xmlns:p14="http://schemas.microsoft.com/office/powerpoint/2010/main" val="20713996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ja-JP" altLang="en-US"/>
              <a:t>マスター タイトルの書式設定</a:t>
            </a:r>
            <a:endParaRPr lang="en-US"/>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54724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ja-JP" altLang="en-US"/>
              <a:t>マスター タイトルの書式設定</a:t>
            </a:r>
            <a:endParaRPr lang="en-US"/>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spTree>
    <p:extLst>
      <p:ext uri="{BB962C8B-B14F-4D97-AF65-F5344CB8AC3E}">
        <p14:creationId xmlns:p14="http://schemas.microsoft.com/office/powerpoint/2010/main" val="17711729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spTree>
    <p:extLst>
      <p:ext uri="{BB962C8B-B14F-4D97-AF65-F5344CB8AC3E}">
        <p14:creationId xmlns:p14="http://schemas.microsoft.com/office/powerpoint/2010/main" val="20495985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ja-JP" altLang="en-US"/>
              <a:t>マスター タイトルの書式設定</a:t>
            </a:r>
            <a:endParaRPr lang="en-US"/>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91401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ja-JP" altLang="en-US"/>
              <a:t>マスター タイトルの書式設定</a:t>
            </a:r>
            <a:endParaRPr lang="en-US"/>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76525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ja-JP" altLang="en-US"/>
              <a:t>マスター タイトルの書式設定</a:t>
            </a:r>
            <a:endParaRPr lang="en-US"/>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spTree>
    <p:extLst>
      <p:ext uri="{BB962C8B-B14F-4D97-AF65-F5344CB8AC3E}">
        <p14:creationId xmlns:p14="http://schemas.microsoft.com/office/powerpoint/2010/main" val="40983742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ja-JP" altLang="en-US"/>
              <a:t>マスター タイトルの書式設定</a:t>
            </a:r>
            <a:endParaRPr lang="en-US"/>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27806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ja-JP" altLang="en-US"/>
              <a:t>マスター タイトルの書式設定</a:t>
            </a:r>
            <a:endParaRPr lang="en-US"/>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40030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97245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2D1F9042-EE40-460D-B1C0-89CD19B10DB1}" type="datetimeFigureOut">
              <a:rPr kumimoji="1" lang="ja-JP" altLang="en-US" smtClean="0"/>
              <a:t>2024/7/30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F08B326-5D4C-4BF9-8B90-DB1A7DDF99A4}" type="slidenum">
              <a:rPr kumimoji="1" lang="ja-JP" altLang="en-US" smtClean="0"/>
              <a:t>‹#›</a:t>
            </a:fld>
            <a:endParaRPr kumimoji="1" lang="ja-JP" alt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03598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3.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DE2CE60-0E44-D881-4254-0C715144D4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5DAC49E-A874-B282-4FA0-6BDB520029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F5DE9D2-D349-B510-1859-23ED276C7F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F92E60-4473-4ED4-95A6-07CEE795EC10}" type="datetimeFigureOut">
              <a:rPr kumimoji="1" lang="ja-JP" altLang="en-US" smtClean="0"/>
              <a:t>2024/7/30</a:t>
            </a:fld>
            <a:endParaRPr kumimoji="1" lang="ja-JP" altLang="en-US"/>
          </a:p>
        </p:txBody>
      </p:sp>
      <p:sp>
        <p:nvSpPr>
          <p:cNvPr id="5" name="フッター プレースホルダー 4">
            <a:extLst>
              <a:ext uri="{FF2B5EF4-FFF2-40B4-BE49-F238E27FC236}">
                <a16:creationId xmlns:a16="http://schemas.microsoft.com/office/drawing/2014/main" id="{12283BF6-03C9-AB2A-3D03-B43EFB2E22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1870DFC-2935-7DBE-2DF8-FC4FC1E2B2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17E946-A75B-43F6-B73A-F1AE5537F2DD}" type="slidenum">
              <a:rPr kumimoji="1" lang="ja-JP" altLang="en-US" smtClean="0"/>
              <a:t>‹#›</a:t>
            </a:fld>
            <a:endParaRPr kumimoji="1" lang="ja-JP" altLang="en-US"/>
          </a:p>
        </p:txBody>
      </p:sp>
    </p:spTree>
    <p:extLst>
      <p:ext uri="{BB962C8B-B14F-4D97-AF65-F5344CB8AC3E}">
        <p14:creationId xmlns:p14="http://schemas.microsoft.com/office/powerpoint/2010/main" val="890479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D1F9042-EE40-460D-B1C0-89CD19B10DB1}" type="datetimeFigureOut">
              <a:rPr kumimoji="1" lang="ja-JP" altLang="en-US" smtClean="0"/>
              <a:t>2024/7/30</a:t>
            </a:fld>
            <a:endParaRPr kumimoji="1" lang="ja-JP" alt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kumimoji="1" lang="ja-JP" alt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F08B326-5D4C-4BF9-8B90-DB1A7DDF99A4}" type="slidenum">
              <a:rPr kumimoji="1" lang="ja-JP" altLang="en-US" smtClean="0"/>
              <a:t>‹#›</a:t>
            </a:fld>
            <a:endParaRPr kumimoji="1" lang="ja-JP" altLang="en-US"/>
          </a:p>
        </p:txBody>
      </p:sp>
    </p:spTree>
    <p:extLst>
      <p:ext uri="{BB962C8B-B14F-4D97-AF65-F5344CB8AC3E}">
        <p14:creationId xmlns:p14="http://schemas.microsoft.com/office/powerpoint/2010/main" val="24590839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kumimoji="1" sz="4400" kern="1200" cap="none">
          <a:ln w="3175" cmpd="sng">
            <a:noFill/>
          </a:ln>
          <a:solidFill>
            <a:schemeClr val="tx1">
              <a:lumMod val="85000"/>
              <a:lumOff val="15000"/>
            </a:schemeClr>
          </a:solidFill>
          <a:effectLst/>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kumimoji="1"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kumimoji="1"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kumimoji="1"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kumimoji="1"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kumimoji="1"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kumimoji="1"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kumimoji="1"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kumimoji="1"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kumimoji="1"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customXml" Target="../ink/ink6.xml"/><Relationship Id="rId18" Type="http://schemas.openxmlformats.org/officeDocument/2006/relationships/image" Target="../media/image16.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3.png"/><Relationship Id="rId17" Type="http://schemas.openxmlformats.org/officeDocument/2006/relationships/customXml" Target="../ink/ink8.xml"/><Relationship Id="rId2" Type="http://schemas.openxmlformats.org/officeDocument/2006/relationships/image" Target="../media/image11.png"/><Relationship Id="rId16" Type="http://schemas.openxmlformats.org/officeDocument/2006/relationships/image" Target="../media/image15.png"/><Relationship Id="rId20" Type="http://schemas.openxmlformats.org/officeDocument/2006/relationships/image" Target="../media/image17.png"/><Relationship Id="rId1" Type="http://schemas.openxmlformats.org/officeDocument/2006/relationships/slideLayout" Target="../slideLayouts/slideLayout13.xml"/><Relationship Id="rId6" Type="http://schemas.openxmlformats.org/officeDocument/2006/relationships/image" Target="../media/image100.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12.png"/><Relationship Id="rId19" Type="http://schemas.openxmlformats.org/officeDocument/2006/relationships/customXml" Target="../ink/ink9.xml"/><Relationship Id="rId4" Type="http://schemas.openxmlformats.org/officeDocument/2006/relationships/image" Target="../media/image90.png"/><Relationship Id="rId9" Type="http://schemas.openxmlformats.org/officeDocument/2006/relationships/customXml" Target="../ink/ink4.xml"/><Relationship Id="rId14"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D5C0A0-F8ED-AEA8-7FC3-16FB4E533F97}"/>
              </a:ext>
            </a:extLst>
          </p:cNvPr>
          <p:cNvSpPr>
            <a:spLocks noGrp="1"/>
          </p:cNvSpPr>
          <p:nvPr>
            <p:ph type="ctrTitle"/>
          </p:nvPr>
        </p:nvSpPr>
        <p:spPr/>
        <p:txBody>
          <a:bodyPr/>
          <a:lstStyle/>
          <a:p>
            <a:r>
              <a:rPr kumimoji="1" lang="en-US" altLang="ja-JP" sz="7200" b="1" dirty="0"/>
              <a:t>A</a:t>
            </a:r>
            <a:r>
              <a:rPr kumimoji="1" lang="ja-JP" altLang="en-US" sz="7200" b="1" dirty="0"/>
              <a:t>チーム</a:t>
            </a:r>
          </a:p>
        </p:txBody>
      </p:sp>
      <p:sp>
        <p:nvSpPr>
          <p:cNvPr id="3" name="字幕 2">
            <a:extLst>
              <a:ext uri="{FF2B5EF4-FFF2-40B4-BE49-F238E27FC236}">
                <a16:creationId xmlns:a16="http://schemas.microsoft.com/office/drawing/2014/main" id="{5154D292-DAD6-14D9-367C-2B56030F32A3}"/>
              </a:ext>
            </a:extLst>
          </p:cNvPr>
          <p:cNvSpPr>
            <a:spLocks noGrp="1"/>
          </p:cNvSpPr>
          <p:nvPr>
            <p:ph type="subTitle" idx="1"/>
          </p:nvPr>
        </p:nvSpPr>
        <p:spPr/>
        <p:txBody>
          <a:bodyPr>
            <a:normAutofit/>
          </a:bodyPr>
          <a:lstStyle/>
          <a:p>
            <a:r>
              <a:rPr kumimoji="1" lang="ja-JP" altLang="en-US" sz="2400" b="1" dirty="0"/>
              <a:t>プレゼンテーション</a:t>
            </a:r>
          </a:p>
        </p:txBody>
      </p:sp>
    </p:spTree>
    <p:extLst>
      <p:ext uri="{BB962C8B-B14F-4D97-AF65-F5344CB8AC3E}">
        <p14:creationId xmlns:p14="http://schemas.microsoft.com/office/powerpoint/2010/main" val="2094695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useBgFill="1">
        <p:nvSpPr>
          <p:cNvPr id="34" name="Rectangle 7">
            <a:extLst>
              <a:ext uri="{FF2B5EF4-FFF2-40B4-BE49-F238E27FC236}">
                <a16:creationId xmlns:a16="http://schemas.microsoft.com/office/drawing/2014/main" id="{52723366-C73B-4ED6-ADEF-29911C6BC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35" name="Rectangle 9">
            <a:extLst>
              <a:ext uri="{FF2B5EF4-FFF2-40B4-BE49-F238E27FC236}">
                <a16:creationId xmlns:a16="http://schemas.microsoft.com/office/drawing/2014/main" id="{847A4152-8E41-4D1C-B88C-57C5C430A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1" y="484632"/>
            <a:ext cx="11222737"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2" name="タイトル 1">
            <a:extLst>
              <a:ext uri="{FF2B5EF4-FFF2-40B4-BE49-F238E27FC236}">
                <a16:creationId xmlns:a16="http://schemas.microsoft.com/office/drawing/2014/main" id="{1A34CEDE-7DC3-901C-9EEB-E4A4DB7CAA72}"/>
              </a:ext>
            </a:extLst>
          </p:cNvPr>
          <p:cNvSpPr>
            <a:spLocks noGrp="1"/>
          </p:cNvSpPr>
          <p:nvPr>
            <p:ph type="title"/>
          </p:nvPr>
        </p:nvSpPr>
        <p:spPr>
          <a:xfrm>
            <a:off x="804421" y="796374"/>
            <a:ext cx="10583158" cy="880027"/>
          </a:xfrm>
        </p:spPr>
        <p:txBody>
          <a:bodyPr>
            <a:normAutofit/>
          </a:bodyPr>
          <a:lstStyle/>
          <a:p>
            <a:r>
              <a:rPr kumimoji="1" lang="ja-JP" altLang="en-US">
                <a:solidFill>
                  <a:srgbClr val="FFFFFF"/>
                </a:solidFill>
              </a:rPr>
              <a:t>チームメンバー</a:t>
            </a:r>
          </a:p>
        </p:txBody>
      </p:sp>
      <p:sp>
        <p:nvSpPr>
          <p:cNvPr id="36" name="Rectangle 11">
            <a:extLst>
              <a:ext uri="{FF2B5EF4-FFF2-40B4-BE49-F238E27FC236}">
                <a16:creationId xmlns:a16="http://schemas.microsoft.com/office/drawing/2014/main" id="{999F76F5-72D4-4814-9169-8F535AEEB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747" y="648377"/>
            <a:ext cx="10890504"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Garamond" panose="02020404030301010803"/>
              <a:ea typeface="ＭＳ Ｐ明朝" panose="02020600040205080304" pitchFamily="18" charset="-128"/>
              <a:cs typeface="+mn-cs"/>
            </a:endParaRPr>
          </a:p>
        </p:txBody>
      </p:sp>
      <p:sp>
        <p:nvSpPr>
          <p:cNvPr id="37" name="Rectangle 13">
            <a:extLst>
              <a:ext uri="{FF2B5EF4-FFF2-40B4-BE49-F238E27FC236}">
                <a16:creationId xmlns:a16="http://schemas.microsoft.com/office/drawing/2014/main" id="{C6202988-4466-42C5-B33A-AFABF051B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12192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38" name="コンテンツ プレースホルダー 2">
            <a:extLst>
              <a:ext uri="{FF2B5EF4-FFF2-40B4-BE49-F238E27FC236}">
                <a16:creationId xmlns:a16="http://schemas.microsoft.com/office/drawing/2014/main" id="{D3FC37AB-5156-2486-6140-6D1E1E4F91C3}"/>
              </a:ext>
            </a:extLst>
          </p:cNvPr>
          <p:cNvSpPr>
            <a:spLocks noGrp="1"/>
          </p:cNvSpPr>
          <p:nvPr>
            <p:ph idx="1"/>
          </p:nvPr>
        </p:nvSpPr>
        <p:spPr>
          <a:xfrm>
            <a:off x="6571421" y="2745375"/>
            <a:ext cx="6074228" cy="4174685"/>
          </a:xfrm>
        </p:spPr>
        <p:txBody>
          <a:bodyPr>
            <a:normAutofit/>
          </a:bodyPr>
          <a:lstStyle/>
          <a:p>
            <a:pPr>
              <a:lnSpc>
                <a:spcPct val="90000"/>
              </a:lnSpc>
            </a:pPr>
            <a:r>
              <a:rPr lang="ja-JP" altLang="en-US" sz="3600" b="1" dirty="0"/>
              <a:t>メンバー</a:t>
            </a:r>
            <a:endParaRPr lang="en-US" altLang="ja-JP" sz="3600" b="1" dirty="0"/>
          </a:p>
          <a:p>
            <a:pPr marL="0" indent="0">
              <a:lnSpc>
                <a:spcPct val="90000"/>
              </a:lnSpc>
              <a:buNone/>
            </a:pPr>
            <a:r>
              <a:rPr lang="ja-JP" altLang="en-US" sz="3600" dirty="0">
                <a:ea typeface="ＭＳ Ｐ明朝"/>
              </a:rPr>
              <a:t>→齋藤颯人</a:t>
            </a:r>
          </a:p>
          <a:p>
            <a:pPr marL="0" indent="0">
              <a:lnSpc>
                <a:spcPct val="90000"/>
              </a:lnSpc>
              <a:buNone/>
            </a:pPr>
            <a:r>
              <a:rPr lang="ja-JP" altLang="en-US" sz="3600" dirty="0"/>
              <a:t>→髙田陽斗</a:t>
            </a:r>
            <a:endParaRPr lang="en-US" altLang="ja-JP" sz="3600" dirty="0"/>
          </a:p>
          <a:p>
            <a:pPr marL="0" indent="0">
              <a:lnSpc>
                <a:spcPct val="90000"/>
              </a:lnSpc>
              <a:buNone/>
            </a:pPr>
            <a:r>
              <a:rPr lang="ja-JP" altLang="en-US" sz="3600" dirty="0"/>
              <a:t>→吉成一慶</a:t>
            </a:r>
            <a:endParaRPr lang="en-US" altLang="ja-JP" sz="3600" dirty="0"/>
          </a:p>
          <a:p>
            <a:pPr marL="0" indent="0">
              <a:lnSpc>
                <a:spcPct val="90000"/>
              </a:lnSpc>
              <a:buNone/>
            </a:pPr>
            <a:r>
              <a:rPr lang="ja-JP" altLang="en-US" sz="3600" dirty="0"/>
              <a:t>→槻山凜花</a:t>
            </a:r>
            <a:endParaRPr lang="en-US" altLang="ja-JP" sz="3600" dirty="0"/>
          </a:p>
        </p:txBody>
      </p:sp>
      <p:sp>
        <p:nvSpPr>
          <p:cNvPr id="3" name="テキスト ボックス 2">
            <a:extLst>
              <a:ext uri="{FF2B5EF4-FFF2-40B4-BE49-F238E27FC236}">
                <a16:creationId xmlns:a16="http://schemas.microsoft.com/office/drawing/2014/main" id="{8024CDC2-AB65-86E4-9B50-9C6B9BEDCEA7}"/>
              </a:ext>
            </a:extLst>
          </p:cNvPr>
          <p:cNvSpPr txBox="1"/>
          <p:nvPr/>
        </p:nvSpPr>
        <p:spPr>
          <a:xfrm>
            <a:off x="2355967" y="2836530"/>
            <a:ext cx="2954545" cy="1184940"/>
          </a:xfrm>
          <a:prstGeom prst="rect">
            <a:avLst/>
          </a:prstGeom>
          <a:noFill/>
        </p:spPr>
        <p:txBody>
          <a:bodyPr wrap="square" rtlCol="0">
            <a:spAutoFit/>
          </a:bodyPr>
          <a:lstStyle/>
          <a:p>
            <a:pPr marL="285750" marR="0" lvl="0" indent="-285750" algn="l" defTabSz="457200" rtl="0" eaLnBrk="1" fontAlgn="auto" latinLnBrk="0" hangingPunct="1">
              <a:lnSpc>
                <a:spcPct val="90000"/>
              </a:lnSpc>
              <a:spcBef>
                <a:spcPct val="20000"/>
              </a:spcBef>
              <a:spcAft>
                <a:spcPts val="600"/>
              </a:spcAft>
              <a:buClr>
                <a:srgbClr val="83992A"/>
              </a:buClr>
              <a:buSzPct val="115000"/>
              <a:buFont typeface="Arial"/>
              <a:buChar char="•"/>
              <a:tabLst/>
              <a:defRPr/>
            </a:pPr>
            <a:r>
              <a:rPr kumimoji="1" lang="ja-JP" altLang="en-US" sz="3300" b="1" i="0" u="none" strike="noStrike" kern="1200" cap="none" spc="0" normalizeH="0" baseline="0" noProof="0" dirty="0">
                <a:ln>
                  <a:noFill/>
                </a:ln>
                <a:solidFill>
                  <a:prstClr val="black">
                    <a:lumMod val="85000"/>
                    <a:lumOff val="15000"/>
                  </a:prstClr>
                </a:solidFill>
                <a:effectLst/>
                <a:uLnTx/>
                <a:uFillTx/>
                <a:latin typeface="Garamond" panose="02020404030301010803"/>
                <a:ea typeface="ＭＳ Ｐ明朝" panose="02020600040205080304" pitchFamily="18" charset="-128"/>
                <a:cs typeface="+mn-cs"/>
              </a:rPr>
              <a:t>リーダー</a:t>
            </a:r>
            <a:endParaRPr kumimoji="1" lang="en-US" altLang="ja-JP" sz="3300" b="1" i="0" u="none" strike="noStrike" kern="1200" cap="none" spc="0" normalizeH="0" baseline="0" noProof="0" dirty="0">
              <a:ln>
                <a:noFill/>
              </a:ln>
              <a:solidFill>
                <a:prstClr val="black">
                  <a:lumMod val="85000"/>
                  <a:lumOff val="15000"/>
                </a:prstClr>
              </a:solidFill>
              <a:effectLst/>
              <a:uLnTx/>
              <a:uFillTx/>
              <a:latin typeface="Garamond" panose="02020404030301010803"/>
              <a:ea typeface="ＭＳ Ｐ明朝" panose="02020600040205080304" pitchFamily="18" charset="-128"/>
              <a:cs typeface="+mn-cs"/>
            </a:endParaRPr>
          </a:p>
          <a:p>
            <a:pPr marL="0" marR="0" lvl="0" indent="0" algn="l" defTabSz="457200" rtl="0" eaLnBrk="1" fontAlgn="auto" latinLnBrk="0" hangingPunct="1">
              <a:lnSpc>
                <a:spcPct val="90000"/>
              </a:lnSpc>
              <a:spcBef>
                <a:spcPct val="20000"/>
              </a:spcBef>
              <a:spcAft>
                <a:spcPts val="600"/>
              </a:spcAft>
              <a:buClr>
                <a:srgbClr val="83992A"/>
              </a:buClr>
              <a:buSzPct val="115000"/>
              <a:buFont typeface="Arial"/>
              <a:buNone/>
              <a:tabLst/>
              <a:defRPr/>
            </a:pPr>
            <a:r>
              <a:rPr kumimoji="1" lang="ja-JP" altLang="en-US" sz="3300" b="0" i="0" u="none" strike="noStrike" kern="1200" cap="none" spc="0" normalizeH="0" baseline="0" noProof="0" dirty="0">
                <a:ln>
                  <a:noFill/>
                </a:ln>
                <a:solidFill>
                  <a:prstClr val="black">
                    <a:lumMod val="85000"/>
                    <a:lumOff val="15000"/>
                  </a:prstClr>
                </a:solidFill>
                <a:effectLst/>
                <a:uLnTx/>
                <a:uFillTx/>
                <a:latin typeface="Garamond" panose="02020404030301010803"/>
                <a:ea typeface="ＭＳ Ｐ明朝" panose="02020600040205080304" pitchFamily="18" charset="-128"/>
                <a:cs typeface="+mn-cs"/>
              </a:rPr>
              <a:t>→長谷川智弘</a:t>
            </a:r>
            <a:endParaRPr kumimoji="1" lang="en-US" altLang="ja-JP" sz="3300" b="0" i="0" u="none" strike="noStrike" kern="1200" cap="none" spc="0" normalizeH="0" baseline="0" noProof="0" dirty="0">
              <a:ln>
                <a:noFill/>
              </a:ln>
              <a:solidFill>
                <a:prstClr val="black">
                  <a:lumMod val="85000"/>
                  <a:lumOff val="15000"/>
                </a:prstClr>
              </a:solidFill>
              <a:effectLst/>
              <a:uLnTx/>
              <a:uFillTx/>
              <a:latin typeface="Garamond" panose="02020404030301010803"/>
              <a:ea typeface="ＭＳ Ｐ明朝" panose="02020600040205080304" pitchFamily="18" charset="-128"/>
              <a:cs typeface="+mn-cs"/>
            </a:endParaRPr>
          </a:p>
        </p:txBody>
      </p:sp>
    </p:spTree>
    <p:extLst>
      <p:ext uri="{BB962C8B-B14F-4D97-AF65-F5344CB8AC3E}">
        <p14:creationId xmlns:p14="http://schemas.microsoft.com/office/powerpoint/2010/main" val="3348768875"/>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50000"/>
            <a:lumOff val="50000"/>
          </a:schemeClr>
        </a:solidFill>
        <a:effectLst/>
      </p:bgPr>
    </p:bg>
    <p:spTree>
      <p:nvGrpSpPr>
        <p:cNvPr id="1" name=""/>
        <p:cNvGrpSpPr/>
        <p:nvPr/>
      </p:nvGrpSpPr>
      <p:grpSpPr>
        <a:xfrm>
          <a:off x="0" y="0"/>
          <a:ext cx="0" cy="0"/>
          <a:chOff x="0" y="0"/>
          <a:chExt cx="0" cy="0"/>
        </a:xfrm>
      </p:grpSpPr>
      <p:grpSp>
        <p:nvGrpSpPr>
          <p:cNvPr id="37" name="Group 6">
            <a:extLst>
              <a:ext uri="{FF2B5EF4-FFF2-40B4-BE49-F238E27FC236}">
                <a16:creationId xmlns:a16="http://schemas.microsoft.com/office/drawing/2014/main" id="{7575D7A7-3C36-4508-9BC6-70A93BD3C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8" name="Picture 7">
              <a:extLst>
                <a:ext uri="{FF2B5EF4-FFF2-40B4-BE49-F238E27FC236}">
                  <a16:creationId xmlns:a16="http://schemas.microsoft.com/office/drawing/2014/main" id="{BC964A0D-06B7-4C16-AC9F-20ADDA8059E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8" name="Rectangle 8">
              <a:extLst>
                <a:ext uri="{FF2B5EF4-FFF2-40B4-BE49-F238E27FC236}">
                  <a16:creationId xmlns:a16="http://schemas.microsoft.com/office/drawing/2014/main" id="{F5703F5C-55DF-45CD-BC3F-3BE8F1033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Garamond" panose="02020404030301010803"/>
                <a:ea typeface="ＭＳ Ｐ明朝" panose="02020600040205080304" pitchFamily="18" charset="-128"/>
                <a:cs typeface="+mn-cs"/>
              </a:endParaRPr>
            </a:p>
          </p:txBody>
        </p:sp>
        <p:pic>
          <p:nvPicPr>
            <p:cNvPr id="10" name="Picture 9">
              <a:extLst>
                <a:ext uri="{FF2B5EF4-FFF2-40B4-BE49-F238E27FC236}">
                  <a16:creationId xmlns:a16="http://schemas.microsoft.com/office/drawing/2014/main" id="{A8C7134F-70F9-4826-A97E-9B39AEA08F5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1" name="Picture 10">
              <a:extLst>
                <a:ext uri="{FF2B5EF4-FFF2-40B4-BE49-F238E27FC236}">
                  <a16:creationId xmlns:a16="http://schemas.microsoft.com/office/drawing/2014/main" id="{39351E73-B6DD-4B56-8EE9-C16B5711C46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39" name="Straight Connector 12">
            <a:extLst>
              <a:ext uri="{FF2B5EF4-FFF2-40B4-BE49-F238E27FC236}">
                <a16:creationId xmlns:a16="http://schemas.microsoft.com/office/drawing/2014/main" id="{AE446D0E-6531-40B7-A182-FB86024397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タイトル 1">
            <a:extLst>
              <a:ext uri="{FF2B5EF4-FFF2-40B4-BE49-F238E27FC236}">
                <a16:creationId xmlns:a16="http://schemas.microsoft.com/office/drawing/2014/main" id="{F5E96F22-417D-EEA5-F5DF-7326A707D5D5}"/>
              </a:ext>
            </a:extLst>
          </p:cNvPr>
          <p:cNvSpPr>
            <a:spLocks noGrp="1"/>
          </p:cNvSpPr>
          <p:nvPr>
            <p:ph type="title"/>
          </p:nvPr>
        </p:nvSpPr>
        <p:spPr>
          <a:xfrm>
            <a:off x="2692398" y="1871131"/>
            <a:ext cx="6815669" cy="1515533"/>
          </a:xfrm>
        </p:spPr>
        <p:txBody>
          <a:bodyPr vert="horz" lIns="91440" tIns="45720" rIns="91440" bIns="45720" rtlCol="0" anchor="b">
            <a:normAutofit/>
          </a:bodyPr>
          <a:lstStyle/>
          <a:p>
            <a:r>
              <a:rPr kumimoji="1" lang="ja-JP" altLang="en-US" sz="5400"/>
              <a:t>操作説明</a:t>
            </a:r>
          </a:p>
        </p:txBody>
      </p:sp>
    </p:spTree>
    <p:extLst>
      <p:ext uri="{BB962C8B-B14F-4D97-AF65-F5344CB8AC3E}">
        <p14:creationId xmlns:p14="http://schemas.microsoft.com/office/powerpoint/2010/main" val="99162772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490297B-FE54-1212-3F43-E6984F99C63B}"/>
              </a:ext>
            </a:extLst>
          </p:cNvPr>
          <p:cNvSpPr/>
          <p:nvPr/>
        </p:nvSpPr>
        <p:spPr>
          <a:xfrm>
            <a:off x="914400" y="424543"/>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C6314B04-9270-465A-DF1B-3CFD644869A8}"/>
              </a:ext>
            </a:extLst>
          </p:cNvPr>
          <p:cNvSpPr txBox="1"/>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6" name="正方形/長方形 5">
            <a:extLst>
              <a:ext uri="{FF2B5EF4-FFF2-40B4-BE49-F238E27FC236}">
                <a16:creationId xmlns:a16="http://schemas.microsoft.com/office/drawing/2014/main" id="{8674D784-6DA2-E0A4-E2D1-1591237F717F}"/>
              </a:ext>
            </a:extLst>
          </p:cNvPr>
          <p:cNvSpPr/>
          <p:nvPr/>
        </p:nvSpPr>
        <p:spPr>
          <a:xfrm>
            <a:off x="3009896" y="1273275"/>
            <a:ext cx="5584373"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2D68365C-CD50-B604-BBFA-59EF9A745BDE}"/>
              </a:ext>
            </a:extLst>
          </p:cNvPr>
          <p:cNvSpPr txBox="1"/>
          <p:nvPr/>
        </p:nvSpPr>
        <p:spPr>
          <a:xfrm>
            <a:off x="4430482" y="1366781"/>
            <a:ext cx="2743200" cy="461665"/>
          </a:xfrm>
          <a:prstGeom prst="rect">
            <a:avLst/>
          </a:prstGeom>
          <a:noFill/>
        </p:spPr>
        <p:txBody>
          <a:bodyPr wrap="square" rtlCol="0">
            <a:spAutoFit/>
          </a:bodyPr>
          <a:lstStyle/>
          <a:p>
            <a:pPr algn="ctr"/>
            <a:r>
              <a:rPr kumimoji="1" lang="ja-JP" altLang="en-US" sz="2400" b="1" dirty="0"/>
              <a:t>ログイン</a:t>
            </a:r>
          </a:p>
        </p:txBody>
      </p:sp>
      <p:sp>
        <p:nvSpPr>
          <p:cNvPr id="8" name="四角形: 角を丸くする 7">
            <a:extLst>
              <a:ext uri="{FF2B5EF4-FFF2-40B4-BE49-F238E27FC236}">
                <a16:creationId xmlns:a16="http://schemas.microsoft.com/office/drawing/2014/main" id="{1449E093-CA9A-B093-6C35-C438EC1DF31E}"/>
              </a:ext>
            </a:extLst>
          </p:cNvPr>
          <p:cNvSpPr/>
          <p:nvPr/>
        </p:nvSpPr>
        <p:spPr>
          <a:xfrm>
            <a:off x="3067048" y="2099529"/>
            <a:ext cx="5448304" cy="3239483"/>
          </a:xfrm>
          <a:prstGeom prst="roundRect">
            <a:avLst>
              <a:gd name="adj" fmla="val 796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77D43EFA-54F5-2E9E-BF72-B70E6695CEDF}"/>
              </a:ext>
            </a:extLst>
          </p:cNvPr>
          <p:cNvSpPr/>
          <p:nvPr/>
        </p:nvSpPr>
        <p:spPr>
          <a:xfrm>
            <a:off x="914400" y="5867400"/>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59238B09-F1C7-06BD-F82A-680111AF4E7B}"/>
              </a:ext>
            </a:extLst>
          </p:cNvPr>
          <p:cNvSpPr txBox="1"/>
          <p:nvPr/>
        </p:nvSpPr>
        <p:spPr>
          <a:xfrm>
            <a:off x="4969328" y="5914348"/>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11" name="四角形: 角を丸くする 10">
            <a:extLst>
              <a:ext uri="{FF2B5EF4-FFF2-40B4-BE49-F238E27FC236}">
                <a16:creationId xmlns:a16="http://schemas.microsoft.com/office/drawing/2014/main" id="{BF063480-7893-EF3B-E886-12D2674EDA72}"/>
              </a:ext>
            </a:extLst>
          </p:cNvPr>
          <p:cNvSpPr/>
          <p:nvPr/>
        </p:nvSpPr>
        <p:spPr>
          <a:xfrm>
            <a:off x="3494315" y="2455355"/>
            <a:ext cx="4593772" cy="55517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384A140A-BE2C-50EB-942A-B69CF11323B3}"/>
              </a:ext>
            </a:extLst>
          </p:cNvPr>
          <p:cNvSpPr/>
          <p:nvPr/>
        </p:nvSpPr>
        <p:spPr>
          <a:xfrm>
            <a:off x="3494315" y="3236895"/>
            <a:ext cx="4593771" cy="555171"/>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CEC30BDA-AAE6-38C6-92CE-1C0E0C2D551C}"/>
              </a:ext>
            </a:extLst>
          </p:cNvPr>
          <p:cNvSpPr txBox="1"/>
          <p:nvPr/>
        </p:nvSpPr>
        <p:spPr>
          <a:xfrm>
            <a:off x="3624943" y="2596866"/>
            <a:ext cx="805539" cy="276999"/>
          </a:xfrm>
          <a:prstGeom prst="rect">
            <a:avLst/>
          </a:prstGeom>
          <a:noFill/>
        </p:spPr>
        <p:txBody>
          <a:bodyPr wrap="square" rtlCol="0">
            <a:spAutoFit/>
          </a:bodyPr>
          <a:lstStyle/>
          <a:p>
            <a:r>
              <a:rPr lang="en-US" altLang="ja-JP" sz="1200" dirty="0"/>
              <a:t>ID</a:t>
            </a:r>
            <a:endParaRPr kumimoji="1" lang="ja-JP" altLang="en-US" sz="1200" dirty="0"/>
          </a:p>
        </p:txBody>
      </p:sp>
      <p:sp>
        <p:nvSpPr>
          <p:cNvPr id="14" name="テキスト ボックス 13">
            <a:extLst>
              <a:ext uri="{FF2B5EF4-FFF2-40B4-BE49-F238E27FC236}">
                <a16:creationId xmlns:a16="http://schemas.microsoft.com/office/drawing/2014/main" id="{59E25A3C-1510-6692-FCDF-E33AA3BB882F}"/>
              </a:ext>
            </a:extLst>
          </p:cNvPr>
          <p:cNvSpPr txBox="1"/>
          <p:nvPr/>
        </p:nvSpPr>
        <p:spPr>
          <a:xfrm>
            <a:off x="3624943" y="3355857"/>
            <a:ext cx="805539" cy="230832"/>
          </a:xfrm>
          <a:prstGeom prst="rect">
            <a:avLst/>
          </a:prstGeom>
          <a:noFill/>
        </p:spPr>
        <p:txBody>
          <a:bodyPr wrap="square" rtlCol="0">
            <a:spAutoFit/>
          </a:bodyPr>
          <a:lstStyle/>
          <a:p>
            <a:r>
              <a:rPr kumimoji="1" lang="ja-JP" altLang="en-US" sz="900" dirty="0"/>
              <a:t>パスワード</a:t>
            </a:r>
          </a:p>
        </p:txBody>
      </p:sp>
      <p:sp>
        <p:nvSpPr>
          <p:cNvPr id="15" name="正方形/長方形 14">
            <a:extLst>
              <a:ext uri="{FF2B5EF4-FFF2-40B4-BE49-F238E27FC236}">
                <a16:creationId xmlns:a16="http://schemas.microsoft.com/office/drawing/2014/main" id="{80ED4BB3-4C38-DEF1-DD36-794271078206}"/>
              </a:ext>
            </a:extLst>
          </p:cNvPr>
          <p:cNvSpPr/>
          <p:nvPr/>
        </p:nvSpPr>
        <p:spPr>
          <a:xfrm>
            <a:off x="5127171" y="4164801"/>
            <a:ext cx="130629" cy="1197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268DDDA6-34C1-4B79-418A-FEF94611DCE8}"/>
              </a:ext>
            </a:extLst>
          </p:cNvPr>
          <p:cNvSpPr txBox="1"/>
          <p:nvPr/>
        </p:nvSpPr>
        <p:spPr>
          <a:xfrm>
            <a:off x="5257800" y="4096569"/>
            <a:ext cx="1676400" cy="246221"/>
          </a:xfrm>
          <a:prstGeom prst="rect">
            <a:avLst/>
          </a:prstGeom>
          <a:noFill/>
        </p:spPr>
        <p:txBody>
          <a:bodyPr wrap="square" rtlCol="0">
            <a:spAutoFit/>
          </a:bodyPr>
          <a:lstStyle/>
          <a:p>
            <a:r>
              <a:rPr kumimoji="1" lang="ja-JP" altLang="en-US" sz="1000" dirty="0"/>
              <a:t>パスワードを表示</a:t>
            </a:r>
          </a:p>
        </p:txBody>
      </p:sp>
      <p:sp>
        <p:nvSpPr>
          <p:cNvPr id="17" name="四角形: 角を丸くする 16">
            <a:extLst>
              <a:ext uri="{FF2B5EF4-FFF2-40B4-BE49-F238E27FC236}">
                <a16:creationId xmlns:a16="http://schemas.microsoft.com/office/drawing/2014/main" id="{280763D3-90EA-5622-30C7-FA8EDDF67A68}"/>
              </a:ext>
            </a:extLst>
          </p:cNvPr>
          <p:cNvSpPr/>
          <p:nvPr/>
        </p:nvSpPr>
        <p:spPr>
          <a:xfrm>
            <a:off x="3494315" y="4536423"/>
            <a:ext cx="4593771" cy="550709"/>
          </a:xfrm>
          <a:prstGeom prst="roundRect">
            <a:avLst/>
          </a:prstGeom>
          <a:solidFill>
            <a:srgbClr val="4B83D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40A08826-E536-1B8E-EC60-06BE390EC5C3}"/>
              </a:ext>
            </a:extLst>
          </p:cNvPr>
          <p:cNvSpPr txBox="1"/>
          <p:nvPr/>
        </p:nvSpPr>
        <p:spPr>
          <a:xfrm>
            <a:off x="5285010" y="4626113"/>
            <a:ext cx="1230090" cy="369332"/>
          </a:xfrm>
          <a:prstGeom prst="rect">
            <a:avLst/>
          </a:prstGeom>
          <a:noFill/>
        </p:spPr>
        <p:txBody>
          <a:bodyPr wrap="square" rtlCol="0">
            <a:spAutoFit/>
          </a:bodyPr>
          <a:lstStyle/>
          <a:p>
            <a:r>
              <a:rPr kumimoji="1" lang="ja-JP" altLang="en-US" b="1" dirty="0">
                <a:solidFill>
                  <a:schemeClr val="bg1"/>
                </a:solidFill>
              </a:rPr>
              <a:t>ログイン</a:t>
            </a:r>
          </a:p>
        </p:txBody>
      </p:sp>
      <p:sp>
        <p:nvSpPr>
          <p:cNvPr id="19" name="テキスト ボックス 18">
            <a:extLst>
              <a:ext uri="{FF2B5EF4-FFF2-40B4-BE49-F238E27FC236}">
                <a16:creationId xmlns:a16="http://schemas.microsoft.com/office/drawing/2014/main" id="{0E44C08F-E236-601A-5DFB-C69DBA70C7B3}"/>
              </a:ext>
            </a:extLst>
          </p:cNvPr>
          <p:cNvSpPr txBox="1"/>
          <p:nvPr/>
        </p:nvSpPr>
        <p:spPr>
          <a:xfrm>
            <a:off x="4038600" y="2576290"/>
            <a:ext cx="2394857" cy="369332"/>
          </a:xfrm>
          <a:prstGeom prst="rect">
            <a:avLst/>
          </a:prstGeom>
          <a:noFill/>
        </p:spPr>
        <p:txBody>
          <a:bodyPr wrap="square" rtlCol="0">
            <a:spAutoFit/>
          </a:bodyPr>
          <a:lstStyle/>
          <a:p>
            <a:r>
              <a:rPr kumimoji="1" lang="en-US" altLang="ja-JP" dirty="0"/>
              <a:t>admin</a:t>
            </a:r>
            <a:endParaRPr kumimoji="1" lang="ja-JP" altLang="en-US" dirty="0"/>
          </a:p>
        </p:txBody>
      </p:sp>
      <p:sp>
        <p:nvSpPr>
          <p:cNvPr id="20" name="テキスト ボックス 19">
            <a:extLst>
              <a:ext uri="{FF2B5EF4-FFF2-40B4-BE49-F238E27FC236}">
                <a16:creationId xmlns:a16="http://schemas.microsoft.com/office/drawing/2014/main" id="{2AB3C2B6-394F-4A2D-61FF-A3E9287330C2}"/>
              </a:ext>
            </a:extLst>
          </p:cNvPr>
          <p:cNvSpPr txBox="1"/>
          <p:nvPr/>
        </p:nvSpPr>
        <p:spPr>
          <a:xfrm>
            <a:off x="4038600" y="3450109"/>
            <a:ext cx="2438400" cy="369332"/>
          </a:xfrm>
          <a:prstGeom prst="rect">
            <a:avLst/>
          </a:prstGeom>
          <a:noFill/>
        </p:spPr>
        <p:txBody>
          <a:bodyPr wrap="square" rtlCol="0">
            <a:spAutoFit/>
          </a:bodyPr>
          <a:lstStyle/>
          <a:p>
            <a:r>
              <a:rPr kumimoji="1" lang="en-US" altLang="ja-JP" dirty="0"/>
              <a:t>•</a:t>
            </a:r>
            <a:r>
              <a:rPr lang="en-US" altLang="ja-JP" dirty="0"/>
              <a:t>•••••••</a:t>
            </a:r>
            <a:endParaRPr lang="ja-JP" altLang="en-US" dirty="0"/>
          </a:p>
        </p:txBody>
      </p:sp>
      <p:sp>
        <p:nvSpPr>
          <p:cNvPr id="22" name="テキスト ボックス 21">
            <a:extLst>
              <a:ext uri="{FF2B5EF4-FFF2-40B4-BE49-F238E27FC236}">
                <a16:creationId xmlns:a16="http://schemas.microsoft.com/office/drawing/2014/main" id="{17A119C4-428A-1E28-987A-E238AE55E3BA}"/>
              </a:ext>
            </a:extLst>
          </p:cNvPr>
          <p:cNvSpPr txBox="1"/>
          <p:nvPr/>
        </p:nvSpPr>
        <p:spPr>
          <a:xfrm>
            <a:off x="4229097" y="5385960"/>
            <a:ext cx="3907972" cy="369332"/>
          </a:xfrm>
          <a:prstGeom prst="rect">
            <a:avLst/>
          </a:prstGeom>
          <a:noFill/>
        </p:spPr>
        <p:txBody>
          <a:bodyPr wrap="square">
            <a:spAutoFit/>
          </a:bodyPr>
          <a:lstStyle/>
          <a:p>
            <a:r>
              <a:rPr lang="ja-JP" altLang="en-US" b="1" u="sng" dirty="0">
                <a:solidFill>
                  <a:srgbClr val="4B83DD"/>
                </a:solidFill>
              </a:rPr>
              <a:t>サインアップはこちらから</a:t>
            </a:r>
            <a:endParaRPr lang="en-US" altLang="ja-JP" b="1" u="sng" dirty="0">
              <a:solidFill>
                <a:srgbClr val="4B83DD"/>
              </a:solidFill>
            </a:endParaRPr>
          </a:p>
        </p:txBody>
      </p:sp>
      <p:sp>
        <p:nvSpPr>
          <p:cNvPr id="2" name="矢印: 上 1">
            <a:extLst>
              <a:ext uri="{FF2B5EF4-FFF2-40B4-BE49-F238E27FC236}">
                <a16:creationId xmlns:a16="http://schemas.microsoft.com/office/drawing/2014/main" id="{420DE017-EED1-CC6E-F91C-15E3ECFCE1F2}"/>
              </a:ext>
            </a:extLst>
          </p:cNvPr>
          <p:cNvSpPr/>
          <p:nvPr/>
        </p:nvSpPr>
        <p:spPr>
          <a:xfrm rot="20889810">
            <a:off x="5676726" y="4850480"/>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7472180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700"/>
                                        <p:tgtEl>
                                          <p:spTgt spid="19"/>
                                        </p:tgtEl>
                                      </p:cBhvr>
                                    </p:animEffect>
                                  </p:childTnLst>
                                </p:cTn>
                              </p:par>
                            </p:childTnLst>
                          </p:cTn>
                        </p:par>
                        <p:par>
                          <p:cTn id="8" fill="hold">
                            <p:stCondLst>
                              <p:cond delay="700"/>
                            </p:stCondLst>
                            <p:childTnLst>
                              <p:par>
                                <p:cTn id="9" presetID="16" presetClass="entr" presetSubtype="2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barn(inVertical)">
                                      <p:cBhvr>
                                        <p:cTn id="11" dur="700"/>
                                        <p:tgtEl>
                                          <p:spTgt spid="20"/>
                                        </p:tgtEl>
                                      </p:cBhvr>
                                    </p:animEffect>
                                  </p:childTnLst>
                                </p:cTn>
                              </p:par>
                              <p:par>
                                <p:cTn id="12" presetID="42" presetClass="entr" presetSubtype="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800"/>
                                        <p:tgtEl>
                                          <p:spTgt spid="2"/>
                                        </p:tgtEl>
                                      </p:cBhvr>
                                    </p:animEffect>
                                    <p:anim calcmode="lin" valueType="num">
                                      <p:cBhvr>
                                        <p:cTn id="15" dur="800" fill="hold"/>
                                        <p:tgtEl>
                                          <p:spTgt spid="2"/>
                                        </p:tgtEl>
                                        <p:attrNameLst>
                                          <p:attrName>ppt_x</p:attrName>
                                        </p:attrNameLst>
                                      </p:cBhvr>
                                      <p:tavLst>
                                        <p:tav tm="0">
                                          <p:val>
                                            <p:strVal val="#ppt_x"/>
                                          </p:val>
                                        </p:tav>
                                        <p:tav tm="100000">
                                          <p:val>
                                            <p:strVal val="#ppt_x"/>
                                          </p:val>
                                        </p:tav>
                                      </p:tavLst>
                                    </p:anim>
                                    <p:anim calcmode="lin" valueType="num">
                                      <p:cBhvr>
                                        <p:cTn id="16" dur="800" fill="hold"/>
                                        <p:tgtEl>
                                          <p:spTgt spid="2"/>
                                        </p:tgtEl>
                                        <p:attrNameLst>
                                          <p:attrName>ppt_y</p:attrName>
                                        </p:attrNameLst>
                                      </p:cBhvr>
                                      <p:tavLst>
                                        <p:tav tm="0">
                                          <p:val>
                                            <p:strVal val="#ppt_y+.1"/>
                                          </p:val>
                                        </p:tav>
                                        <p:tav tm="100000">
                                          <p:val>
                                            <p:strVal val="#ppt_y"/>
                                          </p:val>
                                        </p:tav>
                                      </p:tavLst>
                                    </p:anim>
                                  </p:childTnLst>
                                </p:cTn>
                              </p:par>
                              <p:par>
                                <p:cTn id="17" presetID="26" presetClass="emph" presetSubtype="0" fill="hold" grpId="1" nodeType="withEffect">
                                  <p:stCondLst>
                                    <p:cond delay="1100"/>
                                  </p:stCondLst>
                                  <p:childTnLst>
                                    <p:animEffect transition="out" filter="fade">
                                      <p:cBhvr>
                                        <p:cTn id="18" dur="800" tmFilter="0, 0; .2, .5; .8, .5; 1, 0"/>
                                        <p:tgtEl>
                                          <p:spTgt spid="2"/>
                                        </p:tgtEl>
                                      </p:cBhvr>
                                    </p:animEffect>
                                    <p:animScale>
                                      <p:cBhvr>
                                        <p:cTn id="19" dur="400" autoRev="1" fill="hold"/>
                                        <p:tgtEl>
                                          <p:spTgt spid="2"/>
                                        </p:tgtEl>
                                      </p:cBhvr>
                                      <p:by x="105000" y="105000"/>
                                    </p:animScale>
                                  </p:childTnLst>
                                </p:cTn>
                              </p:par>
                              <p:par>
                                <p:cTn id="20" presetID="1" presetClass="emph" presetSubtype="2" fill="hold" nodeType="withEffect">
                                  <p:stCondLst>
                                    <p:cond delay="1100"/>
                                  </p:stCondLst>
                                  <p:childTnLst>
                                    <p:animClr clrSpc="rgb" dir="cw">
                                      <p:cBhvr>
                                        <p:cTn id="21" dur="900" fill="hold"/>
                                        <p:tgtEl>
                                          <p:spTgt spid="17"/>
                                        </p:tgtEl>
                                        <p:attrNameLst>
                                          <p:attrName>fillcolor</p:attrName>
                                        </p:attrNameLst>
                                      </p:cBhvr>
                                      <p:to>
                                        <a:srgbClr val="215E99"/>
                                      </p:to>
                                    </p:animClr>
                                    <p:set>
                                      <p:cBhvr>
                                        <p:cTn id="22" dur="900" fill="hold"/>
                                        <p:tgtEl>
                                          <p:spTgt spid="17"/>
                                        </p:tgtEl>
                                        <p:attrNameLst>
                                          <p:attrName>fill.type</p:attrName>
                                        </p:attrNameLst>
                                      </p:cBhvr>
                                      <p:to>
                                        <p:strVal val="solid"/>
                                      </p:to>
                                    </p:set>
                                    <p:set>
                                      <p:cBhvr>
                                        <p:cTn id="23" dur="900" fill="hold"/>
                                        <p:tgtEl>
                                          <p:spTgt spid="1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 grpId="0" animBg="1"/>
      <p:bldP spid="2"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テキスト ボックス 29">
            <a:extLst>
              <a:ext uri="{FF2B5EF4-FFF2-40B4-BE49-F238E27FC236}">
                <a16:creationId xmlns:a16="http://schemas.microsoft.com/office/drawing/2014/main" id="{2083F28B-850D-AE09-1A19-A1386FDDA2AF}"/>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
        <p:nvSpPr>
          <p:cNvPr id="31" name="正方形/長方形 30">
            <a:extLst>
              <a:ext uri="{FF2B5EF4-FFF2-40B4-BE49-F238E27FC236}">
                <a16:creationId xmlns:a16="http://schemas.microsoft.com/office/drawing/2014/main" id="{F3201E82-D517-95B4-8B30-C8F8613A60B0}"/>
              </a:ext>
            </a:extLst>
          </p:cNvPr>
          <p:cNvSpPr/>
          <p:nvPr/>
        </p:nvSpPr>
        <p:spPr>
          <a:xfrm>
            <a:off x="4169228" y="1719941"/>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F412776C-5435-6500-B05B-368C420DA27C}"/>
              </a:ext>
            </a:extLst>
          </p:cNvPr>
          <p:cNvSpPr txBox="1"/>
          <p:nvPr/>
        </p:nvSpPr>
        <p:spPr>
          <a:xfrm>
            <a:off x="4343399" y="1766693"/>
            <a:ext cx="4223658" cy="461665"/>
          </a:xfrm>
          <a:prstGeom prst="rect">
            <a:avLst/>
          </a:prstGeom>
          <a:noFill/>
        </p:spPr>
        <p:txBody>
          <a:bodyPr wrap="square" rtlCol="0">
            <a:spAutoFit/>
          </a:bodyPr>
          <a:lstStyle/>
          <a:p>
            <a:r>
              <a:rPr kumimoji="1" lang="ja-JP" altLang="en-US" sz="2400" b="1" dirty="0"/>
              <a:t>メニュー</a:t>
            </a:r>
          </a:p>
        </p:txBody>
      </p:sp>
      <p:sp>
        <p:nvSpPr>
          <p:cNvPr id="33" name="四角形: 角を丸くする 32">
            <a:extLst>
              <a:ext uri="{FF2B5EF4-FFF2-40B4-BE49-F238E27FC236}">
                <a16:creationId xmlns:a16="http://schemas.microsoft.com/office/drawing/2014/main" id="{C8B41B5C-CCFA-8997-40F2-A46223375846}"/>
              </a:ext>
            </a:extLst>
          </p:cNvPr>
          <p:cNvSpPr/>
          <p:nvPr/>
        </p:nvSpPr>
        <p:spPr>
          <a:xfrm>
            <a:off x="4169228" y="2634337"/>
            <a:ext cx="1730829" cy="1507644"/>
          </a:xfrm>
          <a:prstGeom prst="roundRect">
            <a:avLst>
              <a:gd name="adj" fmla="val 8003"/>
            </a:avLst>
          </a:prstGeom>
          <a:solidFill>
            <a:srgbClr val="EEB0B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四角形: 角を丸くする 33">
            <a:extLst>
              <a:ext uri="{FF2B5EF4-FFF2-40B4-BE49-F238E27FC236}">
                <a16:creationId xmlns:a16="http://schemas.microsoft.com/office/drawing/2014/main" id="{1131B00C-33AD-DFE1-BBFF-0718E673A975}"/>
              </a:ext>
            </a:extLst>
          </p:cNvPr>
          <p:cNvSpPr/>
          <p:nvPr/>
        </p:nvSpPr>
        <p:spPr>
          <a:xfrm>
            <a:off x="6291945" y="2634334"/>
            <a:ext cx="1730829" cy="1507645"/>
          </a:xfrm>
          <a:prstGeom prst="roundRect">
            <a:avLst>
              <a:gd name="adj" fmla="val 9447"/>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四角形: 角を丸くする 34">
            <a:extLst>
              <a:ext uri="{FF2B5EF4-FFF2-40B4-BE49-F238E27FC236}">
                <a16:creationId xmlns:a16="http://schemas.microsoft.com/office/drawing/2014/main" id="{47067B0A-6554-90F2-D1C8-574B96A6D880}"/>
              </a:ext>
            </a:extLst>
          </p:cNvPr>
          <p:cNvSpPr/>
          <p:nvPr/>
        </p:nvSpPr>
        <p:spPr>
          <a:xfrm>
            <a:off x="8414662" y="2626147"/>
            <a:ext cx="1730829" cy="1507645"/>
          </a:xfrm>
          <a:prstGeom prst="roundRect">
            <a:avLst>
              <a:gd name="adj" fmla="val 11613"/>
            </a:avLst>
          </a:prstGeom>
          <a:solidFill>
            <a:srgbClr val="BB7FB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2AF33FDA-DF19-CD68-CB68-9640368D0C46}"/>
              </a:ext>
            </a:extLst>
          </p:cNvPr>
          <p:cNvSpPr txBox="1"/>
          <p:nvPr/>
        </p:nvSpPr>
        <p:spPr>
          <a:xfrm>
            <a:off x="4479472" y="3210692"/>
            <a:ext cx="1110343" cy="338554"/>
          </a:xfrm>
          <a:prstGeom prst="rect">
            <a:avLst/>
          </a:prstGeom>
          <a:noFill/>
        </p:spPr>
        <p:txBody>
          <a:bodyPr wrap="square" rtlCol="0">
            <a:spAutoFit/>
          </a:bodyPr>
          <a:lstStyle/>
          <a:p>
            <a:pPr algn="ctr"/>
            <a:r>
              <a:rPr kumimoji="1" lang="ja-JP" altLang="en-US" sz="1600" dirty="0"/>
              <a:t>学生管理</a:t>
            </a:r>
          </a:p>
        </p:txBody>
      </p:sp>
      <p:sp>
        <p:nvSpPr>
          <p:cNvPr id="37" name="テキスト ボックス 36">
            <a:extLst>
              <a:ext uri="{FF2B5EF4-FFF2-40B4-BE49-F238E27FC236}">
                <a16:creationId xmlns:a16="http://schemas.microsoft.com/office/drawing/2014/main" id="{90EB6A10-752D-5C12-2A62-A30F859B226F}"/>
              </a:ext>
            </a:extLst>
          </p:cNvPr>
          <p:cNvSpPr txBox="1"/>
          <p:nvPr/>
        </p:nvSpPr>
        <p:spPr>
          <a:xfrm>
            <a:off x="6602187" y="2856170"/>
            <a:ext cx="1110343" cy="338554"/>
          </a:xfrm>
          <a:prstGeom prst="rect">
            <a:avLst/>
          </a:prstGeom>
          <a:noFill/>
        </p:spPr>
        <p:txBody>
          <a:bodyPr wrap="square" rtlCol="0">
            <a:spAutoFit/>
          </a:bodyPr>
          <a:lstStyle/>
          <a:p>
            <a:pPr algn="ctr"/>
            <a:r>
              <a:rPr lang="ja-JP" altLang="en-US" sz="1600" b="1" dirty="0"/>
              <a:t>成績管理</a:t>
            </a:r>
            <a:endParaRPr kumimoji="1" lang="ja-JP" altLang="en-US" sz="1600" b="1" dirty="0"/>
          </a:p>
        </p:txBody>
      </p:sp>
      <p:sp>
        <p:nvSpPr>
          <p:cNvPr id="38" name="テキスト ボックス 37">
            <a:extLst>
              <a:ext uri="{FF2B5EF4-FFF2-40B4-BE49-F238E27FC236}">
                <a16:creationId xmlns:a16="http://schemas.microsoft.com/office/drawing/2014/main" id="{DCBC3B6E-CA2A-D736-5F1D-7253E255663C}"/>
              </a:ext>
            </a:extLst>
          </p:cNvPr>
          <p:cNvSpPr txBox="1"/>
          <p:nvPr/>
        </p:nvSpPr>
        <p:spPr>
          <a:xfrm>
            <a:off x="6602186" y="3259723"/>
            <a:ext cx="1110343" cy="338554"/>
          </a:xfrm>
          <a:prstGeom prst="rect">
            <a:avLst/>
          </a:prstGeom>
          <a:noFill/>
        </p:spPr>
        <p:txBody>
          <a:bodyPr wrap="square" rtlCol="0">
            <a:spAutoFit/>
          </a:bodyPr>
          <a:lstStyle/>
          <a:p>
            <a:pPr algn="ctr"/>
            <a:r>
              <a:rPr lang="ja-JP" altLang="en-US" sz="1600" dirty="0"/>
              <a:t>成績登録</a:t>
            </a:r>
            <a:endParaRPr kumimoji="1" lang="ja-JP" altLang="en-US" sz="1600" dirty="0"/>
          </a:p>
        </p:txBody>
      </p:sp>
      <p:sp>
        <p:nvSpPr>
          <p:cNvPr id="39" name="テキスト ボックス 38">
            <a:extLst>
              <a:ext uri="{FF2B5EF4-FFF2-40B4-BE49-F238E27FC236}">
                <a16:creationId xmlns:a16="http://schemas.microsoft.com/office/drawing/2014/main" id="{F0DDF843-B515-3F04-52A3-729CCC3F5AA5}"/>
              </a:ext>
            </a:extLst>
          </p:cNvPr>
          <p:cNvSpPr txBox="1"/>
          <p:nvPr/>
        </p:nvSpPr>
        <p:spPr>
          <a:xfrm>
            <a:off x="6602186" y="3650836"/>
            <a:ext cx="1110343" cy="338554"/>
          </a:xfrm>
          <a:prstGeom prst="rect">
            <a:avLst/>
          </a:prstGeom>
          <a:noFill/>
        </p:spPr>
        <p:txBody>
          <a:bodyPr wrap="square" rtlCol="0">
            <a:spAutoFit/>
          </a:bodyPr>
          <a:lstStyle/>
          <a:p>
            <a:pPr algn="ctr"/>
            <a:r>
              <a:rPr lang="ja-JP" altLang="en-US" sz="1600" dirty="0"/>
              <a:t>成績参照</a:t>
            </a:r>
            <a:endParaRPr kumimoji="1" lang="ja-JP" altLang="en-US" sz="1600" dirty="0"/>
          </a:p>
        </p:txBody>
      </p:sp>
      <p:sp>
        <p:nvSpPr>
          <p:cNvPr id="40" name="テキスト ボックス 39">
            <a:extLst>
              <a:ext uri="{FF2B5EF4-FFF2-40B4-BE49-F238E27FC236}">
                <a16:creationId xmlns:a16="http://schemas.microsoft.com/office/drawing/2014/main" id="{9C9B7689-5666-ED5F-23F4-AED5426AB5C9}"/>
              </a:ext>
            </a:extLst>
          </p:cNvPr>
          <p:cNvSpPr txBox="1"/>
          <p:nvPr/>
        </p:nvSpPr>
        <p:spPr>
          <a:xfrm>
            <a:off x="8724904" y="3218879"/>
            <a:ext cx="1110343" cy="338554"/>
          </a:xfrm>
          <a:prstGeom prst="rect">
            <a:avLst/>
          </a:prstGeom>
          <a:noFill/>
        </p:spPr>
        <p:txBody>
          <a:bodyPr wrap="square" rtlCol="0">
            <a:spAutoFit/>
          </a:bodyPr>
          <a:lstStyle/>
          <a:p>
            <a:pPr algn="ctr"/>
            <a:r>
              <a:rPr lang="ja-JP" altLang="en-US" sz="1600" dirty="0"/>
              <a:t>科目管理</a:t>
            </a:r>
            <a:endParaRPr kumimoji="1" lang="ja-JP" altLang="en-US" sz="1600" dirty="0"/>
          </a:p>
        </p:txBody>
      </p:sp>
      <p:grpSp>
        <p:nvGrpSpPr>
          <p:cNvPr id="41" name="グループ化 40">
            <a:extLst>
              <a:ext uri="{FF2B5EF4-FFF2-40B4-BE49-F238E27FC236}">
                <a16:creationId xmlns:a16="http://schemas.microsoft.com/office/drawing/2014/main" id="{93BE681E-4524-98D8-3CDB-1D5556CD83D3}"/>
              </a:ext>
            </a:extLst>
          </p:cNvPr>
          <p:cNvGrpSpPr/>
          <p:nvPr/>
        </p:nvGrpSpPr>
        <p:grpSpPr>
          <a:xfrm>
            <a:off x="914397" y="377594"/>
            <a:ext cx="9775371" cy="742070"/>
            <a:chOff x="914397" y="377594"/>
            <a:chExt cx="9775371" cy="742070"/>
          </a:xfrm>
        </p:grpSpPr>
        <p:sp>
          <p:nvSpPr>
            <p:cNvPr id="42" name="正方形/長方形 41">
              <a:extLst>
                <a:ext uri="{FF2B5EF4-FFF2-40B4-BE49-F238E27FC236}">
                  <a16:creationId xmlns:a16="http://schemas.microsoft.com/office/drawing/2014/main" id="{6ABCEC65-FF3F-E57F-0899-905B494C53DA}"/>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34487FAA-BD01-2433-563B-28AFD24FA2AD}"/>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44" name="テキスト ボックス 43">
              <a:extLst>
                <a:ext uri="{FF2B5EF4-FFF2-40B4-BE49-F238E27FC236}">
                  <a16:creationId xmlns:a16="http://schemas.microsoft.com/office/drawing/2014/main" id="{2FE84FD7-9EAE-74D1-EE4E-1B00EAAEC99F}"/>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45" name="テキスト ボックス 44">
              <a:extLst>
                <a:ext uri="{FF2B5EF4-FFF2-40B4-BE49-F238E27FC236}">
                  <a16:creationId xmlns:a16="http://schemas.microsoft.com/office/drawing/2014/main" id="{B3F6693D-D709-1ED4-14A5-EFD46F3E135C}"/>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46" name="四角形: 角を丸くする 45">
            <a:extLst>
              <a:ext uri="{FF2B5EF4-FFF2-40B4-BE49-F238E27FC236}">
                <a16:creationId xmlns:a16="http://schemas.microsoft.com/office/drawing/2014/main" id="{4728CD4D-E723-27B4-B2BE-4EC941EC5883}"/>
              </a:ext>
            </a:extLst>
          </p:cNvPr>
          <p:cNvSpPr/>
          <p:nvPr/>
        </p:nvSpPr>
        <p:spPr>
          <a:xfrm>
            <a:off x="4169227" y="4369257"/>
            <a:ext cx="1730829" cy="1507644"/>
          </a:xfrm>
          <a:prstGeom prst="roundRect">
            <a:avLst>
              <a:gd name="adj" fmla="val 8725"/>
            </a:avLst>
          </a:prstGeom>
          <a:solidFill>
            <a:srgbClr val="9E8CE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2CF2D1E6-4EB9-AABE-234E-A4383CD7CDDC}"/>
              </a:ext>
            </a:extLst>
          </p:cNvPr>
          <p:cNvSpPr txBox="1"/>
          <p:nvPr/>
        </p:nvSpPr>
        <p:spPr>
          <a:xfrm>
            <a:off x="4400547" y="4953802"/>
            <a:ext cx="1268188" cy="338554"/>
          </a:xfrm>
          <a:prstGeom prst="rect">
            <a:avLst/>
          </a:prstGeom>
          <a:noFill/>
        </p:spPr>
        <p:txBody>
          <a:bodyPr wrap="square" rtlCol="0">
            <a:spAutoFit/>
          </a:bodyPr>
          <a:lstStyle/>
          <a:p>
            <a:pPr algn="ctr"/>
            <a:r>
              <a:rPr lang="ja-JP" altLang="en-US" sz="1600" dirty="0"/>
              <a:t>クラス管理</a:t>
            </a:r>
            <a:endParaRPr kumimoji="1" lang="ja-JP" altLang="en-US" sz="1600" dirty="0"/>
          </a:p>
        </p:txBody>
      </p:sp>
      <p:grpSp>
        <p:nvGrpSpPr>
          <p:cNvPr id="48" name="グループ化 47">
            <a:extLst>
              <a:ext uri="{FF2B5EF4-FFF2-40B4-BE49-F238E27FC236}">
                <a16:creationId xmlns:a16="http://schemas.microsoft.com/office/drawing/2014/main" id="{E6901962-82BD-7E93-D639-AAFCDB23F2BF}"/>
              </a:ext>
            </a:extLst>
          </p:cNvPr>
          <p:cNvGrpSpPr/>
          <p:nvPr/>
        </p:nvGrpSpPr>
        <p:grpSpPr>
          <a:xfrm>
            <a:off x="6291942" y="4369257"/>
            <a:ext cx="1730829" cy="1507644"/>
            <a:chOff x="8414662" y="4363815"/>
            <a:chExt cx="1730829" cy="1507644"/>
          </a:xfrm>
        </p:grpSpPr>
        <p:sp>
          <p:nvSpPr>
            <p:cNvPr id="49" name="四角形: 角を丸くする 48">
              <a:extLst>
                <a:ext uri="{FF2B5EF4-FFF2-40B4-BE49-F238E27FC236}">
                  <a16:creationId xmlns:a16="http://schemas.microsoft.com/office/drawing/2014/main" id="{B550599D-FE7F-CAF5-242C-A33448044E0D}"/>
                </a:ext>
              </a:extLst>
            </p:cNvPr>
            <p:cNvSpPr/>
            <p:nvPr/>
          </p:nvSpPr>
          <p:spPr>
            <a:xfrm>
              <a:off x="8414662" y="4363815"/>
              <a:ext cx="1730829" cy="1507644"/>
            </a:xfrm>
            <a:prstGeom prst="roundRect">
              <a:avLst>
                <a:gd name="adj" fmla="val 6559"/>
              </a:avLst>
            </a:prstGeom>
            <a:solidFill>
              <a:srgbClr val="FFFF9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19C5D880-CCAF-6F89-3EB1-D609635D43B6}"/>
                </a:ext>
              </a:extLst>
            </p:cNvPr>
            <p:cNvSpPr txBox="1"/>
            <p:nvPr/>
          </p:nvSpPr>
          <p:spPr>
            <a:xfrm>
              <a:off x="8610602" y="4948360"/>
              <a:ext cx="1338943" cy="338554"/>
            </a:xfrm>
            <a:prstGeom prst="rect">
              <a:avLst/>
            </a:prstGeom>
            <a:noFill/>
          </p:spPr>
          <p:txBody>
            <a:bodyPr wrap="square" rtlCol="0">
              <a:spAutoFit/>
            </a:bodyPr>
            <a:lstStyle/>
            <a:p>
              <a:pPr algn="ctr"/>
              <a:r>
                <a:rPr lang="ja-JP" altLang="en-US" sz="1600" dirty="0"/>
                <a:t>コース管理</a:t>
              </a:r>
              <a:endParaRPr kumimoji="1" lang="ja-JP" altLang="en-US" sz="1600" dirty="0"/>
            </a:p>
          </p:txBody>
        </p:sp>
      </p:grpSp>
      <p:grpSp>
        <p:nvGrpSpPr>
          <p:cNvPr id="51" name="グループ化 50">
            <a:extLst>
              <a:ext uri="{FF2B5EF4-FFF2-40B4-BE49-F238E27FC236}">
                <a16:creationId xmlns:a16="http://schemas.microsoft.com/office/drawing/2014/main" id="{AEA9FCC5-BE9A-605D-0324-958411C48E52}"/>
              </a:ext>
            </a:extLst>
          </p:cNvPr>
          <p:cNvGrpSpPr/>
          <p:nvPr/>
        </p:nvGrpSpPr>
        <p:grpSpPr>
          <a:xfrm>
            <a:off x="8436433" y="4369257"/>
            <a:ext cx="1730829" cy="1507644"/>
            <a:chOff x="6291945" y="4363815"/>
            <a:chExt cx="1730829" cy="1507644"/>
          </a:xfrm>
          <a:solidFill>
            <a:srgbClr val="5BD4FF"/>
          </a:solidFill>
        </p:grpSpPr>
        <p:sp>
          <p:nvSpPr>
            <p:cNvPr id="52" name="四角形: 角を丸くする 51">
              <a:extLst>
                <a:ext uri="{FF2B5EF4-FFF2-40B4-BE49-F238E27FC236}">
                  <a16:creationId xmlns:a16="http://schemas.microsoft.com/office/drawing/2014/main" id="{D0B4B537-C5C7-537A-64CE-3A691839C4A6}"/>
                </a:ext>
              </a:extLst>
            </p:cNvPr>
            <p:cNvSpPr/>
            <p:nvPr/>
          </p:nvSpPr>
          <p:spPr>
            <a:xfrm>
              <a:off x="6291945" y="4363815"/>
              <a:ext cx="1730829" cy="1507644"/>
            </a:xfrm>
            <a:prstGeom prst="roundRect">
              <a:avLst>
                <a:gd name="adj" fmla="val 8725"/>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テキスト ボックス 52">
              <a:extLst>
                <a:ext uri="{FF2B5EF4-FFF2-40B4-BE49-F238E27FC236}">
                  <a16:creationId xmlns:a16="http://schemas.microsoft.com/office/drawing/2014/main" id="{08E74722-E99C-BBD1-6A44-464F3BA7B189}"/>
                </a:ext>
              </a:extLst>
            </p:cNvPr>
            <p:cNvSpPr txBox="1"/>
            <p:nvPr/>
          </p:nvSpPr>
          <p:spPr>
            <a:xfrm>
              <a:off x="6602187" y="4930344"/>
              <a:ext cx="1110343" cy="338554"/>
            </a:xfrm>
            <a:prstGeom prst="rect">
              <a:avLst/>
            </a:prstGeom>
            <a:grpFill/>
          </p:spPr>
          <p:txBody>
            <a:bodyPr wrap="square" rtlCol="0">
              <a:spAutoFit/>
            </a:bodyPr>
            <a:lstStyle/>
            <a:p>
              <a:pPr algn="ctr"/>
              <a:r>
                <a:rPr lang="ja-JP" altLang="en-US" sz="1600" dirty="0"/>
                <a:t>教師管理</a:t>
              </a:r>
              <a:endParaRPr kumimoji="1" lang="ja-JP" altLang="en-US" sz="1600" dirty="0"/>
            </a:p>
          </p:txBody>
        </p:sp>
      </p:grpSp>
      <p:sp>
        <p:nvSpPr>
          <p:cNvPr id="54" name="矢印: 上 53">
            <a:extLst>
              <a:ext uri="{FF2B5EF4-FFF2-40B4-BE49-F238E27FC236}">
                <a16:creationId xmlns:a16="http://schemas.microsoft.com/office/drawing/2014/main" id="{B28CFCC8-2293-2D7C-1A06-1C626DE6E5FC}"/>
              </a:ext>
            </a:extLst>
          </p:cNvPr>
          <p:cNvSpPr/>
          <p:nvPr/>
        </p:nvSpPr>
        <p:spPr>
          <a:xfrm rot="20889810">
            <a:off x="4909287" y="3379254"/>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4362684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1000"/>
                                        <p:tgtEl>
                                          <p:spTgt spid="54"/>
                                        </p:tgtEl>
                                      </p:cBhvr>
                                    </p:animEffect>
                                    <p:anim calcmode="lin" valueType="num">
                                      <p:cBhvr>
                                        <p:cTn id="8" dur="1000" fill="hold"/>
                                        <p:tgtEl>
                                          <p:spTgt spid="54"/>
                                        </p:tgtEl>
                                        <p:attrNameLst>
                                          <p:attrName>ppt_x</p:attrName>
                                        </p:attrNameLst>
                                      </p:cBhvr>
                                      <p:tavLst>
                                        <p:tav tm="0">
                                          <p:val>
                                            <p:strVal val="#ppt_x"/>
                                          </p:val>
                                        </p:tav>
                                        <p:tav tm="100000">
                                          <p:val>
                                            <p:strVal val="#ppt_x"/>
                                          </p:val>
                                        </p:tav>
                                      </p:tavLst>
                                    </p:anim>
                                    <p:anim calcmode="lin" valueType="num">
                                      <p:cBhvr>
                                        <p:cTn id="9" dur="1000" fill="hold"/>
                                        <p:tgtEl>
                                          <p:spTgt spid="5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54"/>
                                        </p:tgtEl>
                                      </p:cBhvr>
                                    </p:animEffect>
                                    <p:animScale>
                                      <p:cBhvr>
                                        <p:cTn id="13" dur="400" autoRev="1" fill="hold"/>
                                        <p:tgtEl>
                                          <p:spTgt spid="54"/>
                                        </p:tgtEl>
                                      </p:cBhvr>
                                      <p:by x="105000" y="105000"/>
                                    </p:animScale>
                                  </p:childTnLst>
                                </p:cTn>
                              </p:par>
                              <p:par>
                                <p:cTn id="14" presetID="24" presetClass="emph" presetSubtype="0" fill="hold" grpId="0" nodeType="withEffect">
                                  <p:stCondLst>
                                    <p:cond delay="0"/>
                                  </p:stCondLst>
                                  <p:childTnLst>
                                    <p:animClr clrSpc="hsl" dir="cw">
                                      <p:cBhvr override="childStyle">
                                        <p:cTn id="15" dur="900" fill="hold"/>
                                        <p:tgtEl>
                                          <p:spTgt spid="33"/>
                                        </p:tgtEl>
                                        <p:attrNameLst>
                                          <p:attrName>style.color</p:attrName>
                                        </p:attrNameLst>
                                      </p:cBhvr>
                                      <p:by>
                                        <p:hsl h="0" s="-12549" l="-25098"/>
                                      </p:by>
                                    </p:animClr>
                                    <p:animClr clrSpc="hsl" dir="cw">
                                      <p:cBhvr>
                                        <p:cTn id="16" dur="900" fill="hold"/>
                                        <p:tgtEl>
                                          <p:spTgt spid="33"/>
                                        </p:tgtEl>
                                        <p:attrNameLst>
                                          <p:attrName>fillcolor</p:attrName>
                                        </p:attrNameLst>
                                      </p:cBhvr>
                                      <p:by>
                                        <p:hsl h="0" s="-12549" l="-25098"/>
                                      </p:by>
                                    </p:animClr>
                                    <p:animClr clrSpc="hsl" dir="cw">
                                      <p:cBhvr>
                                        <p:cTn id="17" dur="900" fill="hold"/>
                                        <p:tgtEl>
                                          <p:spTgt spid="33"/>
                                        </p:tgtEl>
                                        <p:attrNameLst>
                                          <p:attrName>stroke.color</p:attrName>
                                        </p:attrNameLst>
                                      </p:cBhvr>
                                      <p:by>
                                        <p:hsl h="0" s="-12549" l="-25098"/>
                                      </p:by>
                                    </p:animClr>
                                    <p:set>
                                      <p:cBhvr>
                                        <p:cTn id="18" dur="900" fill="hold"/>
                                        <p:tgtEl>
                                          <p:spTgt spid="3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54" grpId="0" animBg="1"/>
      <p:bldP spid="54"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a:extLst>
              <a:ext uri="{FF2B5EF4-FFF2-40B4-BE49-F238E27FC236}">
                <a16:creationId xmlns:a16="http://schemas.microsoft.com/office/drawing/2014/main" id="{50F564B2-62F9-3C4D-4ED3-3B7F3C49080F}"/>
              </a:ext>
            </a:extLst>
          </p:cNvPr>
          <p:cNvGrpSpPr/>
          <p:nvPr/>
        </p:nvGrpSpPr>
        <p:grpSpPr>
          <a:xfrm>
            <a:off x="914397" y="377594"/>
            <a:ext cx="9775371" cy="742070"/>
            <a:chOff x="914397" y="377594"/>
            <a:chExt cx="9775371" cy="742070"/>
          </a:xfrm>
        </p:grpSpPr>
        <p:sp>
          <p:nvSpPr>
            <p:cNvPr id="3" name="正方形/長方形 2">
              <a:extLst>
                <a:ext uri="{FF2B5EF4-FFF2-40B4-BE49-F238E27FC236}">
                  <a16:creationId xmlns:a16="http://schemas.microsoft.com/office/drawing/2014/main" id="{D199AA81-D7AF-C236-ED91-70D67ED2ABFD}"/>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FC319B89-47EC-EC9D-4562-1FF32BF6A2FF}"/>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5" name="テキスト ボックス 4">
              <a:extLst>
                <a:ext uri="{FF2B5EF4-FFF2-40B4-BE49-F238E27FC236}">
                  <a16:creationId xmlns:a16="http://schemas.microsoft.com/office/drawing/2014/main" id="{97CB3B82-F620-9D4C-5EA3-DEB962BB006A}"/>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6" name="テキスト ボックス 5">
              <a:extLst>
                <a:ext uri="{FF2B5EF4-FFF2-40B4-BE49-F238E27FC236}">
                  <a16:creationId xmlns:a16="http://schemas.microsoft.com/office/drawing/2014/main" id="{3046A5CC-E00A-0598-1CDA-125C9CE0A005}"/>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cxnSp>
        <p:nvCxnSpPr>
          <p:cNvPr id="8" name="直線コネクタ 7">
            <a:extLst>
              <a:ext uri="{FF2B5EF4-FFF2-40B4-BE49-F238E27FC236}">
                <a16:creationId xmlns:a16="http://schemas.microsoft.com/office/drawing/2014/main" id="{65E35523-11AF-6749-33C8-61B04629C2FB}"/>
              </a:ext>
            </a:extLst>
          </p:cNvPr>
          <p:cNvCxnSpPr>
            <a:cxnSpLocks/>
          </p:cNvCxnSpPr>
          <p:nvPr/>
        </p:nvCxnSpPr>
        <p:spPr>
          <a:xfrm>
            <a:off x="3167743" y="1328057"/>
            <a:ext cx="0" cy="4844143"/>
          </a:xfrm>
          <a:prstGeom prst="line">
            <a:avLst/>
          </a:prstGeom>
        </p:spPr>
        <p:style>
          <a:lnRef idx="1">
            <a:schemeClr val="dk1"/>
          </a:lnRef>
          <a:fillRef idx="0">
            <a:schemeClr val="dk1"/>
          </a:fillRef>
          <a:effectRef idx="0">
            <a:schemeClr val="dk1"/>
          </a:effectRef>
          <a:fontRef idx="minor">
            <a:schemeClr val="tx1"/>
          </a:fontRef>
        </p:style>
      </p:cxnSp>
      <p:grpSp>
        <p:nvGrpSpPr>
          <p:cNvPr id="9" name="グループ化 8">
            <a:extLst>
              <a:ext uri="{FF2B5EF4-FFF2-40B4-BE49-F238E27FC236}">
                <a16:creationId xmlns:a16="http://schemas.microsoft.com/office/drawing/2014/main" id="{9DF6101F-D2A0-EB44-154A-D019D4D28E60}"/>
              </a:ext>
            </a:extLst>
          </p:cNvPr>
          <p:cNvGrpSpPr/>
          <p:nvPr/>
        </p:nvGrpSpPr>
        <p:grpSpPr>
          <a:xfrm>
            <a:off x="3738371" y="1431184"/>
            <a:ext cx="7000755" cy="555171"/>
            <a:chOff x="4207329" y="1666025"/>
            <a:chExt cx="6117768" cy="555171"/>
          </a:xfrm>
        </p:grpSpPr>
        <p:sp>
          <p:nvSpPr>
            <p:cNvPr id="10" name="正方形/長方形 9">
              <a:extLst>
                <a:ext uri="{FF2B5EF4-FFF2-40B4-BE49-F238E27FC236}">
                  <a16:creationId xmlns:a16="http://schemas.microsoft.com/office/drawing/2014/main" id="{7548BED3-A94E-29C7-67D2-4EFA346C4DDB}"/>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DE542FFD-17D6-F35D-6F0B-988B9A1E3180}"/>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学生管理</a:t>
              </a:r>
              <a:endParaRPr kumimoji="1" lang="ja-JP" altLang="en-US" sz="2400" b="1" dirty="0"/>
            </a:p>
          </p:txBody>
        </p:sp>
      </p:grpSp>
      <p:sp>
        <p:nvSpPr>
          <p:cNvPr id="12" name="テキスト ボックス 11">
            <a:extLst>
              <a:ext uri="{FF2B5EF4-FFF2-40B4-BE49-F238E27FC236}">
                <a16:creationId xmlns:a16="http://schemas.microsoft.com/office/drawing/2014/main" id="{B94DBDF3-2E41-542D-CAF1-BEC44C369841}"/>
              </a:ext>
            </a:extLst>
          </p:cNvPr>
          <p:cNvSpPr txBox="1"/>
          <p:nvPr/>
        </p:nvSpPr>
        <p:spPr>
          <a:xfrm>
            <a:off x="8933725" y="2090815"/>
            <a:ext cx="1372080" cy="342376"/>
          </a:xfrm>
          <a:prstGeom prst="rect">
            <a:avLst/>
          </a:prstGeom>
          <a:noFill/>
        </p:spPr>
        <p:txBody>
          <a:bodyPr wrap="square" rtlCol="0">
            <a:spAutoFit/>
          </a:bodyPr>
          <a:lstStyle/>
          <a:p>
            <a:r>
              <a:rPr lang="ja-JP" altLang="en-US" sz="1600" b="1" u="sng" dirty="0">
                <a:solidFill>
                  <a:srgbClr val="4B83DD"/>
                </a:solidFill>
              </a:rPr>
              <a:t>新規登録</a:t>
            </a:r>
            <a:endParaRPr kumimoji="1" lang="ja-JP" altLang="en-US" sz="1600" b="1" u="sng" dirty="0">
              <a:solidFill>
                <a:srgbClr val="4B83DD"/>
              </a:solidFill>
            </a:endParaRPr>
          </a:p>
        </p:txBody>
      </p:sp>
      <p:grpSp>
        <p:nvGrpSpPr>
          <p:cNvPr id="13" name="グループ化 12">
            <a:extLst>
              <a:ext uri="{FF2B5EF4-FFF2-40B4-BE49-F238E27FC236}">
                <a16:creationId xmlns:a16="http://schemas.microsoft.com/office/drawing/2014/main" id="{6147DE25-05F2-5FAF-8AB1-449CD44E1B14}"/>
              </a:ext>
            </a:extLst>
          </p:cNvPr>
          <p:cNvGrpSpPr/>
          <p:nvPr/>
        </p:nvGrpSpPr>
        <p:grpSpPr>
          <a:xfrm>
            <a:off x="3839217" y="2484380"/>
            <a:ext cx="7000758" cy="1064362"/>
            <a:chOff x="4343399" y="2745638"/>
            <a:chExt cx="5845628" cy="1064362"/>
          </a:xfrm>
        </p:grpSpPr>
        <p:sp>
          <p:nvSpPr>
            <p:cNvPr id="14" name="四角形: 角を丸くする 13">
              <a:extLst>
                <a:ext uri="{FF2B5EF4-FFF2-40B4-BE49-F238E27FC236}">
                  <a16:creationId xmlns:a16="http://schemas.microsoft.com/office/drawing/2014/main" id="{7E597387-B0A1-CB8E-52FA-AC8C621E65BD}"/>
                </a:ext>
              </a:extLst>
            </p:cNvPr>
            <p:cNvSpPr/>
            <p:nvPr/>
          </p:nvSpPr>
          <p:spPr>
            <a:xfrm>
              <a:off x="4343399" y="2745638"/>
              <a:ext cx="5845628" cy="106436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四角形: 角を丸くする 14">
              <a:extLst>
                <a:ext uri="{FF2B5EF4-FFF2-40B4-BE49-F238E27FC236}">
                  <a16:creationId xmlns:a16="http://schemas.microsoft.com/office/drawing/2014/main" id="{BAC487B3-8002-70D1-02E6-6374DE682A5E}"/>
                </a:ext>
              </a:extLst>
            </p:cNvPr>
            <p:cNvSpPr/>
            <p:nvPr/>
          </p:nvSpPr>
          <p:spPr>
            <a:xfrm>
              <a:off x="4529404" y="3219031"/>
              <a:ext cx="1380701" cy="40930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31FAC1C6-9C83-C5E1-361A-DF0506F3669A}"/>
                </a:ext>
              </a:extLst>
            </p:cNvPr>
            <p:cNvSpPr/>
            <p:nvPr/>
          </p:nvSpPr>
          <p:spPr>
            <a:xfrm>
              <a:off x="6123010" y="3230741"/>
              <a:ext cx="1380700" cy="40930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22D94EF-F4E4-D3BB-D8E0-F1AF2A40A479}"/>
                </a:ext>
              </a:extLst>
            </p:cNvPr>
            <p:cNvSpPr/>
            <p:nvPr/>
          </p:nvSpPr>
          <p:spPr>
            <a:xfrm>
              <a:off x="7679956" y="3318674"/>
              <a:ext cx="144747" cy="16663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B3B7CF89-79D3-7D4A-26C6-360498DE83AC}"/>
                </a:ext>
              </a:extLst>
            </p:cNvPr>
            <p:cNvSpPr txBox="1"/>
            <p:nvPr/>
          </p:nvSpPr>
          <p:spPr>
            <a:xfrm>
              <a:off x="7797419" y="3236327"/>
              <a:ext cx="1146858" cy="419905"/>
            </a:xfrm>
            <a:prstGeom prst="rect">
              <a:avLst/>
            </a:prstGeom>
            <a:noFill/>
          </p:spPr>
          <p:txBody>
            <a:bodyPr wrap="square" rtlCol="0">
              <a:spAutoFit/>
            </a:bodyPr>
            <a:lstStyle/>
            <a:p>
              <a:r>
                <a:rPr kumimoji="1" lang="ja-JP" altLang="en-US" b="1" dirty="0"/>
                <a:t>在学中</a:t>
              </a:r>
            </a:p>
          </p:txBody>
        </p:sp>
        <p:sp>
          <p:nvSpPr>
            <p:cNvPr id="19" name="四角形: 角を丸くする 18">
              <a:extLst>
                <a:ext uri="{FF2B5EF4-FFF2-40B4-BE49-F238E27FC236}">
                  <a16:creationId xmlns:a16="http://schemas.microsoft.com/office/drawing/2014/main" id="{695F5FB9-4096-0122-0B54-43F8507F3412}"/>
                </a:ext>
              </a:extLst>
            </p:cNvPr>
            <p:cNvSpPr/>
            <p:nvPr/>
          </p:nvSpPr>
          <p:spPr>
            <a:xfrm>
              <a:off x="9131253" y="3064105"/>
              <a:ext cx="943622" cy="575942"/>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58193BFE-8CDF-FBD3-F7CD-7ADFB31C29A3}"/>
                </a:ext>
              </a:extLst>
            </p:cNvPr>
            <p:cNvSpPr txBox="1"/>
            <p:nvPr/>
          </p:nvSpPr>
          <p:spPr>
            <a:xfrm>
              <a:off x="9237986" y="3156055"/>
              <a:ext cx="910219" cy="419905"/>
            </a:xfrm>
            <a:prstGeom prst="rect">
              <a:avLst/>
            </a:prstGeom>
            <a:noFill/>
          </p:spPr>
          <p:txBody>
            <a:bodyPr wrap="square" rtlCol="0">
              <a:spAutoFit/>
            </a:bodyPr>
            <a:lstStyle/>
            <a:p>
              <a:r>
                <a:rPr kumimoji="1" lang="ja-JP" altLang="en-US" b="1" dirty="0">
                  <a:solidFill>
                    <a:schemeClr val="bg1"/>
                  </a:solidFill>
                </a:rPr>
                <a:t>絞込み</a:t>
              </a:r>
            </a:p>
          </p:txBody>
        </p:sp>
        <p:sp>
          <p:nvSpPr>
            <p:cNvPr id="21" name="テキスト ボックス 20">
              <a:extLst>
                <a:ext uri="{FF2B5EF4-FFF2-40B4-BE49-F238E27FC236}">
                  <a16:creationId xmlns:a16="http://schemas.microsoft.com/office/drawing/2014/main" id="{7854C56E-8A6F-21EE-745E-F23785A47293}"/>
                </a:ext>
              </a:extLst>
            </p:cNvPr>
            <p:cNvSpPr txBox="1"/>
            <p:nvPr/>
          </p:nvSpPr>
          <p:spPr>
            <a:xfrm>
              <a:off x="4460007" y="2788480"/>
              <a:ext cx="1153884" cy="369332"/>
            </a:xfrm>
            <a:prstGeom prst="rect">
              <a:avLst/>
            </a:prstGeom>
            <a:noFill/>
          </p:spPr>
          <p:txBody>
            <a:bodyPr wrap="square" rtlCol="0">
              <a:spAutoFit/>
            </a:bodyPr>
            <a:lstStyle/>
            <a:p>
              <a:r>
                <a:rPr kumimoji="1" lang="ja-JP" altLang="en-US" b="1" dirty="0"/>
                <a:t>入学年度</a:t>
              </a:r>
            </a:p>
          </p:txBody>
        </p:sp>
        <p:sp>
          <p:nvSpPr>
            <p:cNvPr id="22" name="テキスト ボックス 21">
              <a:extLst>
                <a:ext uri="{FF2B5EF4-FFF2-40B4-BE49-F238E27FC236}">
                  <a16:creationId xmlns:a16="http://schemas.microsoft.com/office/drawing/2014/main" id="{BD8BFE38-E4CA-3D32-9D68-121235E83202}"/>
                </a:ext>
              </a:extLst>
            </p:cNvPr>
            <p:cNvSpPr txBox="1"/>
            <p:nvPr/>
          </p:nvSpPr>
          <p:spPr>
            <a:xfrm>
              <a:off x="5923108" y="2795704"/>
              <a:ext cx="1153882" cy="369332"/>
            </a:xfrm>
            <a:prstGeom prst="rect">
              <a:avLst/>
            </a:prstGeom>
            <a:noFill/>
          </p:spPr>
          <p:txBody>
            <a:bodyPr wrap="square" rtlCol="0">
              <a:spAutoFit/>
            </a:bodyPr>
            <a:lstStyle/>
            <a:p>
              <a:r>
                <a:rPr lang="ja-JP" altLang="en-US" b="1" dirty="0"/>
                <a:t>クラス</a:t>
              </a:r>
              <a:endParaRPr kumimoji="1" lang="ja-JP" altLang="en-US" b="1" dirty="0"/>
            </a:p>
          </p:txBody>
        </p:sp>
        <p:cxnSp>
          <p:nvCxnSpPr>
            <p:cNvPr id="23" name="直線コネクタ 22">
              <a:extLst>
                <a:ext uri="{FF2B5EF4-FFF2-40B4-BE49-F238E27FC236}">
                  <a16:creationId xmlns:a16="http://schemas.microsoft.com/office/drawing/2014/main" id="{BF757C88-2170-5F26-8244-D52A9A5C877B}"/>
                </a:ext>
              </a:extLst>
            </p:cNvPr>
            <p:cNvCxnSpPr/>
            <p:nvPr/>
          </p:nvCxnSpPr>
          <p:spPr>
            <a:xfrm>
              <a:off x="4655949" y="3446279"/>
              <a:ext cx="762000"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4" name="直線コネクタ 23">
              <a:extLst>
                <a:ext uri="{FF2B5EF4-FFF2-40B4-BE49-F238E27FC236}">
                  <a16:creationId xmlns:a16="http://schemas.microsoft.com/office/drawing/2014/main" id="{710659F5-1551-5FBC-C217-6CF6A457AC10}"/>
                </a:ext>
              </a:extLst>
            </p:cNvPr>
            <p:cNvCxnSpPr/>
            <p:nvPr/>
          </p:nvCxnSpPr>
          <p:spPr>
            <a:xfrm>
              <a:off x="6212606" y="3446279"/>
              <a:ext cx="762000"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grpSp>
      <p:sp>
        <p:nvSpPr>
          <p:cNvPr id="25" name="テキスト ボックス 24">
            <a:extLst>
              <a:ext uri="{FF2B5EF4-FFF2-40B4-BE49-F238E27FC236}">
                <a16:creationId xmlns:a16="http://schemas.microsoft.com/office/drawing/2014/main" id="{15D2FDA9-E199-37A6-DD9B-6E04557EC3BC}"/>
              </a:ext>
            </a:extLst>
          </p:cNvPr>
          <p:cNvSpPr txBox="1"/>
          <p:nvPr/>
        </p:nvSpPr>
        <p:spPr>
          <a:xfrm>
            <a:off x="3797868" y="3957361"/>
            <a:ext cx="5845621" cy="369332"/>
          </a:xfrm>
          <a:prstGeom prst="rect">
            <a:avLst/>
          </a:prstGeom>
          <a:noFill/>
        </p:spPr>
        <p:txBody>
          <a:bodyPr wrap="square" rtlCol="0">
            <a:spAutoFit/>
          </a:bodyPr>
          <a:lstStyle/>
          <a:p>
            <a:r>
              <a:rPr kumimoji="1" lang="ja-JP" altLang="en-US" b="1" dirty="0"/>
              <a:t>入学年度　学生番号　   氏名　        クラス    在学中</a:t>
            </a:r>
          </a:p>
        </p:txBody>
      </p:sp>
      <p:sp>
        <p:nvSpPr>
          <p:cNvPr id="26" name="テキスト ボックス 25">
            <a:extLst>
              <a:ext uri="{FF2B5EF4-FFF2-40B4-BE49-F238E27FC236}">
                <a16:creationId xmlns:a16="http://schemas.microsoft.com/office/drawing/2014/main" id="{8FFCD253-9FED-7700-46C1-FA1AA3730EAE}"/>
              </a:ext>
            </a:extLst>
          </p:cNvPr>
          <p:cNvSpPr txBox="1"/>
          <p:nvPr/>
        </p:nvSpPr>
        <p:spPr>
          <a:xfrm>
            <a:off x="3798697" y="4411322"/>
            <a:ext cx="5579345" cy="369332"/>
          </a:xfrm>
          <a:prstGeom prst="rect">
            <a:avLst/>
          </a:prstGeom>
          <a:noFill/>
        </p:spPr>
        <p:txBody>
          <a:bodyPr wrap="square" rtlCol="0">
            <a:spAutoFit/>
          </a:bodyPr>
          <a:lstStyle/>
          <a:p>
            <a:r>
              <a:rPr lang="en-US" altLang="ja-JP" b="1" dirty="0"/>
              <a:t>  2023        2377001</a:t>
            </a:r>
            <a:r>
              <a:rPr lang="ja-JP" altLang="en-US" b="1" dirty="0"/>
              <a:t>      大原太郎     </a:t>
            </a:r>
            <a:r>
              <a:rPr lang="en-US" altLang="ja-JP" b="1" dirty="0"/>
              <a:t>203       </a:t>
            </a:r>
            <a:r>
              <a:rPr lang="ja-JP" altLang="en-US" b="1" dirty="0"/>
              <a:t>    〇        </a:t>
            </a:r>
            <a:endParaRPr kumimoji="1" lang="ja-JP" altLang="en-US" b="1" dirty="0"/>
          </a:p>
        </p:txBody>
      </p:sp>
      <p:sp>
        <p:nvSpPr>
          <p:cNvPr id="27" name="テキスト ボックス 26">
            <a:extLst>
              <a:ext uri="{FF2B5EF4-FFF2-40B4-BE49-F238E27FC236}">
                <a16:creationId xmlns:a16="http://schemas.microsoft.com/office/drawing/2014/main" id="{F198EF44-424A-F022-5A1F-F8BB83852170}"/>
              </a:ext>
            </a:extLst>
          </p:cNvPr>
          <p:cNvSpPr txBox="1"/>
          <p:nvPr/>
        </p:nvSpPr>
        <p:spPr>
          <a:xfrm>
            <a:off x="3798697" y="4865283"/>
            <a:ext cx="5579345" cy="369332"/>
          </a:xfrm>
          <a:prstGeom prst="rect">
            <a:avLst/>
          </a:prstGeom>
          <a:noFill/>
        </p:spPr>
        <p:txBody>
          <a:bodyPr wrap="square" rtlCol="0">
            <a:spAutoFit/>
          </a:bodyPr>
          <a:lstStyle/>
          <a:p>
            <a:r>
              <a:rPr lang="en-US" altLang="ja-JP" b="1" dirty="0"/>
              <a:t>  2023        2377002</a:t>
            </a:r>
            <a:r>
              <a:rPr lang="ja-JP" altLang="en-US" b="1" dirty="0"/>
              <a:t>      大原次郎     </a:t>
            </a:r>
            <a:r>
              <a:rPr lang="en-US" altLang="ja-JP" b="1" dirty="0"/>
              <a:t>203       </a:t>
            </a:r>
            <a:r>
              <a:rPr lang="ja-JP" altLang="en-US" b="1" dirty="0"/>
              <a:t>    〇        </a:t>
            </a:r>
            <a:endParaRPr kumimoji="1" lang="ja-JP" altLang="en-US" b="1" dirty="0"/>
          </a:p>
        </p:txBody>
      </p:sp>
      <p:sp>
        <p:nvSpPr>
          <p:cNvPr id="28" name="テキスト ボックス 27">
            <a:extLst>
              <a:ext uri="{FF2B5EF4-FFF2-40B4-BE49-F238E27FC236}">
                <a16:creationId xmlns:a16="http://schemas.microsoft.com/office/drawing/2014/main" id="{BF00ECA2-B389-72CA-33E4-8AC209D5F017}"/>
              </a:ext>
            </a:extLst>
          </p:cNvPr>
          <p:cNvSpPr txBox="1"/>
          <p:nvPr/>
        </p:nvSpPr>
        <p:spPr>
          <a:xfrm>
            <a:off x="3798696" y="5319244"/>
            <a:ext cx="5579345" cy="369332"/>
          </a:xfrm>
          <a:prstGeom prst="rect">
            <a:avLst/>
          </a:prstGeom>
          <a:noFill/>
        </p:spPr>
        <p:txBody>
          <a:bodyPr wrap="square" rtlCol="0">
            <a:spAutoFit/>
          </a:bodyPr>
          <a:lstStyle/>
          <a:p>
            <a:r>
              <a:rPr lang="en-US" altLang="ja-JP" b="1" dirty="0"/>
              <a:t>  2023        2377003</a:t>
            </a:r>
            <a:r>
              <a:rPr lang="ja-JP" altLang="en-US" b="1" dirty="0"/>
              <a:t>      大原三郎     </a:t>
            </a:r>
            <a:r>
              <a:rPr lang="en-US" altLang="ja-JP" b="1" dirty="0"/>
              <a:t>203       </a:t>
            </a:r>
            <a:r>
              <a:rPr lang="ja-JP" altLang="en-US" b="1" dirty="0"/>
              <a:t>    〇        </a:t>
            </a:r>
            <a:endParaRPr kumimoji="1" lang="ja-JP" altLang="en-US" b="1" dirty="0"/>
          </a:p>
        </p:txBody>
      </p:sp>
      <p:cxnSp>
        <p:nvCxnSpPr>
          <p:cNvPr id="29" name="直線コネクタ 28">
            <a:extLst>
              <a:ext uri="{FF2B5EF4-FFF2-40B4-BE49-F238E27FC236}">
                <a16:creationId xmlns:a16="http://schemas.microsoft.com/office/drawing/2014/main" id="{0C123651-5F2A-07A9-5574-917289217F6B}"/>
              </a:ext>
            </a:extLst>
          </p:cNvPr>
          <p:cNvCxnSpPr/>
          <p:nvPr/>
        </p:nvCxnSpPr>
        <p:spPr>
          <a:xfrm>
            <a:off x="3611863" y="4370236"/>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0C2B597C-A81B-CE21-0250-731500DAA791}"/>
              </a:ext>
            </a:extLst>
          </p:cNvPr>
          <p:cNvCxnSpPr/>
          <p:nvPr/>
        </p:nvCxnSpPr>
        <p:spPr>
          <a:xfrm>
            <a:off x="3611862" y="4831843"/>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49851FB1-D1D4-19AC-57D1-4EDBD25D1AF7}"/>
              </a:ext>
            </a:extLst>
          </p:cNvPr>
          <p:cNvCxnSpPr/>
          <p:nvPr/>
        </p:nvCxnSpPr>
        <p:spPr>
          <a:xfrm>
            <a:off x="3611861" y="5264033"/>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E42D749D-CB85-3528-8466-A8CC2ED0E6FB}"/>
              </a:ext>
            </a:extLst>
          </p:cNvPr>
          <p:cNvCxnSpPr/>
          <p:nvPr/>
        </p:nvCxnSpPr>
        <p:spPr>
          <a:xfrm>
            <a:off x="3611861" y="5689375"/>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33" name="テキスト ボックス 32">
            <a:extLst>
              <a:ext uri="{FF2B5EF4-FFF2-40B4-BE49-F238E27FC236}">
                <a16:creationId xmlns:a16="http://schemas.microsoft.com/office/drawing/2014/main" id="{C309DAC9-447E-E753-E2F4-E5D325252C56}"/>
              </a:ext>
            </a:extLst>
          </p:cNvPr>
          <p:cNvSpPr txBox="1"/>
          <p:nvPr/>
        </p:nvSpPr>
        <p:spPr>
          <a:xfrm>
            <a:off x="9190788" y="4431215"/>
            <a:ext cx="1512477" cy="338554"/>
          </a:xfrm>
          <a:prstGeom prst="rect">
            <a:avLst/>
          </a:prstGeom>
          <a:noFill/>
        </p:spPr>
        <p:txBody>
          <a:bodyPr wrap="square" rtlCol="0">
            <a:spAutoFit/>
          </a:bodyPr>
          <a:lstStyle/>
          <a:p>
            <a:r>
              <a:rPr kumimoji="1" lang="ja-JP" altLang="en-US" sz="1600" b="1" u="sng" dirty="0">
                <a:solidFill>
                  <a:srgbClr val="4B83DD"/>
                </a:solidFill>
              </a:rPr>
              <a:t>変更</a:t>
            </a:r>
            <a:r>
              <a:rPr kumimoji="1" lang="ja-JP" altLang="en-US" sz="1600" dirty="0">
                <a:solidFill>
                  <a:srgbClr val="4B83DD"/>
                </a:solidFill>
              </a:rPr>
              <a:t>　　</a:t>
            </a:r>
            <a:r>
              <a:rPr kumimoji="1" lang="ja-JP" altLang="en-US" sz="1600" b="1" u="sng" dirty="0">
                <a:solidFill>
                  <a:srgbClr val="4B83DD"/>
                </a:solidFill>
              </a:rPr>
              <a:t>削除</a:t>
            </a:r>
          </a:p>
        </p:txBody>
      </p:sp>
      <p:sp>
        <p:nvSpPr>
          <p:cNvPr id="34" name="テキスト ボックス 33">
            <a:extLst>
              <a:ext uri="{FF2B5EF4-FFF2-40B4-BE49-F238E27FC236}">
                <a16:creationId xmlns:a16="http://schemas.microsoft.com/office/drawing/2014/main" id="{8CA46119-F6BB-BD14-7BCA-43D732E719A4}"/>
              </a:ext>
            </a:extLst>
          </p:cNvPr>
          <p:cNvSpPr txBox="1"/>
          <p:nvPr/>
        </p:nvSpPr>
        <p:spPr>
          <a:xfrm>
            <a:off x="9209630" y="4897887"/>
            <a:ext cx="1512477" cy="338554"/>
          </a:xfrm>
          <a:prstGeom prst="rect">
            <a:avLst/>
          </a:prstGeom>
          <a:noFill/>
        </p:spPr>
        <p:txBody>
          <a:bodyPr wrap="square" rtlCol="0">
            <a:spAutoFit/>
          </a:bodyPr>
          <a:lstStyle/>
          <a:p>
            <a:r>
              <a:rPr kumimoji="1" lang="ja-JP" altLang="en-US" sz="1600" b="1" u="sng" dirty="0">
                <a:solidFill>
                  <a:srgbClr val="4B83DD"/>
                </a:solidFill>
              </a:rPr>
              <a:t>変更</a:t>
            </a:r>
            <a:r>
              <a:rPr kumimoji="1" lang="ja-JP" altLang="en-US" sz="1600" dirty="0">
                <a:solidFill>
                  <a:srgbClr val="4B83DD"/>
                </a:solidFill>
              </a:rPr>
              <a:t>　　</a:t>
            </a:r>
            <a:r>
              <a:rPr kumimoji="1" lang="ja-JP" altLang="en-US" sz="1600" b="1" u="sng" dirty="0">
                <a:solidFill>
                  <a:srgbClr val="4B83DD"/>
                </a:solidFill>
              </a:rPr>
              <a:t>削除</a:t>
            </a:r>
          </a:p>
        </p:txBody>
      </p:sp>
      <p:sp>
        <p:nvSpPr>
          <p:cNvPr id="35" name="テキスト ボックス 34">
            <a:extLst>
              <a:ext uri="{FF2B5EF4-FFF2-40B4-BE49-F238E27FC236}">
                <a16:creationId xmlns:a16="http://schemas.microsoft.com/office/drawing/2014/main" id="{8CFCFEA0-B468-ABF9-4907-F3E94F916C22}"/>
              </a:ext>
            </a:extLst>
          </p:cNvPr>
          <p:cNvSpPr txBox="1"/>
          <p:nvPr/>
        </p:nvSpPr>
        <p:spPr>
          <a:xfrm>
            <a:off x="9209630" y="5322815"/>
            <a:ext cx="1512477" cy="338554"/>
          </a:xfrm>
          <a:prstGeom prst="rect">
            <a:avLst/>
          </a:prstGeom>
          <a:noFill/>
        </p:spPr>
        <p:txBody>
          <a:bodyPr wrap="square" rtlCol="0">
            <a:spAutoFit/>
          </a:bodyPr>
          <a:lstStyle/>
          <a:p>
            <a:r>
              <a:rPr kumimoji="1" lang="ja-JP" altLang="en-US" sz="1600" b="1" u="sng" dirty="0">
                <a:solidFill>
                  <a:srgbClr val="4B83DD"/>
                </a:solidFill>
              </a:rPr>
              <a:t>変更</a:t>
            </a:r>
            <a:r>
              <a:rPr kumimoji="1" lang="ja-JP" altLang="en-US" sz="1600" dirty="0">
                <a:solidFill>
                  <a:srgbClr val="4B83DD"/>
                </a:solidFill>
              </a:rPr>
              <a:t>　　</a:t>
            </a:r>
            <a:r>
              <a:rPr kumimoji="1" lang="ja-JP" altLang="en-US" sz="1600" b="1" u="sng" dirty="0">
                <a:solidFill>
                  <a:srgbClr val="4B83DD"/>
                </a:solidFill>
              </a:rPr>
              <a:t>削除</a:t>
            </a:r>
          </a:p>
        </p:txBody>
      </p:sp>
      <p:sp>
        <p:nvSpPr>
          <p:cNvPr id="36" name="矢印: 上 35">
            <a:extLst>
              <a:ext uri="{FF2B5EF4-FFF2-40B4-BE49-F238E27FC236}">
                <a16:creationId xmlns:a16="http://schemas.microsoft.com/office/drawing/2014/main" id="{E142CF70-61C4-4418-FEC3-5AD64487D27D}"/>
              </a:ext>
            </a:extLst>
          </p:cNvPr>
          <p:cNvSpPr/>
          <p:nvPr/>
        </p:nvSpPr>
        <p:spPr>
          <a:xfrm rot="20889810">
            <a:off x="9156730" y="2300059"/>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F32A3429-4462-0A71-5D4A-508BA48816FE}"/>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Tree>
    <p:extLst>
      <p:ext uri="{BB962C8B-B14F-4D97-AF65-F5344CB8AC3E}">
        <p14:creationId xmlns:p14="http://schemas.microsoft.com/office/powerpoint/2010/main" val="6805615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36"/>
                                        </p:tgtEl>
                                      </p:cBhvr>
                                    </p:animEffect>
                                    <p:animScale>
                                      <p:cBhvr>
                                        <p:cTn id="13" dur="400" autoRev="1" fill="hold"/>
                                        <p:tgtEl>
                                          <p:spTgt spid="3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a:extLst>
              <a:ext uri="{FF2B5EF4-FFF2-40B4-BE49-F238E27FC236}">
                <a16:creationId xmlns:a16="http://schemas.microsoft.com/office/drawing/2014/main" id="{88AD1C20-FAB3-2596-2F7B-79075E64449C}"/>
              </a:ext>
            </a:extLst>
          </p:cNvPr>
          <p:cNvGrpSpPr/>
          <p:nvPr/>
        </p:nvGrpSpPr>
        <p:grpSpPr>
          <a:xfrm>
            <a:off x="914397" y="377594"/>
            <a:ext cx="9775371" cy="742070"/>
            <a:chOff x="914397" y="377594"/>
            <a:chExt cx="9775371" cy="742070"/>
          </a:xfrm>
        </p:grpSpPr>
        <p:sp>
          <p:nvSpPr>
            <p:cNvPr id="3" name="正方形/長方形 2">
              <a:extLst>
                <a:ext uri="{FF2B5EF4-FFF2-40B4-BE49-F238E27FC236}">
                  <a16:creationId xmlns:a16="http://schemas.microsoft.com/office/drawing/2014/main" id="{71478D73-926F-0074-E70F-401FFC65798D}"/>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BF9A2F8-88A1-5D1C-20B0-313770AA5E42}"/>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5" name="テキスト ボックス 4">
              <a:extLst>
                <a:ext uri="{FF2B5EF4-FFF2-40B4-BE49-F238E27FC236}">
                  <a16:creationId xmlns:a16="http://schemas.microsoft.com/office/drawing/2014/main" id="{3B463186-A428-3363-97F5-B1319F993982}"/>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6" name="テキスト ボックス 5">
              <a:extLst>
                <a:ext uri="{FF2B5EF4-FFF2-40B4-BE49-F238E27FC236}">
                  <a16:creationId xmlns:a16="http://schemas.microsoft.com/office/drawing/2014/main" id="{CE8F4188-0AAF-0E74-AC96-823CE4E913CF}"/>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cxnSp>
        <p:nvCxnSpPr>
          <p:cNvPr id="8" name="直線コネクタ 7">
            <a:extLst>
              <a:ext uri="{FF2B5EF4-FFF2-40B4-BE49-F238E27FC236}">
                <a16:creationId xmlns:a16="http://schemas.microsoft.com/office/drawing/2014/main" id="{9C5E5CD3-93B2-CD87-D149-32BB3FE933C4}"/>
              </a:ext>
            </a:extLst>
          </p:cNvPr>
          <p:cNvCxnSpPr>
            <a:cxnSpLocks/>
          </p:cNvCxnSpPr>
          <p:nvPr/>
        </p:nvCxnSpPr>
        <p:spPr>
          <a:xfrm>
            <a:off x="3167743" y="1328057"/>
            <a:ext cx="0" cy="4844143"/>
          </a:xfrm>
          <a:prstGeom prst="line">
            <a:avLst/>
          </a:prstGeom>
        </p:spPr>
        <p:style>
          <a:lnRef idx="1">
            <a:schemeClr val="dk1"/>
          </a:lnRef>
          <a:fillRef idx="0">
            <a:schemeClr val="dk1"/>
          </a:fillRef>
          <a:effectRef idx="0">
            <a:schemeClr val="dk1"/>
          </a:effectRef>
          <a:fontRef idx="minor">
            <a:schemeClr val="tx1"/>
          </a:fontRef>
        </p:style>
      </p:cxnSp>
      <p:grpSp>
        <p:nvGrpSpPr>
          <p:cNvPr id="9" name="グループ化 8">
            <a:extLst>
              <a:ext uri="{FF2B5EF4-FFF2-40B4-BE49-F238E27FC236}">
                <a16:creationId xmlns:a16="http://schemas.microsoft.com/office/drawing/2014/main" id="{15FC865A-A911-12F3-C3FE-FD2DD4746539}"/>
              </a:ext>
            </a:extLst>
          </p:cNvPr>
          <p:cNvGrpSpPr/>
          <p:nvPr/>
        </p:nvGrpSpPr>
        <p:grpSpPr>
          <a:xfrm>
            <a:off x="3738371" y="1431184"/>
            <a:ext cx="7000755" cy="555171"/>
            <a:chOff x="4207329" y="1666025"/>
            <a:chExt cx="6117768" cy="555171"/>
          </a:xfrm>
        </p:grpSpPr>
        <p:sp>
          <p:nvSpPr>
            <p:cNvPr id="10" name="正方形/長方形 9">
              <a:extLst>
                <a:ext uri="{FF2B5EF4-FFF2-40B4-BE49-F238E27FC236}">
                  <a16:creationId xmlns:a16="http://schemas.microsoft.com/office/drawing/2014/main" id="{77750612-4D48-3756-331B-0629343A709C}"/>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BCE6FA3B-CF16-38B8-1D6B-441933FBC7D6}"/>
                </a:ext>
              </a:extLst>
            </p:cNvPr>
            <p:cNvSpPr txBox="1"/>
            <p:nvPr/>
          </p:nvSpPr>
          <p:spPr>
            <a:xfrm>
              <a:off x="4343399" y="1690076"/>
              <a:ext cx="4223658" cy="461665"/>
            </a:xfrm>
            <a:prstGeom prst="rect">
              <a:avLst/>
            </a:prstGeom>
            <a:noFill/>
            <a:ln>
              <a:noFill/>
            </a:ln>
          </p:spPr>
          <p:txBody>
            <a:bodyPr wrap="square" rtlCol="0">
              <a:spAutoFit/>
            </a:bodyPr>
            <a:lstStyle/>
            <a:p>
              <a:r>
                <a:rPr kumimoji="1" lang="ja-JP" altLang="en-US" sz="2400" b="1" dirty="0"/>
                <a:t>学生情報登録</a:t>
              </a:r>
            </a:p>
          </p:txBody>
        </p:sp>
      </p:grpSp>
      <p:sp>
        <p:nvSpPr>
          <p:cNvPr id="12" name="四角形: 角を丸くする 11">
            <a:extLst>
              <a:ext uri="{FF2B5EF4-FFF2-40B4-BE49-F238E27FC236}">
                <a16:creationId xmlns:a16="http://schemas.microsoft.com/office/drawing/2014/main" id="{EDC150A1-C3B9-91F0-7057-2E0B9009FCF5}"/>
              </a:ext>
            </a:extLst>
          </p:cNvPr>
          <p:cNvSpPr/>
          <p:nvPr/>
        </p:nvSpPr>
        <p:spPr>
          <a:xfrm>
            <a:off x="3859219" y="2551296"/>
            <a:ext cx="6759053" cy="3810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16BE3728-A794-B2AF-3F67-67498E0A5034}"/>
              </a:ext>
            </a:extLst>
          </p:cNvPr>
          <p:cNvSpPr/>
          <p:nvPr/>
        </p:nvSpPr>
        <p:spPr>
          <a:xfrm>
            <a:off x="3882457" y="3306737"/>
            <a:ext cx="6735815" cy="3810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0C663C5B-3B8F-5331-647E-40057DB75D01}"/>
              </a:ext>
            </a:extLst>
          </p:cNvPr>
          <p:cNvSpPr/>
          <p:nvPr/>
        </p:nvSpPr>
        <p:spPr>
          <a:xfrm>
            <a:off x="3894080" y="4062178"/>
            <a:ext cx="6735815" cy="3810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95C8B52A-90D2-DCE3-B77B-70B43B1E89B4}"/>
              </a:ext>
            </a:extLst>
          </p:cNvPr>
          <p:cNvSpPr/>
          <p:nvPr/>
        </p:nvSpPr>
        <p:spPr>
          <a:xfrm>
            <a:off x="3894080" y="4817619"/>
            <a:ext cx="6735815" cy="3810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89388102-A828-AAB9-17FB-3BC86D203BC2}"/>
              </a:ext>
            </a:extLst>
          </p:cNvPr>
          <p:cNvSpPr/>
          <p:nvPr/>
        </p:nvSpPr>
        <p:spPr>
          <a:xfrm>
            <a:off x="3894080" y="5573060"/>
            <a:ext cx="1556655" cy="500743"/>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6AFD32A5-FFAA-D0DB-246F-5E5F57C11DFD}"/>
              </a:ext>
            </a:extLst>
          </p:cNvPr>
          <p:cNvSpPr txBox="1"/>
          <p:nvPr/>
        </p:nvSpPr>
        <p:spPr>
          <a:xfrm>
            <a:off x="3934615" y="5654154"/>
            <a:ext cx="1632863" cy="338554"/>
          </a:xfrm>
          <a:prstGeom prst="rect">
            <a:avLst/>
          </a:prstGeom>
          <a:noFill/>
        </p:spPr>
        <p:txBody>
          <a:bodyPr wrap="square" rtlCol="0">
            <a:spAutoFit/>
          </a:bodyPr>
          <a:lstStyle/>
          <a:p>
            <a:r>
              <a:rPr kumimoji="1" lang="ja-JP" altLang="en-US" sz="1600" b="1" dirty="0">
                <a:solidFill>
                  <a:schemeClr val="bg1"/>
                </a:solidFill>
              </a:rPr>
              <a:t>登録して終了</a:t>
            </a:r>
          </a:p>
        </p:txBody>
      </p:sp>
      <p:sp>
        <p:nvSpPr>
          <p:cNvPr id="18" name="テキスト ボックス 17">
            <a:extLst>
              <a:ext uri="{FF2B5EF4-FFF2-40B4-BE49-F238E27FC236}">
                <a16:creationId xmlns:a16="http://schemas.microsoft.com/office/drawing/2014/main" id="{4BA9DFEB-C6B4-1E5E-CB55-41CE240F9677}"/>
              </a:ext>
            </a:extLst>
          </p:cNvPr>
          <p:cNvSpPr txBox="1"/>
          <p:nvPr/>
        </p:nvSpPr>
        <p:spPr>
          <a:xfrm>
            <a:off x="3928433" y="2132766"/>
            <a:ext cx="1137555" cy="369332"/>
          </a:xfrm>
          <a:prstGeom prst="rect">
            <a:avLst/>
          </a:prstGeom>
          <a:noFill/>
        </p:spPr>
        <p:txBody>
          <a:bodyPr wrap="square" rtlCol="0">
            <a:spAutoFit/>
          </a:bodyPr>
          <a:lstStyle/>
          <a:p>
            <a:r>
              <a:rPr kumimoji="1" lang="ja-JP" altLang="en-US" dirty="0"/>
              <a:t>入学年度</a:t>
            </a:r>
          </a:p>
        </p:txBody>
      </p:sp>
      <p:sp>
        <p:nvSpPr>
          <p:cNvPr id="19" name="テキスト ボックス 18">
            <a:extLst>
              <a:ext uri="{FF2B5EF4-FFF2-40B4-BE49-F238E27FC236}">
                <a16:creationId xmlns:a16="http://schemas.microsoft.com/office/drawing/2014/main" id="{99D7C40B-AD77-B96F-6BE8-91BF0EBA4BE7}"/>
              </a:ext>
            </a:extLst>
          </p:cNvPr>
          <p:cNvSpPr txBox="1"/>
          <p:nvPr/>
        </p:nvSpPr>
        <p:spPr>
          <a:xfrm>
            <a:off x="3928434" y="2937405"/>
            <a:ext cx="1137555" cy="369332"/>
          </a:xfrm>
          <a:prstGeom prst="rect">
            <a:avLst/>
          </a:prstGeom>
          <a:noFill/>
        </p:spPr>
        <p:txBody>
          <a:bodyPr wrap="square" rtlCol="0">
            <a:spAutoFit/>
          </a:bodyPr>
          <a:lstStyle/>
          <a:p>
            <a:r>
              <a:rPr lang="ja-JP" altLang="en-US" dirty="0"/>
              <a:t>学生番号</a:t>
            </a:r>
            <a:endParaRPr kumimoji="1" lang="ja-JP" altLang="en-US" dirty="0"/>
          </a:p>
        </p:txBody>
      </p:sp>
      <p:sp>
        <p:nvSpPr>
          <p:cNvPr id="20" name="テキスト ボックス 19">
            <a:extLst>
              <a:ext uri="{FF2B5EF4-FFF2-40B4-BE49-F238E27FC236}">
                <a16:creationId xmlns:a16="http://schemas.microsoft.com/office/drawing/2014/main" id="{423E3431-17FD-206F-EA91-3C3BAA835BD7}"/>
              </a:ext>
            </a:extLst>
          </p:cNvPr>
          <p:cNvSpPr txBox="1"/>
          <p:nvPr/>
        </p:nvSpPr>
        <p:spPr>
          <a:xfrm>
            <a:off x="3928435" y="3698020"/>
            <a:ext cx="1137555" cy="369332"/>
          </a:xfrm>
          <a:prstGeom prst="rect">
            <a:avLst/>
          </a:prstGeom>
          <a:noFill/>
        </p:spPr>
        <p:txBody>
          <a:bodyPr wrap="square" rtlCol="0">
            <a:spAutoFit/>
          </a:bodyPr>
          <a:lstStyle/>
          <a:p>
            <a:r>
              <a:rPr lang="ja-JP" altLang="en-US" dirty="0"/>
              <a:t>氏名</a:t>
            </a:r>
            <a:endParaRPr kumimoji="1" lang="ja-JP" altLang="en-US" dirty="0"/>
          </a:p>
        </p:txBody>
      </p:sp>
      <p:sp>
        <p:nvSpPr>
          <p:cNvPr id="21" name="テキスト ボックス 20">
            <a:extLst>
              <a:ext uri="{FF2B5EF4-FFF2-40B4-BE49-F238E27FC236}">
                <a16:creationId xmlns:a16="http://schemas.microsoft.com/office/drawing/2014/main" id="{A5CAEB7D-C059-ABBC-3553-9FB019FD5B74}"/>
              </a:ext>
            </a:extLst>
          </p:cNvPr>
          <p:cNvSpPr txBox="1"/>
          <p:nvPr/>
        </p:nvSpPr>
        <p:spPr>
          <a:xfrm>
            <a:off x="3895778" y="4453461"/>
            <a:ext cx="1137555" cy="369332"/>
          </a:xfrm>
          <a:prstGeom prst="rect">
            <a:avLst/>
          </a:prstGeom>
          <a:noFill/>
        </p:spPr>
        <p:txBody>
          <a:bodyPr wrap="square" rtlCol="0">
            <a:spAutoFit/>
          </a:bodyPr>
          <a:lstStyle/>
          <a:p>
            <a:r>
              <a:rPr lang="ja-JP" altLang="en-US" dirty="0"/>
              <a:t>クラス</a:t>
            </a:r>
            <a:endParaRPr kumimoji="1" lang="ja-JP" altLang="en-US" dirty="0"/>
          </a:p>
        </p:txBody>
      </p:sp>
      <p:sp>
        <p:nvSpPr>
          <p:cNvPr id="26" name="テキスト ボックス 25">
            <a:extLst>
              <a:ext uri="{FF2B5EF4-FFF2-40B4-BE49-F238E27FC236}">
                <a16:creationId xmlns:a16="http://schemas.microsoft.com/office/drawing/2014/main" id="{9D815961-E8D0-EC6E-C5F7-487E3226E4FF}"/>
              </a:ext>
            </a:extLst>
          </p:cNvPr>
          <p:cNvSpPr txBox="1"/>
          <p:nvPr/>
        </p:nvSpPr>
        <p:spPr>
          <a:xfrm>
            <a:off x="3885301" y="2568073"/>
            <a:ext cx="3243939" cy="369332"/>
          </a:xfrm>
          <a:prstGeom prst="rect">
            <a:avLst/>
          </a:prstGeom>
          <a:noFill/>
        </p:spPr>
        <p:txBody>
          <a:bodyPr wrap="square" rtlCol="0">
            <a:spAutoFit/>
          </a:bodyPr>
          <a:lstStyle/>
          <a:p>
            <a:r>
              <a:rPr kumimoji="1" lang="en-US" altLang="ja-JP" dirty="0"/>
              <a:t>202</a:t>
            </a:r>
            <a:r>
              <a:rPr lang="en-US" altLang="ja-JP" dirty="0"/>
              <a:t>4</a:t>
            </a:r>
            <a:endParaRPr kumimoji="1" lang="ja-JP" altLang="en-US" dirty="0"/>
          </a:p>
        </p:txBody>
      </p:sp>
      <p:sp>
        <p:nvSpPr>
          <p:cNvPr id="27" name="テキスト ボックス 26">
            <a:extLst>
              <a:ext uri="{FF2B5EF4-FFF2-40B4-BE49-F238E27FC236}">
                <a16:creationId xmlns:a16="http://schemas.microsoft.com/office/drawing/2014/main" id="{3824B313-A7B2-13A2-D1DC-D0FF375A82B4}"/>
              </a:ext>
            </a:extLst>
          </p:cNvPr>
          <p:cNvSpPr txBox="1"/>
          <p:nvPr/>
        </p:nvSpPr>
        <p:spPr>
          <a:xfrm>
            <a:off x="3928431" y="3319485"/>
            <a:ext cx="3243939" cy="369332"/>
          </a:xfrm>
          <a:prstGeom prst="rect">
            <a:avLst/>
          </a:prstGeom>
          <a:noFill/>
        </p:spPr>
        <p:txBody>
          <a:bodyPr wrap="square" rtlCol="0">
            <a:spAutoFit/>
          </a:bodyPr>
          <a:lstStyle/>
          <a:p>
            <a:r>
              <a:rPr lang="en-US" altLang="ja-JP" dirty="0"/>
              <a:t>2477004</a:t>
            </a:r>
            <a:endParaRPr kumimoji="1" lang="ja-JP" altLang="en-US" dirty="0"/>
          </a:p>
        </p:txBody>
      </p:sp>
      <p:sp>
        <p:nvSpPr>
          <p:cNvPr id="28" name="テキスト ボックス 27">
            <a:extLst>
              <a:ext uri="{FF2B5EF4-FFF2-40B4-BE49-F238E27FC236}">
                <a16:creationId xmlns:a16="http://schemas.microsoft.com/office/drawing/2014/main" id="{EB4AC759-BE90-6DB9-5EFC-946BE1783821}"/>
              </a:ext>
            </a:extLst>
          </p:cNvPr>
          <p:cNvSpPr txBox="1"/>
          <p:nvPr/>
        </p:nvSpPr>
        <p:spPr>
          <a:xfrm>
            <a:off x="3936405" y="4065857"/>
            <a:ext cx="3243939" cy="369332"/>
          </a:xfrm>
          <a:prstGeom prst="rect">
            <a:avLst/>
          </a:prstGeom>
          <a:noFill/>
        </p:spPr>
        <p:txBody>
          <a:bodyPr wrap="square" rtlCol="0">
            <a:spAutoFit/>
          </a:bodyPr>
          <a:lstStyle/>
          <a:p>
            <a:r>
              <a:rPr lang="ja-JP" altLang="en-US" dirty="0"/>
              <a:t>大原花子</a:t>
            </a:r>
            <a:endParaRPr kumimoji="1" lang="ja-JP" altLang="en-US" dirty="0"/>
          </a:p>
        </p:txBody>
      </p:sp>
      <p:sp>
        <p:nvSpPr>
          <p:cNvPr id="29" name="テキスト ボックス 28">
            <a:extLst>
              <a:ext uri="{FF2B5EF4-FFF2-40B4-BE49-F238E27FC236}">
                <a16:creationId xmlns:a16="http://schemas.microsoft.com/office/drawing/2014/main" id="{308A7028-2CA4-DB67-F98D-FA9EC3B9FF34}"/>
              </a:ext>
            </a:extLst>
          </p:cNvPr>
          <p:cNvSpPr txBox="1"/>
          <p:nvPr/>
        </p:nvSpPr>
        <p:spPr>
          <a:xfrm>
            <a:off x="3965159" y="4835812"/>
            <a:ext cx="3243939" cy="369332"/>
          </a:xfrm>
          <a:prstGeom prst="rect">
            <a:avLst/>
          </a:prstGeom>
          <a:noFill/>
        </p:spPr>
        <p:txBody>
          <a:bodyPr wrap="square" rtlCol="0">
            <a:spAutoFit/>
          </a:bodyPr>
          <a:lstStyle/>
          <a:p>
            <a:r>
              <a:rPr lang="en-US" altLang="ja-JP" dirty="0"/>
              <a:t>103</a:t>
            </a:r>
            <a:endParaRPr kumimoji="1" lang="ja-JP" altLang="en-US" dirty="0"/>
          </a:p>
        </p:txBody>
      </p:sp>
      <p:sp>
        <p:nvSpPr>
          <p:cNvPr id="30" name="テキスト ボックス 29">
            <a:extLst>
              <a:ext uri="{FF2B5EF4-FFF2-40B4-BE49-F238E27FC236}">
                <a16:creationId xmlns:a16="http://schemas.microsoft.com/office/drawing/2014/main" id="{8A6C5081-67FE-5C14-F348-5FDE65F6D57C}"/>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Tree>
    <p:extLst>
      <p:ext uri="{BB962C8B-B14F-4D97-AF65-F5344CB8AC3E}">
        <p14:creationId xmlns:p14="http://schemas.microsoft.com/office/powerpoint/2010/main" val="387479690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40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par>
                          <p:cTn id="8" fill="hold">
                            <p:stCondLst>
                              <p:cond delay="900"/>
                            </p:stCondLst>
                            <p:childTnLst>
                              <p:par>
                                <p:cTn id="9" presetID="16" presetClass="entr" presetSubtype="21"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barn(inVertical)">
                                      <p:cBhvr>
                                        <p:cTn id="11" dur="500"/>
                                        <p:tgtEl>
                                          <p:spTgt spid="27"/>
                                        </p:tgtEl>
                                      </p:cBhvr>
                                    </p:animEffect>
                                  </p:childTnLst>
                                </p:cTn>
                              </p:par>
                            </p:childTnLst>
                          </p:cTn>
                        </p:par>
                        <p:par>
                          <p:cTn id="12" fill="hold">
                            <p:stCondLst>
                              <p:cond delay="1400"/>
                            </p:stCondLst>
                            <p:childTnLst>
                              <p:par>
                                <p:cTn id="13" presetID="16" presetClass="entr" presetSubtype="21" fill="hold" grpId="0" nodeType="afterEffect">
                                  <p:stCondLst>
                                    <p:cond delay="400"/>
                                  </p:stCondLst>
                                  <p:childTnLst>
                                    <p:set>
                                      <p:cBhvr>
                                        <p:cTn id="14" dur="1" fill="hold">
                                          <p:stCondLst>
                                            <p:cond delay="0"/>
                                          </p:stCondLst>
                                        </p:cTn>
                                        <p:tgtEl>
                                          <p:spTgt spid="28"/>
                                        </p:tgtEl>
                                        <p:attrNameLst>
                                          <p:attrName>style.visibility</p:attrName>
                                        </p:attrNameLst>
                                      </p:cBhvr>
                                      <p:to>
                                        <p:strVal val="visible"/>
                                      </p:to>
                                    </p:set>
                                    <p:animEffect transition="in" filter="barn(inVertical)">
                                      <p:cBhvr>
                                        <p:cTn id="15" dur="500"/>
                                        <p:tgtEl>
                                          <p:spTgt spid="28"/>
                                        </p:tgtEl>
                                      </p:cBhvr>
                                    </p:animEffect>
                                  </p:childTnLst>
                                </p:cTn>
                              </p:par>
                            </p:childTnLst>
                          </p:cTn>
                        </p:par>
                        <p:par>
                          <p:cTn id="16" fill="hold">
                            <p:stCondLst>
                              <p:cond delay="2300"/>
                            </p:stCondLst>
                            <p:childTnLst>
                              <p:par>
                                <p:cTn id="17" presetID="16" presetClass="entr" presetSubtype="21" fill="hold" grpId="0" nodeType="afterEffect">
                                  <p:stCondLst>
                                    <p:cond delay="400"/>
                                  </p:stCondLst>
                                  <p:childTnLst>
                                    <p:set>
                                      <p:cBhvr>
                                        <p:cTn id="18" dur="1" fill="hold">
                                          <p:stCondLst>
                                            <p:cond delay="0"/>
                                          </p:stCondLst>
                                        </p:cTn>
                                        <p:tgtEl>
                                          <p:spTgt spid="29"/>
                                        </p:tgtEl>
                                        <p:attrNameLst>
                                          <p:attrName>style.visibility</p:attrName>
                                        </p:attrNameLst>
                                      </p:cBhvr>
                                      <p:to>
                                        <p:strVal val="visible"/>
                                      </p:to>
                                    </p:set>
                                    <p:animEffect transition="in" filter="barn(inVertical)">
                                      <p:cBhvr>
                                        <p:cTn id="19" dur="500"/>
                                        <p:tgtEl>
                                          <p:spTgt spid="29"/>
                                        </p:tgtEl>
                                      </p:cBhvr>
                                    </p:animEffect>
                                  </p:childTnLst>
                                </p:cTn>
                              </p:par>
                            </p:childTnLst>
                          </p:cTn>
                        </p:par>
                        <p:par>
                          <p:cTn id="20" fill="hold">
                            <p:stCondLst>
                              <p:cond delay="3200"/>
                            </p:stCondLst>
                            <p:childTnLst>
                              <p:par>
                                <p:cTn id="21" presetID="1" presetClass="emph" presetSubtype="2" fill="hold" nodeType="afterEffect">
                                  <p:stCondLst>
                                    <p:cond delay="0"/>
                                  </p:stCondLst>
                                  <p:childTnLst>
                                    <p:animClr clrSpc="rgb" dir="cw">
                                      <p:cBhvr>
                                        <p:cTn id="22" dur="750" fill="hold"/>
                                        <p:tgtEl>
                                          <p:spTgt spid="16"/>
                                        </p:tgtEl>
                                        <p:attrNameLst>
                                          <p:attrName>fillcolor</p:attrName>
                                        </p:attrNameLst>
                                      </p:cBhvr>
                                      <p:to>
                                        <a:srgbClr val="3A3A3A"/>
                                      </p:to>
                                    </p:animClr>
                                    <p:set>
                                      <p:cBhvr>
                                        <p:cTn id="23" dur="750" fill="hold"/>
                                        <p:tgtEl>
                                          <p:spTgt spid="16"/>
                                        </p:tgtEl>
                                        <p:attrNameLst>
                                          <p:attrName>fill.type</p:attrName>
                                        </p:attrNameLst>
                                      </p:cBhvr>
                                      <p:to>
                                        <p:strVal val="solid"/>
                                      </p:to>
                                    </p:set>
                                    <p:set>
                                      <p:cBhvr>
                                        <p:cTn id="24" dur="750" fill="hold"/>
                                        <p:tgtEl>
                                          <p:spTgt spid="1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a:extLst>
              <a:ext uri="{FF2B5EF4-FFF2-40B4-BE49-F238E27FC236}">
                <a16:creationId xmlns:a16="http://schemas.microsoft.com/office/drawing/2014/main" id="{E1543D4A-D08F-89E9-20DA-CD365D22AB1B}"/>
              </a:ext>
            </a:extLst>
          </p:cNvPr>
          <p:cNvGrpSpPr/>
          <p:nvPr/>
        </p:nvGrpSpPr>
        <p:grpSpPr>
          <a:xfrm>
            <a:off x="914397" y="377594"/>
            <a:ext cx="9775371" cy="742070"/>
            <a:chOff x="914397" y="377594"/>
            <a:chExt cx="9775371" cy="742070"/>
          </a:xfrm>
        </p:grpSpPr>
        <p:sp>
          <p:nvSpPr>
            <p:cNvPr id="3" name="正方形/長方形 2">
              <a:extLst>
                <a:ext uri="{FF2B5EF4-FFF2-40B4-BE49-F238E27FC236}">
                  <a16:creationId xmlns:a16="http://schemas.microsoft.com/office/drawing/2014/main" id="{BDEEC657-DDF4-2190-0655-C21AB86823F6}"/>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C6011828-72E6-9B14-4A95-409FF28F0E7F}"/>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5" name="テキスト ボックス 4">
              <a:extLst>
                <a:ext uri="{FF2B5EF4-FFF2-40B4-BE49-F238E27FC236}">
                  <a16:creationId xmlns:a16="http://schemas.microsoft.com/office/drawing/2014/main" id="{35115AB4-DCEE-099D-0ABE-212FE35EA9E4}"/>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6" name="テキスト ボックス 5">
              <a:extLst>
                <a:ext uri="{FF2B5EF4-FFF2-40B4-BE49-F238E27FC236}">
                  <a16:creationId xmlns:a16="http://schemas.microsoft.com/office/drawing/2014/main" id="{19AB233D-4120-BB8D-8835-9C35F7D30F44}"/>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cxnSp>
        <p:nvCxnSpPr>
          <p:cNvPr id="8" name="直線コネクタ 7">
            <a:extLst>
              <a:ext uri="{FF2B5EF4-FFF2-40B4-BE49-F238E27FC236}">
                <a16:creationId xmlns:a16="http://schemas.microsoft.com/office/drawing/2014/main" id="{244D5187-ADD7-5FC3-56BA-5FE15F668325}"/>
              </a:ext>
            </a:extLst>
          </p:cNvPr>
          <p:cNvCxnSpPr>
            <a:cxnSpLocks/>
          </p:cNvCxnSpPr>
          <p:nvPr/>
        </p:nvCxnSpPr>
        <p:spPr>
          <a:xfrm>
            <a:off x="3167743" y="1328057"/>
            <a:ext cx="0" cy="4844143"/>
          </a:xfrm>
          <a:prstGeom prst="line">
            <a:avLst/>
          </a:prstGeom>
        </p:spPr>
        <p:style>
          <a:lnRef idx="1">
            <a:schemeClr val="dk1"/>
          </a:lnRef>
          <a:fillRef idx="0">
            <a:schemeClr val="dk1"/>
          </a:fillRef>
          <a:effectRef idx="0">
            <a:schemeClr val="dk1"/>
          </a:effectRef>
          <a:fontRef idx="minor">
            <a:schemeClr val="tx1"/>
          </a:fontRef>
        </p:style>
      </p:cxnSp>
      <p:grpSp>
        <p:nvGrpSpPr>
          <p:cNvPr id="9" name="グループ化 8">
            <a:extLst>
              <a:ext uri="{FF2B5EF4-FFF2-40B4-BE49-F238E27FC236}">
                <a16:creationId xmlns:a16="http://schemas.microsoft.com/office/drawing/2014/main" id="{C0B782CA-FED2-66BB-D5A3-B6FC9A81A794}"/>
              </a:ext>
            </a:extLst>
          </p:cNvPr>
          <p:cNvGrpSpPr/>
          <p:nvPr/>
        </p:nvGrpSpPr>
        <p:grpSpPr>
          <a:xfrm>
            <a:off x="3738371" y="1431184"/>
            <a:ext cx="7000755" cy="555171"/>
            <a:chOff x="4207329" y="1666025"/>
            <a:chExt cx="6117768" cy="555171"/>
          </a:xfrm>
        </p:grpSpPr>
        <p:sp>
          <p:nvSpPr>
            <p:cNvPr id="10" name="正方形/長方形 9">
              <a:extLst>
                <a:ext uri="{FF2B5EF4-FFF2-40B4-BE49-F238E27FC236}">
                  <a16:creationId xmlns:a16="http://schemas.microsoft.com/office/drawing/2014/main" id="{35EE0D92-B876-4D75-361D-09DB04FABC92}"/>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95110EA4-2B8E-CF4C-4A66-511E4C47DB65}"/>
                </a:ext>
              </a:extLst>
            </p:cNvPr>
            <p:cNvSpPr txBox="1"/>
            <p:nvPr/>
          </p:nvSpPr>
          <p:spPr>
            <a:xfrm>
              <a:off x="4343399" y="1690076"/>
              <a:ext cx="4223658" cy="461665"/>
            </a:xfrm>
            <a:prstGeom prst="rect">
              <a:avLst/>
            </a:prstGeom>
            <a:noFill/>
            <a:ln>
              <a:noFill/>
            </a:ln>
          </p:spPr>
          <p:txBody>
            <a:bodyPr wrap="square" rtlCol="0">
              <a:spAutoFit/>
            </a:bodyPr>
            <a:lstStyle/>
            <a:p>
              <a:r>
                <a:rPr kumimoji="1" lang="ja-JP" altLang="en-US" sz="2400" b="1" dirty="0"/>
                <a:t>学生情報変更</a:t>
              </a:r>
            </a:p>
          </p:txBody>
        </p:sp>
      </p:grpSp>
      <p:sp>
        <p:nvSpPr>
          <p:cNvPr id="12" name="四角形: 角を丸くする 11">
            <a:extLst>
              <a:ext uri="{FF2B5EF4-FFF2-40B4-BE49-F238E27FC236}">
                <a16:creationId xmlns:a16="http://schemas.microsoft.com/office/drawing/2014/main" id="{1A15F76A-D798-7F10-62F8-C97C3ABDE971}"/>
              </a:ext>
            </a:extLst>
          </p:cNvPr>
          <p:cNvSpPr/>
          <p:nvPr/>
        </p:nvSpPr>
        <p:spPr>
          <a:xfrm>
            <a:off x="3859219" y="3960488"/>
            <a:ext cx="6735815" cy="3810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B67D358B-2D7C-ECDE-1E78-55BA60F4ED2C}"/>
              </a:ext>
            </a:extLst>
          </p:cNvPr>
          <p:cNvSpPr/>
          <p:nvPr/>
        </p:nvSpPr>
        <p:spPr>
          <a:xfrm>
            <a:off x="3859219" y="4715929"/>
            <a:ext cx="6735815" cy="3810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5C15774-00F2-E772-54DC-9D0A9C593AD0}"/>
              </a:ext>
            </a:extLst>
          </p:cNvPr>
          <p:cNvSpPr/>
          <p:nvPr/>
        </p:nvSpPr>
        <p:spPr>
          <a:xfrm>
            <a:off x="3906661" y="5555403"/>
            <a:ext cx="928290" cy="529685"/>
          </a:xfrm>
          <a:prstGeom prst="roundRect">
            <a:avLst/>
          </a:prstGeom>
          <a:solidFill>
            <a:srgbClr val="4B83D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DF785FD0-F210-23F9-E2F6-934FA09158C0}"/>
              </a:ext>
            </a:extLst>
          </p:cNvPr>
          <p:cNvSpPr txBox="1"/>
          <p:nvPr/>
        </p:nvSpPr>
        <p:spPr>
          <a:xfrm>
            <a:off x="4050895" y="5654154"/>
            <a:ext cx="639821" cy="349104"/>
          </a:xfrm>
          <a:prstGeom prst="rect">
            <a:avLst/>
          </a:prstGeom>
          <a:noFill/>
        </p:spPr>
        <p:txBody>
          <a:bodyPr wrap="square" rtlCol="0">
            <a:spAutoFit/>
          </a:bodyPr>
          <a:lstStyle/>
          <a:p>
            <a:r>
              <a:rPr lang="ja-JP" altLang="en-US" sz="1600" b="1" dirty="0">
                <a:solidFill>
                  <a:schemeClr val="bg1"/>
                </a:solidFill>
              </a:rPr>
              <a:t>変更</a:t>
            </a:r>
            <a:endParaRPr kumimoji="1" lang="ja-JP" altLang="en-US" sz="1600" b="1" dirty="0">
              <a:solidFill>
                <a:schemeClr val="bg1"/>
              </a:solidFill>
            </a:endParaRPr>
          </a:p>
        </p:txBody>
      </p:sp>
      <p:sp>
        <p:nvSpPr>
          <p:cNvPr id="16" name="テキスト ボックス 15">
            <a:extLst>
              <a:ext uri="{FF2B5EF4-FFF2-40B4-BE49-F238E27FC236}">
                <a16:creationId xmlns:a16="http://schemas.microsoft.com/office/drawing/2014/main" id="{39C56BA4-A40A-B698-0EF0-A871C050C749}"/>
              </a:ext>
            </a:extLst>
          </p:cNvPr>
          <p:cNvSpPr txBox="1"/>
          <p:nvPr/>
        </p:nvSpPr>
        <p:spPr>
          <a:xfrm>
            <a:off x="3859219" y="6172200"/>
            <a:ext cx="1937650" cy="369332"/>
          </a:xfrm>
          <a:prstGeom prst="rect">
            <a:avLst/>
          </a:prstGeom>
          <a:noFill/>
        </p:spPr>
        <p:txBody>
          <a:bodyPr wrap="square" rtlCol="0">
            <a:spAutoFit/>
          </a:bodyPr>
          <a:lstStyle/>
          <a:p>
            <a:r>
              <a:rPr kumimoji="1" lang="ja-JP" altLang="en-US" b="1" u="sng" dirty="0">
                <a:solidFill>
                  <a:srgbClr val="4B83DD"/>
                </a:solidFill>
              </a:rPr>
              <a:t>戻る</a:t>
            </a:r>
          </a:p>
        </p:txBody>
      </p:sp>
      <p:sp>
        <p:nvSpPr>
          <p:cNvPr id="17" name="テキスト ボックス 16">
            <a:extLst>
              <a:ext uri="{FF2B5EF4-FFF2-40B4-BE49-F238E27FC236}">
                <a16:creationId xmlns:a16="http://schemas.microsoft.com/office/drawing/2014/main" id="{58CB2C61-A383-7F72-18AC-C0AC8A0B989A}"/>
              </a:ext>
            </a:extLst>
          </p:cNvPr>
          <p:cNvSpPr txBox="1"/>
          <p:nvPr/>
        </p:nvSpPr>
        <p:spPr>
          <a:xfrm>
            <a:off x="3928433" y="2132766"/>
            <a:ext cx="1137555" cy="369332"/>
          </a:xfrm>
          <a:prstGeom prst="rect">
            <a:avLst/>
          </a:prstGeom>
          <a:noFill/>
        </p:spPr>
        <p:txBody>
          <a:bodyPr wrap="square" rtlCol="0">
            <a:spAutoFit/>
          </a:bodyPr>
          <a:lstStyle/>
          <a:p>
            <a:r>
              <a:rPr kumimoji="1" lang="ja-JP" altLang="en-US" dirty="0"/>
              <a:t>入学年度</a:t>
            </a:r>
          </a:p>
        </p:txBody>
      </p:sp>
      <p:sp>
        <p:nvSpPr>
          <p:cNvPr id="18" name="テキスト ボックス 17">
            <a:extLst>
              <a:ext uri="{FF2B5EF4-FFF2-40B4-BE49-F238E27FC236}">
                <a16:creationId xmlns:a16="http://schemas.microsoft.com/office/drawing/2014/main" id="{87A211FB-06DF-D7C0-8C7E-2D876C8041AF}"/>
              </a:ext>
            </a:extLst>
          </p:cNvPr>
          <p:cNvSpPr txBox="1"/>
          <p:nvPr/>
        </p:nvSpPr>
        <p:spPr>
          <a:xfrm>
            <a:off x="3928434" y="2937405"/>
            <a:ext cx="1137555" cy="369332"/>
          </a:xfrm>
          <a:prstGeom prst="rect">
            <a:avLst/>
          </a:prstGeom>
          <a:noFill/>
        </p:spPr>
        <p:txBody>
          <a:bodyPr wrap="square" rtlCol="0">
            <a:spAutoFit/>
          </a:bodyPr>
          <a:lstStyle/>
          <a:p>
            <a:r>
              <a:rPr lang="ja-JP" altLang="en-US" dirty="0"/>
              <a:t>学生番号</a:t>
            </a:r>
            <a:endParaRPr kumimoji="1" lang="ja-JP" altLang="en-US" dirty="0"/>
          </a:p>
        </p:txBody>
      </p:sp>
      <p:sp>
        <p:nvSpPr>
          <p:cNvPr id="19" name="テキスト ボックス 18">
            <a:extLst>
              <a:ext uri="{FF2B5EF4-FFF2-40B4-BE49-F238E27FC236}">
                <a16:creationId xmlns:a16="http://schemas.microsoft.com/office/drawing/2014/main" id="{E616EBCD-D356-3BAC-FC80-507EE74AC678}"/>
              </a:ext>
            </a:extLst>
          </p:cNvPr>
          <p:cNvSpPr txBox="1"/>
          <p:nvPr/>
        </p:nvSpPr>
        <p:spPr>
          <a:xfrm>
            <a:off x="3893574" y="3596330"/>
            <a:ext cx="1137555" cy="369332"/>
          </a:xfrm>
          <a:prstGeom prst="rect">
            <a:avLst/>
          </a:prstGeom>
          <a:noFill/>
        </p:spPr>
        <p:txBody>
          <a:bodyPr wrap="square" rtlCol="0">
            <a:spAutoFit/>
          </a:bodyPr>
          <a:lstStyle/>
          <a:p>
            <a:r>
              <a:rPr lang="ja-JP" altLang="en-US" dirty="0"/>
              <a:t>氏名</a:t>
            </a:r>
            <a:endParaRPr kumimoji="1" lang="ja-JP" altLang="en-US" dirty="0"/>
          </a:p>
        </p:txBody>
      </p:sp>
      <p:sp>
        <p:nvSpPr>
          <p:cNvPr id="20" name="テキスト ボックス 19">
            <a:extLst>
              <a:ext uri="{FF2B5EF4-FFF2-40B4-BE49-F238E27FC236}">
                <a16:creationId xmlns:a16="http://schemas.microsoft.com/office/drawing/2014/main" id="{683D3C8A-34A7-98EE-0190-14BDAD7FE171}"/>
              </a:ext>
            </a:extLst>
          </p:cNvPr>
          <p:cNvSpPr txBox="1"/>
          <p:nvPr/>
        </p:nvSpPr>
        <p:spPr>
          <a:xfrm>
            <a:off x="3860917" y="4351771"/>
            <a:ext cx="1137555" cy="369332"/>
          </a:xfrm>
          <a:prstGeom prst="rect">
            <a:avLst/>
          </a:prstGeom>
          <a:noFill/>
        </p:spPr>
        <p:txBody>
          <a:bodyPr wrap="square" rtlCol="0">
            <a:spAutoFit/>
          </a:bodyPr>
          <a:lstStyle/>
          <a:p>
            <a:r>
              <a:rPr lang="ja-JP" altLang="en-US" dirty="0"/>
              <a:t>クラス</a:t>
            </a:r>
            <a:endParaRPr kumimoji="1" lang="ja-JP" altLang="en-US" dirty="0"/>
          </a:p>
        </p:txBody>
      </p:sp>
      <p:sp>
        <p:nvSpPr>
          <p:cNvPr id="21" name="テキスト ボックス 20">
            <a:extLst>
              <a:ext uri="{FF2B5EF4-FFF2-40B4-BE49-F238E27FC236}">
                <a16:creationId xmlns:a16="http://schemas.microsoft.com/office/drawing/2014/main" id="{99CE0BAA-8BE2-E9BA-0E4C-4B7714150BD6}"/>
              </a:ext>
            </a:extLst>
          </p:cNvPr>
          <p:cNvSpPr txBox="1"/>
          <p:nvPr/>
        </p:nvSpPr>
        <p:spPr>
          <a:xfrm>
            <a:off x="3893572" y="3971244"/>
            <a:ext cx="3243939" cy="369332"/>
          </a:xfrm>
          <a:prstGeom prst="rect">
            <a:avLst/>
          </a:prstGeom>
          <a:noFill/>
        </p:spPr>
        <p:txBody>
          <a:bodyPr wrap="square" rtlCol="0">
            <a:spAutoFit/>
          </a:bodyPr>
          <a:lstStyle/>
          <a:p>
            <a:r>
              <a:rPr lang="ja-JP" altLang="en-US" dirty="0"/>
              <a:t>大原次郎</a:t>
            </a:r>
            <a:endParaRPr kumimoji="1" lang="ja-JP" altLang="en-US" dirty="0"/>
          </a:p>
        </p:txBody>
      </p:sp>
      <p:sp>
        <p:nvSpPr>
          <p:cNvPr id="22" name="テキスト ボックス 21">
            <a:extLst>
              <a:ext uri="{FF2B5EF4-FFF2-40B4-BE49-F238E27FC236}">
                <a16:creationId xmlns:a16="http://schemas.microsoft.com/office/drawing/2014/main" id="{44EC67DF-8044-8175-6E1E-5A721DC877D8}"/>
              </a:ext>
            </a:extLst>
          </p:cNvPr>
          <p:cNvSpPr txBox="1"/>
          <p:nvPr/>
        </p:nvSpPr>
        <p:spPr>
          <a:xfrm>
            <a:off x="3949311" y="4776796"/>
            <a:ext cx="3243939" cy="369332"/>
          </a:xfrm>
          <a:prstGeom prst="rect">
            <a:avLst/>
          </a:prstGeom>
          <a:noFill/>
        </p:spPr>
        <p:txBody>
          <a:bodyPr wrap="square" rtlCol="0">
            <a:spAutoFit/>
          </a:bodyPr>
          <a:lstStyle/>
          <a:p>
            <a:r>
              <a:rPr lang="en-US" altLang="ja-JP" dirty="0"/>
              <a:t>203</a:t>
            </a:r>
            <a:endParaRPr kumimoji="1" lang="ja-JP" altLang="en-US" dirty="0"/>
          </a:p>
        </p:txBody>
      </p:sp>
      <p:sp>
        <p:nvSpPr>
          <p:cNvPr id="23" name="テキスト ボックス 22">
            <a:extLst>
              <a:ext uri="{FF2B5EF4-FFF2-40B4-BE49-F238E27FC236}">
                <a16:creationId xmlns:a16="http://schemas.microsoft.com/office/drawing/2014/main" id="{EDFEDC5B-238F-F03B-2DD8-96C217AD3E66}"/>
              </a:ext>
            </a:extLst>
          </p:cNvPr>
          <p:cNvSpPr txBox="1"/>
          <p:nvPr/>
        </p:nvSpPr>
        <p:spPr>
          <a:xfrm>
            <a:off x="4223657" y="2502098"/>
            <a:ext cx="2764970" cy="374441"/>
          </a:xfrm>
          <a:prstGeom prst="rect">
            <a:avLst/>
          </a:prstGeom>
          <a:noFill/>
        </p:spPr>
        <p:txBody>
          <a:bodyPr wrap="square" rtlCol="0">
            <a:spAutoFit/>
          </a:bodyPr>
          <a:lstStyle/>
          <a:p>
            <a:r>
              <a:rPr kumimoji="1" lang="en-US" altLang="ja-JP" dirty="0"/>
              <a:t>2023</a:t>
            </a:r>
            <a:endParaRPr kumimoji="1" lang="ja-JP" altLang="en-US" dirty="0"/>
          </a:p>
        </p:txBody>
      </p:sp>
      <p:sp>
        <p:nvSpPr>
          <p:cNvPr id="24" name="テキスト ボックス 23">
            <a:extLst>
              <a:ext uri="{FF2B5EF4-FFF2-40B4-BE49-F238E27FC236}">
                <a16:creationId xmlns:a16="http://schemas.microsoft.com/office/drawing/2014/main" id="{882C054F-A16B-010A-D507-486B084566D8}"/>
              </a:ext>
            </a:extLst>
          </p:cNvPr>
          <p:cNvSpPr txBox="1"/>
          <p:nvPr/>
        </p:nvSpPr>
        <p:spPr>
          <a:xfrm>
            <a:off x="4223657" y="3264809"/>
            <a:ext cx="2764970" cy="374441"/>
          </a:xfrm>
          <a:prstGeom prst="rect">
            <a:avLst/>
          </a:prstGeom>
          <a:noFill/>
        </p:spPr>
        <p:txBody>
          <a:bodyPr wrap="square" rtlCol="0">
            <a:spAutoFit/>
          </a:bodyPr>
          <a:lstStyle/>
          <a:p>
            <a:r>
              <a:rPr lang="en-US" altLang="ja-JP" dirty="0"/>
              <a:t>2377002</a:t>
            </a:r>
            <a:endParaRPr kumimoji="1" lang="ja-JP" altLang="en-US" dirty="0"/>
          </a:p>
        </p:txBody>
      </p:sp>
      <p:sp>
        <p:nvSpPr>
          <p:cNvPr id="25" name="正方形/長方形 24">
            <a:extLst>
              <a:ext uri="{FF2B5EF4-FFF2-40B4-BE49-F238E27FC236}">
                <a16:creationId xmlns:a16="http://schemas.microsoft.com/office/drawing/2014/main" id="{4C166FAD-2C23-41E6-61D2-972E13F2E986}"/>
              </a:ext>
            </a:extLst>
          </p:cNvPr>
          <p:cNvSpPr/>
          <p:nvPr/>
        </p:nvSpPr>
        <p:spPr>
          <a:xfrm>
            <a:off x="4874118" y="5265032"/>
            <a:ext cx="161142" cy="15081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CA214ABB-FEF2-CDCF-78A7-6BE4152BABBF}"/>
              </a:ext>
            </a:extLst>
          </p:cNvPr>
          <p:cNvSpPr txBox="1"/>
          <p:nvPr/>
        </p:nvSpPr>
        <p:spPr>
          <a:xfrm>
            <a:off x="3949311" y="5195681"/>
            <a:ext cx="885640" cy="369332"/>
          </a:xfrm>
          <a:prstGeom prst="rect">
            <a:avLst/>
          </a:prstGeom>
          <a:noFill/>
        </p:spPr>
        <p:txBody>
          <a:bodyPr wrap="square" rtlCol="0">
            <a:spAutoFit/>
          </a:bodyPr>
          <a:lstStyle/>
          <a:p>
            <a:r>
              <a:rPr kumimoji="1" lang="ja-JP" altLang="en-US" dirty="0"/>
              <a:t>在学中</a:t>
            </a:r>
          </a:p>
        </p:txBody>
      </p:sp>
      <p:sp>
        <p:nvSpPr>
          <p:cNvPr id="27" name="テキスト ボックス 26">
            <a:extLst>
              <a:ext uri="{FF2B5EF4-FFF2-40B4-BE49-F238E27FC236}">
                <a16:creationId xmlns:a16="http://schemas.microsoft.com/office/drawing/2014/main" id="{913D18ED-6EC7-51DB-BD39-AB3BE5449698}"/>
              </a:ext>
            </a:extLst>
          </p:cNvPr>
          <p:cNvSpPr txBox="1"/>
          <p:nvPr/>
        </p:nvSpPr>
        <p:spPr>
          <a:xfrm>
            <a:off x="3893572" y="3977738"/>
            <a:ext cx="2485460" cy="369332"/>
          </a:xfrm>
          <a:prstGeom prst="rect">
            <a:avLst/>
          </a:prstGeom>
          <a:noFill/>
        </p:spPr>
        <p:txBody>
          <a:bodyPr wrap="square" rtlCol="0">
            <a:spAutoFit/>
          </a:bodyPr>
          <a:lstStyle/>
          <a:p>
            <a:r>
              <a:rPr kumimoji="1" lang="ja-JP" altLang="en-US" dirty="0"/>
              <a:t>大原十郎</a:t>
            </a:r>
          </a:p>
        </p:txBody>
      </p:sp>
      <p:sp>
        <p:nvSpPr>
          <p:cNvPr id="28" name="テキスト ボックス 27">
            <a:extLst>
              <a:ext uri="{FF2B5EF4-FFF2-40B4-BE49-F238E27FC236}">
                <a16:creationId xmlns:a16="http://schemas.microsoft.com/office/drawing/2014/main" id="{58C6D962-12F6-9B53-3093-FC1443AE7CFB}"/>
              </a:ext>
            </a:extLst>
          </p:cNvPr>
          <p:cNvSpPr txBox="1"/>
          <p:nvPr/>
        </p:nvSpPr>
        <p:spPr>
          <a:xfrm>
            <a:off x="3948323" y="4798969"/>
            <a:ext cx="2721426" cy="369332"/>
          </a:xfrm>
          <a:prstGeom prst="rect">
            <a:avLst/>
          </a:prstGeom>
          <a:noFill/>
        </p:spPr>
        <p:txBody>
          <a:bodyPr wrap="square" rtlCol="0">
            <a:spAutoFit/>
          </a:bodyPr>
          <a:lstStyle/>
          <a:p>
            <a:r>
              <a:rPr kumimoji="1" lang="en-US" altLang="ja-JP" dirty="0"/>
              <a:t>205</a:t>
            </a:r>
            <a:endParaRPr kumimoji="1" lang="ja-JP" altLang="en-US" dirty="0"/>
          </a:p>
        </p:txBody>
      </p:sp>
      <p:sp>
        <p:nvSpPr>
          <p:cNvPr id="30" name="テキスト ボックス 29">
            <a:extLst>
              <a:ext uri="{FF2B5EF4-FFF2-40B4-BE49-F238E27FC236}">
                <a16:creationId xmlns:a16="http://schemas.microsoft.com/office/drawing/2014/main" id="{27B77674-18A7-DA72-DBD9-907658F8EEFB}"/>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
        <p:nvSpPr>
          <p:cNvPr id="33" name="正方形/長方形 32">
            <a:extLst>
              <a:ext uri="{FF2B5EF4-FFF2-40B4-BE49-F238E27FC236}">
                <a16:creationId xmlns:a16="http://schemas.microsoft.com/office/drawing/2014/main" id="{F2B27F0C-14D8-A917-89C7-8AAA910D3F75}"/>
              </a:ext>
            </a:extLst>
          </p:cNvPr>
          <p:cNvSpPr/>
          <p:nvPr/>
        </p:nvSpPr>
        <p:spPr>
          <a:xfrm>
            <a:off x="4880872" y="5283695"/>
            <a:ext cx="161142" cy="150815"/>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3885300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afterEffect">
                                  <p:stCondLst>
                                    <p:cond delay="0"/>
                                  </p:stCondLst>
                                  <p:childTnLst>
                                    <p:set>
                                      <p:cBhvr>
                                        <p:cTn id="6" dur="1" fill="hold">
                                          <p:stCondLst>
                                            <p:cond delay="0"/>
                                          </p:stCondLst>
                                        </p:cTn>
                                        <p:tgtEl>
                                          <p:spTgt spid="21"/>
                                        </p:tgtEl>
                                        <p:attrNameLst>
                                          <p:attrName>style.visibility</p:attrName>
                                        </p:attrNameLst>
                                      </p:cBhvr>
                                      <p:to>
                                        <p:strVal val="hidden"/>
                                      </p:to>
                                    </p:set>
                                  </p:childTnLst>
                                </p:cTn>
                              </p:par>
                            </p:childTnLst>
                          </p:cTn>
                        </p:par>
                        <p:par>
                          <p:cTn id="7" fill="hold">
                            <p:stCondLst>
                              <p:cond delay="0"/>
                            </p:stCondLst>
                            <p:childTnLst>
                              <p:par>
                                <p:cTn id="8" presetID="16" presetClass="entr" presetSubtype="21" fill="hold" grpId="0" nodeType="afterEffect">
                                  <p:stCondLst>
                                    <p:cond delay="300"/>
                                  </p:stCondLst>
                                  <p:childTnLst>
                                    <p:set>
                                      <p:cBhvr>
                                        <p:cTn id="9" dur="1" fill="hold">
                                          <p:stCondLst>
                                            <p:cond delay="0"/>
                                          </p:stCondLst>
                                        </p:cTn>
                                        <p:tgtEl>
                                          <p:spTgt spid="27"/>
                                        </p:tgtEl>
                                        <p:attrNameLst>
                                          <p:attrName>style.visibility</p:attrName>
                                        </p:attrNameLst>
                                      </p:cBhvr>
                                      <p:to>
                                        <p:strVal val="visible"/>
                                      </p:to>
                                    </p:set>
                                    <p:animEffect transition="in" filter="barn(inVertical)">
                                      <p:cBhvr>
                                        <p:cTn id="10" dur="500"/>
                                        <p:tgtEl>
                                          <p:spTgt spid="27"/>
                                        </p:tgtEl>
                                      </p:cBhvr>
                                    </p:animEffect>
                                  </p:childTnLst>
                                </p:cTn>
                              </p:par>
                            </p:childTnLst>
                          </p:cTn>
                        </p:par>
                        <p:par>
                          <p:cTn id="11" fill="hold">
                            <p:stCondLst>
                              <p:cond delay="800"/>
                            </p:stCondLst>
                            <p:childTnLst>
                              <p:par>
                                <p:cTn id="12" presetID="1" presetClass="exit" presetSubtype="0" fill="hold" grpId="0" nodeType="afterEffect">
                                  <p:stCondLst>
                                    <p:cond delay="300"/>
                                  </p:stCondLst>
                                  <p:childTnLst>
                                    <p:set>
                                      <p:cBhvr>
                                        <p:cTn id="13" dur="1" fill="hold">
                                          <p:stCondLst>
                                            <p:cond delay="0"/>
                                          </p:stCondLst>
                                        </p:cTn>
                                        <p:tgtEl>
                                          <p:spTgt spid="22"/>
                                        </p:tgtEl>
                                        <p:attrNameLst>
                                          <p:attrName>style.visibility</p:attrName>
                                        </p:attrNameLst>
                                      </p:cBhvr>
                                      <p:to>
                                        <p:strVal val="hidden"/>
                                      </p:to>
                                    </p:set>
                                  </p:childTnLst>
                                </p:cTn>
                              </p:par>
                            </p:childTnLst>
                          </p:cTn>
                        </p:par>
                        <p:par>
                          <p:cTn id="14" fill="hold">
                            <p:stCondLst>
                              <p:cond delay="1100"/>
                            </p:stCondLst>
                            <p:childTnLst>
                              <p:par>
                                <p:cTn id="15" presetID="16" presetClass="entr" presetSubtype="21" fill="hold" grpId="0" nodeType="afterEffect">
                                  <p:stCondLst>
                                    <p:cond delay="400"/>
                                  </p:stCondLst>
                                  <p:childTnLst>
                                    <p:set>
                                      <p:cBhvr>
                                        <p:cTn id="16" dur="1" fill="hold">
                                          <p:stCondLst>
                                            <p:cond delay="0"/>
                                          </p:stCondLst>
                                        </p:cTn>
                                        <p:tgtEl>
                                          <p:spTgt spid="28"/>
                                        </p:tgtEl>
                                        <p:attrNameLst>
                                          <p:attrName>style.visibility</p:attrName>
                                        </p:attrNameLst>
                                      </p:cBhvr>
                                      <p:to>
                                        <p:strVal val="visible"/>
                                      </p:to>
                                    </p:set>
                                    <p:animEffect transition="in" filter="barn(inVertical)">
                                      <p:cBhvr>
                                        <p:cTn id="17" dur="500"/>
                                        <p:tgtEl>
                                          <p:spTgt spid="28"/>
                                        </p:tgtEl>
                                      </p:cBhvr>
                                    </p:animEffect>
                                  </p:childTnLst>
                                </p:cTn>
                              </p:par>
                            </p:childTnLst>
                          </p:cTn>
                        </p:par>
                        <p:par>
                          <p:cTn id="18" fill="hold">
                            <p:stCondLst>
                              <p:cond delay="2000"/>
                            </p:stCondLst>
                            <p:childTnLst>
                              <p:par>
                                <p:cTn id="19" presetID="10" presetClass="exit" presetSubtype="0" fill="hold" grpId="0" nodeType="afterEffect">
                                  <p:stCondLst>
                                    <p:cond delay="0"/>
                                  </p:stCondLst>
                                  <p:childTnLst>
                                    <p:animEffect transition="out" filter="fade">
                                      <p:cBhvr>
                                        <p:cTn id="20" dur="500"/>
                                        <p:tgtEl>
                                          <p:spTgt spid="33"/>
                                        </p:tgtEl>
                                      </p:cBhvr>
                                    </p:animEffect>
                                    <p:set>
                                      <p:cBhvr>
                                        <p:cTn id="21" dur="1" fill="hold">
                                          <p:stCondLst>
                                            <p:cond delay="499"/>
                                          </p:stCondLst>
                                        </p:cTn>
                                        <p:tgtEl>
                                          <p:spTgt spid="33"/>
                                        </p:tgtEl>
                                        <p:attrNameLst>
                                          <p:attrName>style.visibility</p:attrName>
                                        </p:attrNameLst>
                                      </p:cBhvr>
                                      <p:to>
                                        <p:strVal val="hidden"/>
                                      </p:to>
                                    </p:set>
                                  </p:childTnLst>
                                </p:cTn>
                              </p:par>
                            </p:childTnLst>
                          </p:cTn>
                        </p:par>
                        <p:par>
                          <p:cTn id="22" fill="hold">
                            <p:stCondLst>
                              <p:cond delay="2500"/>
                            </p:stCondLst>
                            <p:childTnLst>
                              <p:par>
                                <p:cTn id="23" presetID="1" presetClass="emph" presetSubtype="2" fill="hold" nodeType="afterEffect">
                                  <p:stCondLst>
                                    <p:cond delay="0"/>
                                  </p:stCondLst>
                                  <p:childTnLst>
                                    <p:animClr clrSpc="rgb" dir="cw">
                                      <p:cBhvr>
                                        <p:cTn id="24" dur="750" fill="hold"/>
                                        <p:tgtEl>
                                          <p:spTgt spid="14"/>
                                        </p:tgtEl>
                                        <p:attrNameLst>
                                          <p:attrName>fillcolor</p:attrName>
                                        </p:attrNameLst>
                                      </p:cBhvr>
                                      <p:to>
                                        <a:srgbClr val="215E99"/>
                                      </p:to>
                                    </p:animClr>
                                    <p:set>
                                      <p:cBhvr>
                                        <p:cTn id="25" dur="750" fill="hold"/>
                                        <p:tgtEl>
                                          <p:spTgt spid="14"/>
                                        </p:tgtEl>
                                        <p:attrNameLst>
                                          <p:attrName>fill.type</p:attrName>
                                        </p:attrNameLst>
                                      </p:cBhvr>
                                      <p:to>
                                        <p:strVal val="solid"/>
                                      </p:to>
                                    </p:set>
                                    <p:set>
                                      <p:cBhvr>
                                        <p:cTn id="26" dur="750" fill="hold"/>
                                        <p:tgtEl>
                                          <p:spTgt spid="1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7" grpId="0"/>
      <p:bldP spid="28" grpId="0"/>
      <p:bldP spid="3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00FAE697-86FD-0819-D602-23D77DAC470E}"/>
              </a:ext>
            </a:extLst>
          </p:cNvPr>
          <p:cNvCxnSpPr>
            <a:cxnSpLocks/>
          </p:cNvCxnSpPr>
          <p:nvPr/>
        </p:nvCxnSpPr>
        <p:spPr>
          <a:xfrm>
            <a:off x="3167743" y="1328057"/>
            <a:ext cx="0" cy="3705956"/>
          </a:xfrm>
          <a:prstGeom prst="line">
            <a:avLst/>
          </a:prstGeom>
        </p:spPr>
        <p:style>
          <a:lnRef idx="1">
            <a:schemeClr val="dk1"/>
          </a:lnRef>
          <a:fillRef idx="0">
            <a:schemeClr val="dk1"/>
          </a:fillRef>
          <a:effectRef idx="0">
            <a:schemeClr val="dk1"/>
          </a:effectRef>
          <a:fontRef idx="minor">
            <a:schemeClr val="tx1"/>
          </a:fontRef>
        </p:style>
      </p:cxnSp>
      <p:grpSp>
        <p:nvGrpSpPr>
          <p:cNvPr id="3" name="グループ化 2">
            <a:extLst>
              <a:ext uri="{FF2B5EF4-FFF2-40B4-BE49-F238E27FC236}">
                <a16:creationId xmlns:a16="http://schemas.microsoft.com/office/drawing/2014/main" id="{41DD37F3-E812-E52B-3FEE-26B50447666E}"/>
              </a:ext>
            </a:extLst>
          </p:cNvPr>
          <p:cNvGrpSpPr/>
          <p:nvPr/>
        </p:nvGrpSpPr>
        <p:grpSpPr>
          <a:xfrm>
            <a:off x="914397" y="377594"/>
            <a:ext cx="9775371" cy="742070"/>
            <a:chOff x="914397" y="377594"/>
            <a:chExt cx="9775371" cy="742070"/>
          </a:xfrm>
        </p:grpSpPr>
        <p:sp>
          <p:nvSpPr>
            <p:cNvPr id="4" name="正方形/長方形 3">
              <a:extLst>
                <a:ext uri="{FF2B5EF4-FFF2-40B4-BE49-F238E27FC236}">
                  <a16:creationId xmlns:a16="http://schemas.microsoft.com/office/drawing/2014/main" id="{D674F9CB-B16D-555F-95DC-80C702A9E5DC}"/>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74BE5831-7D15-9B12-5772-1B80B431535F}"/>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6" name="テキスト ボックス 5">
              <a:extLst>
                <a:ext uri="{FF2B5EF4-FFF2-40B4-BE49-F238E27FC236}">
                  <a16:creationId xmlns:a16="http://schemas.microsoft.com/office/drawing/2014/main" id="{F76AC5E5-0D48-A7C9-D379-3F68DB45A4FD}"/>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7" name="テキスト ボックス 6">
              <a:extLst>
                <a:ext uri="{FF2B5EF4-FFF2-40B4-BE49-F238E27FC236}">
                  <a16:creationId xmlns:a16="http://schemas.microsoft.com/office/drawing/2014/main" id="{7B30C265-DA41-7896-660B-24BE490F89B0}"/>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grpSp>
        <p:nvGrpSpPr>
          <p:cNvPr id="8" name="グループ化 7">
            <a:extLst>
              <a:ext uri="{FF2B5EF4-FFF2-40B4-BE49-F238E27FC236}">
                <a16:creationId xmlns:a16="http://schemas.microsoft.com/office/drawing/2014/main" id="{3BBE2AF2-53FB-2CD9-6610-2D663D2BD2CE}"/>
              </a:ext>
            </a:extLst>
          </p:cNvPr>
          <p:cNvGrpSpPr/>
          <p:nvPr/>
        </p:nvGrpSpPr>
        <p:grpSpPr>
          <a:xfrm>
            <a:off x="3738371" y="1431184"/>
            <a:ext cx="7000755" cy="555171"/>
            <a:chOff x="4207329" y="1666025"/>
            <a:chExt cx="6117768" cy="555171"/>
          </a:xfrm>
        </p:grpSpPr>
        <p:sp>
          <p:nvSpPr>
            <p:cNvPr id="9" name="正方形/長方形 8">
              <a:extLst>
                <a:ext uri="{FF2B5EF4-FFF2-40B4-BE49-F238E27FC236}">
                  <a16:creationId xmlns:a16="http://schemas.microsoft.com/office/drawing/2014/main" id="{70B96481-6507-B5A5-B91D-CA281C2DE7DA}"/>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F8D1DDD2-D19E-473D-C9F8-5882B3C85A30}"/>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学生</a:t>
              </a:r>
              <a:r>
                <a:rPr kumimoji="1" lang="ja-JP" altLang="en-US" sz="2400" b="1" dirty="0"/>
                <a:t>情報削除</a:t>
              </a:r>
            </a:p>
          </p:txBody>
        </p:sp>
      </p:grpSp>
      <p:sp>
        <p:nvSpPr>
          <p:cNvPr id="11" name="正方形/長方形 10">
            <a:extLst>
              <a:ext uri="{FF2B5EF4-FFF2-40B4-BE49-F238E27FC236}">
                <a16:creationId xmlns:a16="http://schemas.microsoft.com/office/drawing/2014/main" id="{A757134C-FD0A-945E-99DE-E541DA343A5C}"/>
              </a:ext>
            </a:extLst>
          </p:cNvPr>
          <p:cNvSpPr/>
          <p:nvPr/>
        </p:nvSpPr>
        <p:spPr>
          <a:xfrm>
            <a:off x="963755" y="5509534"/>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96FF66A5-C553-4C12-E7D1-3375A25AC7DA}"/>
              </a:ext>
            </a:extLst>
          </p:cNvPr>
          <p:cNvSpPr txBox="1"/>
          <p:nvPr/>
        </p:nvSpPr>
        <p:spPr>
          <a:xfrm>
            <a:off x="5024127" y="5556482"/>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13" name="テキスト ボックス 12">
            <a:extLst>
              <a:ext uri="{FF2B5EF4-FFF2-40B4-BE49-F238E27FC236}">
                <a16:creationId xmlns:a16="http://schemas.microsoft.com/office/drawing/2014/main" id="{5A1E308B-0252-F35C-85F7-B5AE28EB53E3}"/>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
        <p:nvSpPr>
          <p:cNvPr id="19" name="四角形: 角を丸くする 18">
            <a:extLst>
              <a:ext uri="{FF2B5EF4-FFF2-40B4-BE49-F238E27FC236}">
                <a16:creationId xmlns:a16="http://schemas.microsoft.com/office/drawing/2014/main" id="{FC3AC7EB-22ED-4511-47FD-E091C7FB1C1A}"/>
              </a:ext>
            </a:extLst>
          </p:cNvPr>
          <p:cNvSpPr/>
          <p:nvPr/>
        </p:nvSpPr>
        <p:spPr>
          <a:xfrm>
            <a:off x="4095837" y="2877587"/>
            <a:ext cx="928290" cy="529685"/>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9F7180C1-0926-035E-4CCA-D566491F9B75}"/>
              </a:ext>
            </a:extLst>
          </p:cNvPr>
          <p:cNvSpPr txBox="1"/>
          <p:nvPr/>
        </p:nvSpPr>
        <p:spPr>
          <a:xfrm>
            <a:off x="4240071" y="2976338"/>
            <a:ext cx="639821" cy="338554"/>
          </a:xfrm>
          <a:prstGeom prst="rect">
            <a:avLst/>
          </a:prstGeom>
          <a:noFill/>
        </p:spPr>
        <p:txBody>
          <a:bodyPr wrap="square" rtlCol="0">
            <a:spAutoFit/>
          </a:bodyPr>
          <a:lstStyle/>
          <a:p>
            <a:r>
              <a:rPr kumimoji="1" lang="ja-JP" altLang="en-US" sz="1600" b="1" dirty="0">
                <a:solidFill>
                  <a:schemeClr val="bg1"/>
                </a:solidFill>
              </a:rPr>
              <a:t>削除</a:t>
            </a:r>
          </a:p>
        </p:txBody>
      </p:sp>
      <p:sp>
        <p:nvSpPr>
          <p:cNvPr id="22" name="テキスト ボックス 21">
            <a:extLst>
              <a:ext uri="{FF2B5EF4-FFF2-40B4-BE49-F238E27FC236}">
                <a16:creationId xmlns:a16="http://schemas.microsoft.com/office/drawing/2014/main" id="{341C1E32-A38C-EB33-6C88-DA3AC0DF013D}"/>
              </a:ext>
            </a:extLst>
          </p:cNvPr>
          <p:cNvSpPr txBox="1"/>
          <p:nvPr/>
        </p:nvSpPr>
        <p:spPr>
          <a:xfrm>
            <a:off x="4016829" y="3804098"/>
            <a:ext cx="1937650" cy="369332"/>
          </a:xfrm>
          <a:prstGeom prst="rect">
            <a:avLst/>
          </a:prstGeom>
          <a:noFill/>
        </p:spPr>
        <p:txBody>
          <a:bodyPr wrap="square" rtlCol="0">
            <a:spAutoFit/>
          </a:bodyPr>
          <a:lstStyle/>
          <a:p>
            <a:r>
              <a:rPr kumimoji="1" lang="ja-JP" altLang="en-US" b="1" u="sng" dirty="0">
                <a:solidFill>
                  <a:srgbClr val="4B83DD"/>
                </a:solidFill>
              </a:rPr>
              <a:t>戻る</a:t>
            </a:r>
          </a:p>
        </p:txBody>
      </p:sp>
      <p:sp>
        <p:nvSpPr>
          <p:cNvPr id="24" name="テキスト ボックス 23">
            <a:extLst>
              <a:ext uri="{FF2B5EF4-FFF2-40B4-BE49-F238E27FC236}">
                <a16:creationId xmlns:a16="http://schemas.microsoft.com/office/drawing/2014/main" id="{7F4770A8-34F6-44C7-785A-94490707C80D}"/>
              </a:ext>
            </a:extLst>
          </p:cNvPr>
          <p:cNvSpPr txBox="1"/>
          <p:nvPr/>
        </p:nvSpPr>
        <p:spPr>
          <a:xfrm>
            <a:off x="4016829" y="2188029"/>
            <a:ext cx="5752813" cy="369332"/>
          </a:xfrm>
          <a:prstGeom prst="rect">
            <a:avLst/>
          </a:prstGeom>
          <a:noFill/>
        </p:spPr>
        <p:txBody>
          <a:bodyPr wrap="square" rtlCol="0">
            <a:spAutoFit/>
          </a:bodyPr>
          <a:lstStyle/>
          <a:p>
            <a:r>
              <a:rPr kumimoji="1" lang="ja-JP" altLang="en-US" dirty="0"/>
              <a:t>「</a:t>
            </a:r>
            <a:r>
              <a:rPr lang="ja-JP" altLang="en-US" dirty="0"/>
              <a:t>大原次郎</a:t>
            </a:r>
            <a:r>
              <a:rPr kumimoji="1" lang="en-US" altLang="ja-JP" dirty="0"/>
              <a:t>(</a:t>
            </a:r>
            <a:r>
              <a:rPr lang="en-US" altLang="ja-JP" dirty="0"/>
              <a:t>2377002</a:t>
            </a:r>
            <a:r>
              <a:rPr kumimoji="1" lang="en-US" altLang="ja-JP" dirty="0"/>
              <a:t>)</a:t>
            </a:r>
            <a:r>
              <a:rPr kumimoji="1" lang="ja-JP" altLang="en-US" dirty="0"/>
              <a:t>」を削除してもよろしいですか</a:t>
            </a:r>
          </a:p>
        </p:txBody>
      </p:sp>
    </p:spTree>
    <p:extLst>
      <p:ext uri="{BB962C8B-B14F-4D97-AF65-F5344CB8AC3E}">
        <p14:creationId xmlns:p14="http://schemas.microsoft.com/office/powerpoint/2010/main" val="237812932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mph" presetSubtype="0" fill="hold" nodeType="withEffect">
                                  <p:stCondLst>
                                    <p:cond delay="0"/>
                                  </p:stCondLst>
                                  <p:childTnLst>
                                    <p:animClr clrSpc="hsl" dir="cw">
                                      <p:cBhvr override="childStyle">
                                        <p:cTn id="6" dur="500" fill="hold"/>
                                        <p:tgtEl>
                                          <p:spTgt spid="19"/>
                                        </p:tgtEl>
                                        <p:attrNameLst>
                                          <p:attrName>style.color</p:attrName>
                                        </p:attrNameLst>
                                      </p:cBhvr>
                                      <p:by>
                                        <p:hsl h="0" s="12549" l="25098"/>
                                      </p:by>
                                    </p:animClr>
                                    <p:animClr clrSpc="hsl" dir="cw">
                                      <p:cBhvr>
                                        <p:cTn id="7" dur="500" fill="hold"/>
                                        <p:tgtEl>
                                          <p:spTgt spid="19"/>
                                        </p:tgtEl>
                                        <p:attrNameLst>
                                          <p:attrName>fillcolor</p:attrName>
                                        </p:attrNameLst>
                                      </p:cBhvr>
                                      <p:by>
                                        <p:hsl h="0" s="12549" l="25098"/>
                                      </p:by>
                                    </p:animClr>
                                    <p:animClr clrSpc="hsl" dir="cw">
                                      <p:cBhvr>
                                        <p:cTn id="8" dur="500" fill="hold"/>
                                        <p:tgtEl>
                                          <p:spTgt spid="19"/>
                                        </p:tgtEl>
                                        <p:attrNameLst>
                                          <p:attrName>stroke.color</p:attrName>
                                        </p:attrNameLst>
                                      </p:cBhvr>
                                      <p:by>
                                        <p:hsl h="0" s="12549" l="25098"/>
                                      </p:by>
                                    </p:animClr>
                                    <p:set>
                                      <p:cBhvr>
                                        <p:cTn id="9" dur="500" fill="hold"/>
                                        <p:tgtEl>
                                          <p:spTgt spid="19"/>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テキスト ボックス 24">
            <a:extLst>
              <a:ext uri="{FF2B5EF4-FFF2-40B4-BE49-F238E27FC236}">
                <a16:creationId xmlns:a16="http://schemas.microsoft.com/office/drawing/2014/main" id="{7AB8A799-CC90-5309-358D-EA4CF19E0D5C}"/>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
        <p:nvSpPr>
          <p:cNvPr id="26" name="正方形/長方形 25">
            <a:extLst>
              <a:ext uri="{FF2B5EF4-FFF2-40B4-BE49-F238E27FC236}">
                <a16:creationId xmlns:a16="http://schemas.microsoft.com/office/drawing/2014/main" id="{730BD86F-1ED5-2476-BC6B-37A3E6E6D4BF}"/>
              </a:ext>
            </a:extLst>
          </p:cNvPr>
          <p:cNvSpPr/>
          <p:nvPr/>
        </p:nvSpPr>
        <p:spPr>
          <a:xfrm>
            <a:off x="4169228" y="1719941"/>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E6201C58-9F2A-D1CE-A8F3-6CF05A349541}"/>
              </a:ext>
            </a:extLst>
          </p:cNvPr>
          <p:cNvSpPr txBox="1"/>
          <p:nvPr/>
        </p:nvSpPr>
        <p:spPr>
          <a:xfrm>
            <a:off x="4343399" y="1766693"/>
            <a:ext cx="4223658" cy="461665"/>
          </a:xfrm>
          <a:prstGeom prst="rect">
            <a:avLst/>
          </a:prstGeom>
          <a:noFill/>
        </p:spPr>
        <p:txBody>
          <a:bodyPr wrap="square" rtlCol="0">
            <a:spAutoFit/>
          </a:bodyPr>
          <a:lstStyle/>
          <a:p>
            <a:r>
              <a:rPr kumimoji="1" lang="ja-JP" altLang="en-US" sz="2400" b="1" dirty="0"/>
              <a:t>メニュー</a:t>
            </a:r>
          </a:p>
        </p:txBody>
      </p:sp>
      <p:sp>
        <p:nvSpPr>
          <p:cNvPr id="28" name="四角形: 角を丸くする 27">
            <a:extLst>
              <a:ext uri="{FF2B5EF4-FFF2-40B4-BE49-F238E27FC236}">
                <a16:creationId xmlns:a16="http://schemas.microsoft.com/office/drawing/2014/main" id="{5B406C55-08DD-2D8E-4BD5-577E2888458F}"/>
              </a:ext>
            </a:extLst>
          </p:cNvPr>
          <p:cNvSpPr/>
          <p:nvPr/>
        </p:nvSpPr>
        <p:spPr>
          <a:xfrm>
            <a:off x="4169228" y="2634337"/>
            <a:ext cx="1730829" cy="1507644"/>
          </a:xfrm>
          <a:prstGeom prst="roundRect">
            <a:avLst>
              <a:gd name="adj" fmla="val 8003"/>
            </a:avLst>
          </a:prstGeom>
          <a:solidFill>
            <a:srgbClr val="EEB0B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 角を丸くする 28">
            <a:extLst>
              <a:ext uri="{FF2B5EF4-FFF2-40B4-BE49-F238E27FC236}">
                <a16:creationId xmlns:a16="http://schemas.microsoft.com/office/drawing/2014/main" id="{03E0F75E-23CC-8EC8-C4AE-32E47031A6FD}"/>
              </a:ext>
            </a:extLst>
          </p:cNvPr>
          <p:cNvSpPr/>
          <p:nvPr/>
        </p:nvSpPr>
        <p:spPr>
          <a:xfrm>
            <a:off x="6291945" y="2634334"/>
            <a:ext cx="1730829" cy="1507645"/>
          </a:xfrm>
          <a:prstGeom prst="roundRect">
            <a:avLst>
              <a:gd name="adj" fmla="val 9447"/>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角を丸くする 29">
            <a:extLst>
              <a:ext uri="{FF2B5EF4-FFF2-40B4-BE49-F238E27FC236}">
                <a16:creationId xmlns:a16="http://schemas.microsoft.com/office/drawing/2014/main" id="{28F159B8-8C96-4830-8D8C-9D85C4CEA9F4}"/>
              </a:ext>
            </a:extLst>
          </p:cNvPr>
          <p:cNvSpPr/>
          <p:nvPr/>
        </p:nvSpPr>
        <p:spPr>
          <a:xfrm>
            <a:off x="8414662" y="2626147"/>
            <a:ext cx="1730829" cy="1507645"/>
          </a:xfrm>
          <a:prstGeom prst="roundRect">
            <a:avLst>
              <a:gd name="adj" fmla="val 11613"/>
            </a:avLst>
          </a:prstGeom>
          <a:solidFill>
            <a:srgbClr val="BB7FB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C221D2B9-5603-309F-EDAF-1E80DFD910AA}"/>
              </a:ext>
            </a:extLst>
          </p:cNvPr>
          <p:cNvSpPr txBox="1"/>
          <p:nvPr/>
        </p:nvSpPr>
        <p:spPr>
          <a:xfrm>
            <a:off x="4479472" y="3210692"/>
            <a:ext cx="1110343" cy="338554"/>
          </a:xfrm>
          <a:prstGeom prst="rect">
            <a:avLst/>
          </a:prstGeom>
          <a:noFill/>
        </p:spPr>
        <p:txBody>
          <a:bodyPr wrap="square" rtlCol="0">
            <a:spAutoFit/>
          </a:bodyPr>
          <a:lstStyle/>
          <a:p>
            <a:pPr algn="ctr"/>
            <a:r>
              <a:rPr kumimoji="1" lang="ja-JP" altLang="en-US" sz="1600" dirty="0"/>
              <a:t>学生管理</a:t>
            </a:r>
          </a:p>
        </p:txBody>
      </p:sp>
      <p:sp>
        <p:nvSpPr>
          <p:cNvPr id="32" name="テキスト ボックス 31">
            <a:extLst>
              <a:ext uri="{FF2B5EF4-FFF2-40B4-BE49-F238E27FC236}">
                <a16:creationId xmlns:a16="http://schemas.microsoft.com/office/drawing/2014/main" id="{DBA0144A-63EA-DEC6-C6D8-13E24CCE1902}"/>
              </a:ext>
            </a:extLst>
          </p:cNvPr>
          <p:cNvSpPr txBox="1"/>
          <p:nvPr/>
        </p:nvSpPr>
        <p:spPr>
          <a:xfrm>
            <a:off x="6602187" y="2856170"/>
            <a:ext cx="1110343" cy="338554"/>
          </a:xfrm>
          <a:prstGeom prst="rect">
            <a:avLst/>
          </a:prstGeom>
          <a:noFill/>
        </p:spPr>
        <p:txBody>
          <a:bodyPr wrap="square" rtlCol="0">
            <a:spAutoFit/>
          </a:bodyPr>
          <a:lstStyle/>
          <a:p>
            <a:pPr algn="ctr"/>
            <a:r>
              <a:rPr lang="ja-JP" altLang="en-US" sz="1600" b="1" dirty="0"/>
              <a:t>成績管理</a:t>
            </a:r>
            <a:endParaRPr kumimoji="1" lang="ja-JP" altLang="en-US" sz="1600" b="1" dirty="0"/>
          </a:p>
        </p:txBody>
      </p:sp>
      <p:sp>
        <p:nvSpPr>
          <p:cNvPr id="33" name="テキスト ボックス 32">
            <a:extLst>
              <a:ext uri="{FF2B5EF4-FFF2-40B4-BE49-F238E27FC236}">
                <a16:creationId xmlns:a16="http://schemas.microsoft.com/office/drawing/2014/main" id="{2031032F-501C-B424-9F6E-DD4881D04B02}"/>
              </a:ext>
            </a:extLst>
          </p:cNvPr>
          <p:cNvSpPr txBox="1"/>
          <p:nvPr/>
        </p:nvSpPr>
        <p:spPr>
          <a:xfrm>
            <a:off x="6602186" y="3259723"/>
            <a:ext cx="1110343" cy="338554"/>
          </a:xfrm>
          <a:prstGeom prst="rect">
            <a:avLst/>
          </a:prstGeom>
          <a:noFill/>
        </p:spPr>
        <p:txBody>
          <a:bodyPr wrap="square" rtlCol="0">
            <a:spAutoFit/>
          </a:bodyPr>
          <a:lstStyle/>
          <a:p>
            <a:pPr algn="ctr"/>
            <a:r>
              <a:rPr lang="ja-JP" altLang="en-US" sz="1600" dirty="0"/>
              <a:t>成績登録</a:t>
            </a:r>
            <a:endParaRPr kumimoji="1" lang="ja-JP" altLang="en-US" sz="1600" dirty="0"/>
          </a:p>
        </p:txBody>
      </p:sp>
      <p:sp>
        <p:nvSpPr>
          <p:cNvPr id="34" name="テキスト ボックス 33">
            <a:extLst>
              <a:ext uri="{FF2B5EF4-FFF2-40B4-BE49-F238E27FC236}">
                <a16:creationId xmlns:a16="http://schemas.microsoft.com/office/drawing/2014/main" id="{BAA51974-469D-F103-C0EA-FDA1216CCAF8}"/>
              </a:ext>
            </a:extLst>
          </p:cNvPr>
          <p:cNvSpPr txBox="1"/>
          <p:nvPr/>
        </p:nvSpPr>
        <p:spPr>
          <a:xfrm>
            <a:off x="6602186" y="3650836"/>
            <a:ext cx="1110343" cy="338554"/>
          </a:xfrm>
          <a:prstGeom prst="rect">
            <a:avLst/>
          </a:prstGeom>
          <a:noFill/>
        </p:spPr>
        <p:txBody>
          <a:bodyPr wrap="square" rtlCol="0">
            <a:spAutoFit/>
          </a:bodyPr>
          <a:lstStyle/>
          <a:p>
            <a:pPr algn="ctr"/>
            <a:r>
              <a:rPr lang="ja-JP" altLang="en-US" sz="1600" dirty="0"/>
              <a:t>成績参照</a:t>
            </a:r>
            <a:endParaRPr kumimoji="1" lang="ja-JP" altLang="en-US" sz="1600" dirty="0"/>
          </a:p>
        </p:txBody>
      </p:sp>
      <p:sp>
        <p:nvSpPr>
          <p:cNvPr id="35" name="テキスト ボックス 34">
            <a:extLst>
              <a:ext uri="{FF2B5EF4-FFF2-40B4-BE49-F238E27FC236}">
                <a16:creationId xmlns:a16="http://schemas.microsoft.com/office/drawing/2014/main" id="{3AFCAE1B-D681-06BE-9F60-E1B9F0ABB5DF}"/>
              </a:ext>
            </a:extLst>
          </p:cNvPr>
          <p:cNvSpPr txBox="1"/>
          <p:nvPr/>
        </p:nvSpPr>
        <p:spPr>
          <a:xfrm>
            <a:off x="8724904" y="3218879"/>
            <a:ext cx="1110343" cy="338554"/>
          </a:xfrm>
          <a:prstGeom prst="rect">
            <a:avLst/>
          </a:prstGeom>
          <a:noFill/>
        </p:spPr>
        <p:txBody>
          <a:bodyPr wrap="square" rtlCol="0">
            <a:spAutoFit/>
          </a:bodyPr>
          <a:lstStyle/>
          <a:p>
            <a:pPr algn="ctr"/>
            <a:r>
              <a:rPr lang="ja-JP" altLang="en-US" sz="1600" dirty="0"/>
              <a:t>科目管理</a:t>
            </a:r>
            <a:endParaRPr kumimoji="1" lang="ja-JP" altLang="en-US" sz="1600" dirty="0"/>
          </a:p>
        </p:txBody>
      </p:sp>
      <p:grpSp>
        <p:nvGrpSpPr>
          <p:cNvPr id="36" name="グループ化 35">
            <a:extLst>
              <a:ext uri="{FF2B5EF4-FFF2-40B4-BE49-F238E27FC236}">
                <a16:creationId xmlns:a16="http://schemas.microsoft.com/office/drawing/2014/main" id="{79990619-382B-6566-9D1E-6C42E88E181B}"/>
              </a:ext>
            </a:extLst>
          </p:cNvPr>
          <p:cNvGrpSpPr/>
          <p:nvPr/>
        </p:nvGrpSpPr>
        <p:grpSpPr>
          <a:xfrm>
            <a:off x="914397" y="377594"/>
            <a:ext cx="9775371" cy="742070"/>
            <a:chOff x="914397" y="377594"/>
            <a:chExt cx="9775371" cy="742070"/>
          </a:xfrm>
        </p:grpSpPr>
        <p:sp>
          <p:nvSpPr>
            <p:cNvPr id="37" name="正方形/長方形 36">
              <a:extLst>
                <a:ext uri="{FF2B5EF4-FFF2-40B4-BE49-F238E27FC236}">
                  <a16:creationId xmlns:a16="http://schemas.microsoft.com/office/drawing/2014/main" id="{AF23E96E-9962-19C4-3F5E-51AF3DC26143}"/>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58E825DF-4375-066E-4552-F9CF03D8D403}"/>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39" name="テキスト ボックス 38">
              <a:extLst>
                <a:ext uri="{FF2B5EF4-FFF2-40B4-BE49-F238E27FC236}">
                  <a16:creationId xmlns:a16="http://schemas.microsoft.com/office/drawing/2014/main" id="{C92BF338-1B81-E6B0-3C94-8BC86F172178}"/>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40" name="テキスト ボックス 39">
              <a:extLst>
                <a:ext uri="{FF2B5EF4-FFF2-40B4-BE49-F238E27FC236}">
                  <a16:creationId xmlns:a16="http://schemas.microsoft.com/office/drawing/2014/main" id="{E573C1B3-DFDB-A471-A79C-1FA89DD000F0}"/>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41" name="四角形: 角を丸くする 40">
            <a:extLst>
              <a:ext uri="{FF2B5EF4-FFF2-40B4-BE49-F238E27FC236}">
                <a16:creationId xmlns:a16="http://schemas.microsoft.com/office/drawing/2014/main" id="{B532C84E-F800-66CA-910F-215786754964}"/>
              </a:ext>
            </a:extLst>
          </p:cNvPr>
          <p:cNvSpPr/>
          <p:nvPr/>
        </p:nvSpPr>
        <p:spPr>
          <a:xfrm>
            <a:off x="4169227" y="4369257"/>
            <a:ext cx="1730829" cy="1507644"/>
          </a:xfrm>
          <a:prstGeom prst="roundRect">
            <a:avLst>
              <a:gd name="adj" fmla="val 8725"/>
            </a:avLst>
          </a:prstGeom>
          <a:solidFill>
            <a:srgbClr val="9E8CE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2" name="テキスト ボックス 41">
            <a:extLst>
              <a:ext uri="{FF2B5EF4-FFF2-40B4-BE49-F238E27FC236}">
                <a16:creationId xmlns:a16="http://schemas.microsoft.com/office/drawing/2014/main" id="{5ED58173-0CBE-E1BF-3161-D4124EF32A57}"/>
              </a:ext>
            </a:extLst>
          </p:cNvPr>
          <p:cNvSpPr txBox="1"/>
          <p:nvPr/>
        </p:nvSpPr>
        <p:spPr>
          <a:xfrm>
            <a:off x="4400547" y="4953802"/>
            <a:ext cx="1268188" cy="338554"/>
          </a:xfrm>
          <a:prstGeom prst="rect">
            <a:avLst/>
          </a:prstGeom>
          <a:noFill/>
        </p:spPr>
        <p:txBody>
          <a:bodyPr wrap="square" rtlCol="0">
            <a:spAutoFit/>
          </a:bodyPr>
          <a:lstStyle/>
          <a:p>
            <a:pPr algn="ctr"/>
            <a:r>
              <a:rPr lang="ja-JP" altLang="en-US" sz="1600" dirty="0"/>
              <a:t>クラス管理</a:t>
            </a:r>
            <a:endParaRPr kumimoji="1" lang="ja-JP" altLang="en-US" sz="1600" dirty="0"/>
          </a:p>
        </p:txBody>
      </p:sp>
      <p:grpSp>
        <p:nvGrpSpPr>
          <p:cNvPr id="43" name="グループ化 42">
            <a:extLst>
              <a:ext uri="{FF2B5EF4-FFF2-40B4-BE49-F238E27FC236}">
                <a16:creationId xmlns:a16="http://schemas.microsoft.com/office/drawing/2014/main" id="{669918B7-961F-69B2-D1B7-5BEEE0828CE3}"/>
              </a:ext>
            </a:extLst>
          </p:cNvPr>
          <p:cNvGrpSpPr/>
          <p:nvPr/>
        </p:nvGrpSpPr>
        <p:grpSpPr>
          <a:xfrm>
            <a:off x="6291942" y="4369257"/>
            <a:ext cx="1730829" cy="1507644"/>
            <a:chOff x="8414662" y="4363815"/>
            <a:chExt cx="1730829" cy="1507644"/>
          </a:xfrm>
        </p:grpSpPr>
        <p:sp>
          <p:nvSpPr>
            <p:cNvPr id="44" name="四角形: 角を丸くする 43">
              <a:extLst>
                <a:ext uri="{FF2B5EF4-FFF2-40B4-BE49-F238E27FC236}">
                  <a16:creationId xmlns:a16="http://schemas.microsoft.com/office/drawing/2014/main" id="{5ECDA3EC-5A1F-7CD7-E411-BCC2114A8C23}"/>
                </a:ext>
              </a:extLst>
            </p:cNvPr>
            <p:cNvSpPr/>
            <p:nvPr/>
          </p:nvSpPr>
          <p:spPr>
            <a:xfrm>
              <a:off x="8414662" y="4363815"/>
              <a:ext cx="1730829" cy="1507644"/>
            </a:xfrm>
            <a:prstGeom prst="roundRect">
              <a:avLst>
                <a:gd name="adj" fmla="val 6559"/>
              </a:avLst>
            </a:prstGeom>
            <a:solidFill>
              <a:srgbClr val="FFFF9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9FD59A01-0400-4573-E60A-B46E9EAFA69B}"/>
                </a:ext>
              </a:extLst>
            </p:cNvPr>
            <p:cNvSpPr txBox="1"/>
            <p:nvPr/>
          </p:nvSpPr>
          <p:spPr>
            <a:xfrm>
              <a:off x="8610602" y="4948360"/>
              <a:ext cx="1338943" cy="338554"/>
            </a:xfrm>
            <a:prstGeom prst="rect">
              <a:avLst/>
            </a:prstGeom>
            <a:noFill/>
          </p:spPr>
          <p:txBody>
            <a:bodyPr wrap="square" rtlCol="0">
              <a:spAutoFit/>
            </a:bodyPr>
            <a:lstStyle/>
            <a:p>
              <a:pPr algn="ctr"/>
              <a:r>
                <a:rPr lang="ja-JP" altLang="en-US" sz="1600" dirty="0"/>
                <a:t>コース管理</a:t>
              </a:r>
              <a:endParaRPr kumimoji="1" lang="ja-JP" altLang="en-US" sz="1600" dirty="0"/>
            </a:p>
          </p:txBody>
        </p:sp>
      </p:grpSp>
      <p:grpSp>
        <p:nvGrpSpPr>
          <p:cNvPr id="46" name="グループ化 45">
            <a:extLst>
              <a:ext uri="{FF2B5EF4-FFF2-40B4-BE49-F238E27FC236}">
                <a16:creationId xmlns:a16="http://schemas.microsoft.com/office/drawing/2014/main" id="{AD33CF83-E2EB-4B84-CE66-242501906431}"/>
              </a:ext>
            </a:extLst>
          </p:cNvPr>
          <p:cNvGrpSpPr/>
          <p:nvPr/>
        </p:nvGrpSpPr>
        <p:grpSpPr>
          <a:xfrm>
            <a:off x="8436433" y="4369257"/>
            <a:ext cx="1730829" cy="1507644"/>
            <a:chOff x="6291945" y="4363815"/>
            <a:chExt cx="1730829" cy="1507644"/>
          </a:xfrm>
          <a:solidFill>
            <a:srgbClr val="5BD4FF"/>
          </a:solidFill>
        </p:grpSpPr>
        <p:sp>
          <p:nvSpPr>
            <p:cNvPr id="47" name="四角形: 角を丸くする 46">
              <a:extLst>
                <a:ext uri="{FF2B5EF4-FFF2-40B4-BE49-F238E27FC236}">
                  <a16:creationId xmlns:a16="http://schemas.microsoft.com/office/drawing/2014/main" id="{97C26B61-796F-29CE-8EC8-8F9117343943}"/>
                </a:ext>
              </a:extLst>
            </p:cNvPr>
            <p:cNvSpPr/>
            <p:nvPr/>
          </p:nvSpPr>
          <p:spPr>
            <a:xfrm>
              <a:off x="6291945" y="4363815"/>
              <a:ext cx="1730829" cy="1507644"/>
            </a:xfrm>
            <a:prstGeom prst="roundRect">
              <a:avLst>
                <a:gd name="adj" fmla="val 8725"/>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A2815E04-850C-8A58-F709-BB5960E2A6B8}"/>
                </a:ext>
              </a:extLst>
            </p:cNvPr>
            <p:cNvSpPr txBox="1"/>
            <p:nvPr/>
          </p:nvSpPr>
          <p:spPr>
            <a:xfrm>
              <a:off x="6602187" y="4930344"/>
              <a:ext cx="1110343" cy="338554"/>
            </a:xfrm>
            <a:prstGeom prst="rect">
              <a:avLst/>
            </a:prstGeom>
            <a:grpFill/>
          </p:spPr>
          <p:txBody>
            <a:bodyPr wrap="square" rtlCol="0">
              <a:spAutoFit/>
            </a:bodyPr>
            <a:lstStyle/>
            <a:p>
              <a:pPr algn="ctr"/>
              <a:r>
                <a:rPr lang="ja-JP" altLang="en-US" sz="1600" dirty="0"/>
                <a:t>教師管理</a:t>
              </a:r>
              <a:endParaRPr kumimoji="1" lang="ja-JP" altLang="en-US" sz="1600" dirty="0"/>
            </a:p>
          </p:txBody>
        </p:sp>
      </p:grpSp>
      <p:sp>
        <p:nvSpPr>
          <p:cNvPr id="2" name="矢印: 上 1">
            <a:extLst>
              <a:ext uri="{FF2B5EF4-FFF2-40B4-BE49-F238E27FC236}">
                <a16:creationId xmlns:a16="http://schemas.microsoft.com/office/drawing/2014/main" id="{FD0BD9F6-B209-231F-4234-5D9DB517897A}"/>
              </a:ext>
            </a:extLst>
          </p:cNvPr>
          <p:cNvSpPr/>
          <p:nvPr/>
        </p:nvSpPr>
        <p:spPr>
          <a:xfrm rot="20889810">
            <a:off x="7032003" y="3365520"/>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8861134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2"/>
                                        </p:tgtEl>
                                      </p:cBhvr>
                                    </p:animEffect>
                                    <p:animScale>
                                      <p:cBhvr>
                                        <p:cTn id="13" dur="400" autoRev="1" fill="hold"/>
                                        <p:tgtEl>
                                          <p:spTgt spid="2"/>
                                        </p:tgtEl>
                                      </p:cBhvr>
                                      <p:by x="105000" y="105000"/>
                                    </p:animScale>
                                  </p:childTnLst>
                                </p:cTn>
                              </p:par>
                              <p:par>
                                <p:cTn id="14" presetID="24" presetClass="emph" presetSubtype="0" fill="hold" grpId="0" nodeType="withEffect">
                                  <p:stCondLst>
                                    <p:cond delay="0"/>
                                  </p:stCondLst>
                                  <p:childTnLst>
                                    <p:animClr clrSpc="hsl" dir="cw">
                                      <p:cBhvr override="childStyle">
                                        <p:cTn id="15" dur="500" fill="hold"/>
                                        <p:tgtEl>
                                          <p:spTgt spid="29"/>
                                        </p:tgtEl>
                                        <p:attrNameLst>
                                          <p:attrName>style.color</p:attrName>
                                        </p:attrNameLst>
                                      </p:cBhvr>
                                      <p:by>
                                        <p:hsl h="0" s="-12549" l="-25098"/>
                                      </p:by>
                                    </p:animClr>
                                    <p:animClr clrSpc="hsl" dir="cw">
                                      <p:cBhvr>
                                        <p:cTn id="16" dur="500" fill="hold"/>
                                        <p:tgtEl>
                                          <p:spTgt spid="29"/>
                                        </p:tgtEl>
                                        <p:attrNameLst>
                                          <p:attrName>fillcolor</p:attrName>
                                        </p:attrNameLst>
                                      </p:cBhvr>
                                      <p:by>
                                        <p:hsl h="0" s="-12549" l="-25098"/>
                                      </p:by>
                                    </p:animClr>
                                    <p:animClr clrSpc="hsl" dir="cw">
                                      <p:cBhvr>
                                        <p:cTn id="17" dur="500" fill="hold"/>
                                        <p:tgtEl>
                                          <p:spTgt spid="29"/>
                                        </p:tgtEl>
                                        <p:attrNameLst>
                                          <p:attrName>stroke.color</p:attrName>
                                        </p:attrNameLst>
                                      </p:cBhvr>
                                      <p:by>
                                        <p:hsl h="0" s="-12549" l="-25098"/>
                                      </p:by>
                                    </p:animClr>
                                    <p:set>
                                      <p:cBhvr>
                                        <p:cTn id="18" dur="500" fill="hold"/>
                                        <p:tgtEl>
                                          <p:spTgt spid="29"/>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 grpId="0" animBg="1"/>
      <p:bldP spid="2"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線コネクタ 2">
            <a:extLst>
              <a:ext uri="{FF2B5EF4-FFF2-40B4-BE49-F238E27FC236}">
                <a16:creationId xmlns:a16="http://schemas.microsoft.com/office/drawing/2014/main" id="{4D27384A-6CFE-1741-281D-2D694C228208}"/>
              </a:ext>
            </a:extLst>
          </p:cNvPr>
          <p:cNvCxnSpPr>
            <a:cxnSpLocks/>
          </p:cNvCxnSpPr>
          <p:nvPr/>
        </p:nvCxnSpPr>
        <p:spPr>
          <a:xfrm>
            <a:off x="3167743" y="1328057"/>
            <a:ext cx="0" cy="3483429"/>
          </a:xfrm>
          <a:prstGeom prst="line">
            <a:avLst/>
          </a:prstGeom>
        </p:spPr>
        <p:style>
          <a:lnRef idx="1">
            <a:schemeClr val="dk1"/>
          </a:lnRef>
          <a:fillRef idx="0">
            <a:schemeClr val="dk1"/>
          </a:fillRef>
          <a:effectRef idx="0">
            <a:schemeClr val="dk1"/>
          </a:effectRef>
          <a:fontRef idx="minor">
            <a:schemeClr val="tx1"/>
          </a:fontRef>
        </p:style>
      </p:cxnSp>
      <p:grpSp>
        <p:nvGrpSpPr>
          <p:cNvPr id="4" name="グループ化 3">
            <a:extLst>
              <a:ext uri="{FF2B5EF4-FFF2-40B4-BE49-F238E27FC236}">
                <a16:creationId xmlns:a16="http://schemas.microsoft.com/office/drawing/2014/main" id="{DACCD132-4D19-09A5-8D90-2BE99235E9B5}"/>
              </a:ext>
            </a:extLst>
          </p:cNvPr>
          <p:cNvGrpSpPr/>
          <p:nvPr/>
        </p:nvGrpSpPr>
        <p:grpSpPr>
          <a:xfrm>
            <a:off x="3738371" y="1431184"/>
            <a:ext cx="7000755" cy="555171"/>
            <a:chOff x="4207329" y="1666025"/>
            <a:chExt cx="6117768" cy="555171"/>
          </a:xfrm>
        </p:grpSpPr>
        <p:sp>
          <p:nvSpPr>
            <p:cNvPr id="5" name="正方形/長方形 4">
              <a:extLst>
                <a:ext uri="{FF2B5EF4-FFF2-40B4-BE49-F238E27FC236}">
                  <a16:creationId xmlns:a16="http://schemas.microsoft.com/office/drawing/2014/main" id="{AB44EBC3-7396-CA4D-ED71-B2D2F16F86A4}"/>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68988D89-D6B2-0103-B45D-CCC89D185267}"/>
                </a:ext>
              </a:extLst>
            </p:cNvPr>
            <p:cNvSpPr txBox="1"/>
            <p:nvPr/>
          </p:nvSpPr>
          <p:spPr>
            <a:xfrm>
              <a:off x="4343399" y="1690076"/>
              <a:ext cx="4223658" cy="461665"/>
            </a:xfrm>
            <a:prstGeom prst="rect">
              <a:avLst/>
            </a:prstGeom>
            <a:noFill/>
            <a:ln>
              <a:noFill/>
            </a:ln>
          </p:spPr>
          <p:txBody>
            <a:bodyPr wrap="square" rtlCol="0">
              <a:spAutoFit/>
            </a:bodyPr>
            <a:lstStyle/>
            <a:p>
              <a:r>
                <a:rPr kumimoji="1" lang="ja-JP" altLang="en-US" sz="2400" b="1" dirty="0"/>
                <a:t>成績管理</a:t>
              </a:r>
            </a:p>
          </p:txBody>
        </p:sp>
      </p:grpSp>
      <p:grpSp>
        <p:nvGrpSpPr>
          <p:cNvPr id="7" name="グループ化 6">
            <a:extLst>
              <a:ext uri="{FF2B5EF4-FFF2-40B4-BE49-F238E27FC236}">
                <a16:creationId xmlns:a16="http://schemas.microsoft.com/office/drawing/2014/main" id="{F5BBD920-AC6A-B5BC-1812-B673E38491D0}"/>
              </a:ext>
            </a:extLst>
          </p:cNvPr>
          <p:cNvGrpSpPr/>
          <p:nvPr/>
        </p:nvGrpSpPr>
        <p:grpSpPr>
          <a:xfrm>
            <a:off x="914397" y="377594"/>
            <a:ext cx="9775371" cy="742070"/>
            <a:chOff x="914397" y="377594"/>
            <a:chExt cx="9775371" cy="742070"/>
          </a:xfrm>
        </p:grpSpPr>
        <p:sp>
          <p:nvSpPr>
            <p:cNvPr id="8" name="正方形/長方形 7">
              <a:extLst>
                <a:ext uri="{FF2B5EF4-FFF2-40B4-BE49-F238E27FC236}">
                  <a16:creationId xmlns:a16="http://schemas.microsoft.com/office/drawing/2014/main" id="{30368C12-DCF6-6449-2B57-8A1E25100EE0}"/>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C81BF533-0F48-1256-A93F-EA58201A4365}"/>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10" name="テキスト ボックス 9">
              <a:extLst>
                <a:ext uri="{FF2B5EF4-FFF2-40B4-BE49-F238E27FC236}">
                  <a16:creationId xmlns:a16="http://schemas.microsoft.com/office/drawing/2014/main" id="{35058274-0F9B-8554-B9D8-0F7F828587B2}"/>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11" name="テキスト ボックス 10">
              <a:extLst>
                <a:ext uri="{FF2B5EF4-FFF2-40B4-BE49-F238E27FC236}">
                  <a16:creationId xmlns:a16="http://schemas.microsoft.com/office/drawing/2014/main" id="{01981415-F011-0484-7EA9-0F62BBDEFBBB}"/>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12" name="正方形/長方形 11">
            <a:extLst>
              <a:ext uri="{FF2B5EF4-FFF2-40B4-BE49-F238E27FC236}">
                <a16:creationId xmlns:a16="http://schemas.microsoft.com/office/drawing/2014/main" id="{F492F17B-BB2C-70EB-0D18-086B1EF1CD7E}"/>
              </a:ext>
            </a:extLst>
          </p:cNvPr>
          <p:cNvSpPr/>
          <p:nvPr/>
        </p:nvSpPr>
        <p:spPr>
          <a:xfrm>
            <a:off x="1019007" y="5250551"/>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843C798-13E4-F1AD-5F1A-BCE3C9084044}"/>
              </a:ext>
            </a:extLst>
          </p:cNvPr>
          <p:cNvSpPr txBox="1"/>
          <p:nvPr/>
        </p:nvSpPr>
        <p:spPr>
          <a:xfrm>
            <a:off x="5079379" y="5297499"/>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14" name="四角形: 角を丸くする 13">
            <a:extLst>
              <a:ext uri="{FF2B5EF4-FFF2-40B4-BE49-F238E27FC236}">
                <a16:creationId xmlns:a16="http://schemas.microsoft.com/office/drawing/2014/main" id="{C5F9E02A-75E6-CF0A-11F6-B88E0D4E4B36}"/>
              </a:ext>
            </a:extLst>
          </p:cNvPr>
          <p:cNvSpPr/>
          <p:nvPr/>
        </p:nvSpPr>
        <p:spPr>
          <a:xfrm>
            <a:off x="3738371" y="2390659"/>
            <a:ext cx="6891527" cy="1377109"/>
          </a:xfrm>
          <a:prstGeom prst="roundRect">
            <a:avLst>
              <a:gd name="adj" fmla="val 12643"/>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12A0C8C6-113D-5D59-17D3-60C795CFF0B6}"/>
              </a:ext>
            </a:extLst>
          </p:cNvPr>
          <p:cNvSpPr/>
          <p:nvPr/>
        </p:nvSpPr>
        <p:spPr>
          <a:xfrm>
            <a:off x="3977089" y="3149816"/>
            <a:ext cx="1094641" cy="27918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7C7FC4B7-016F-9329-0C45-4DFCE4440A1A}"/>
              </a:ext>
            </a:extLst>
          </p:cNvPr>
          <p:cNvSpPr/>
          <p:nvPr/>
        </p:nvSpPr>
        <p:spPr>
          <a:xfrm>
            <a:off x="5323593" y="3139302"/>
            <a:ext cx="1042001" cy="271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61FD88DB-DECF-0441-C5A1-8854C97E78FC}"/>
              </a:ext>
            </a:extLst>
          </p:cNvPr>
          <p:cNvSpPr/>
          <p:nvPr/>
        </p:nvSpPr>
        <p:spPr>
          <a:xfrm>
            <a:off x="6663071" y="3149816"/>
            <a:ext cx="1333041" cy="28969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57BF2F59-8C15-20B4-4454-47EBE719FB09}"/>
              </a:ext>
            </a:extLst>
          </p:cNvPr>
          <p:cNvSpPr/>
          <p:nvPr/>
        </p:nvSpPr>
        <p:spPr>
          <a:xfrm>
            <a:off x="8338616" y="3149816"/>
            <a:ext cx="777457" cy="28969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A04A8C54-7679-2753-79B2-89B4D87D8774}"/>
              </a:ext>
            </a:extLst>
          </p:cNvPr>
          <p:cNvSpPr txBox="1"/>
          <p:nvPr/>
        </p:nvSpPr>
        <p:spPr>
          <a:xfrm>
            <a:off x="3889986" y="2636895"/>
            <a:ext cx="5209890" cy="369332"/>
          </a:xfrm>
          <a:prstGeom prst="rect">
            <a:avLst/>
          </a:prstGeom>
          <a:noFill/>
        </p:spPr>
        <p:txBody>
          <a:bodyPr wrap="square" rtlCol="0">
            <a:spAutoFit/>
          </a:bodyPr>
          <a:lstStyle/>
          <a:p>
            <a:r>
              <a:rPr kumimoji="1" lang="ja-JP" altLang="en-US" dirty="0"/>
              <a:t>入学年度　  クラス　　    科目　　　　　回数</a:t>
            </a:r>
          </a:p>
        </p:txBody>
      </p:sp>
      <p:sp>
        <p:nvSpPr>
          <p:cNvPr id="24" name="四角形: 角を丸くする 23">
            <a:extLst>
              <a:ext uri="{FF2B5EF4-FFF2-40B4-BE49-F238E27FC236}">
                <a16:creationId xmlns:a16="http://schemas.microsoft.com/office/drawing/2014/main" id="{4D78BA98-B1A2-9AB5-1B63-D69AFBD5B017}"/>
              </a:ext>
            </a:extLst>
          </p:cNvPr>
          <p:cNvSpPr/>
          <p:nvPr/>
        </p:nvSpPr>
        <p:spPr>
          <a:xfrm>
            <a:off x="9338594" y="2882850"/>
            <a:ext cx="1061551" cy="486221"/>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B0DD529C-193D-13B8-BB33-07839CC320BC}"/>
              </a:ext>
            </a:extLst>
          </p:cNvPr>
          <p:cNvSpPr txBox="1"/>
          <p:nvPr/>
        </p:nvSpPr>
        <p:spPr>
          <a:xfrm>
            <a:off x="9508101" y="2954636"/>
            <a:ext cx="749891" cy="369332"/>
          </a:xfrm>
          <a:prstGeom prst="rect">
            <a:avLst/>
          </a:prstGeom>
          <a:noFill/>
        </p:spPr>
        <p:txBody>
          <a:bodyPr wrap="square" rtlCol="0">
            <a:spAutoFit/>
          </a:bodyPr>
          <a:lstStyle/>
          <a:p>
            <a:pPr algn="ctr"/>
            <a:r>
              <a:rPr kumimoji="1" lang="ja-JP" altLang="en-US" b="1" dirty="0">
                <a:solidFill>
                  <a:schemeClr val="bg1"/>
                </a:solidFill>
              </a:rPr>
              <a:t>検索</a:t>
            </a:r>
          </a:p>
        </p:txBody>
      </p:sp>
      <p:sp>
        <p:nvSpPr>
          <p:cNvPr id="26" name="テキスト ボックス 25">
            <a:extLst>
              <a:ext uri="{FF2B5EF4-FFF2-40B4-BE49-F238E27FC236}">
                <a16:creationId xmlns:a16="http://schemas.microsoft.com/office/drawing/2014/main" id="{29C97CDA-40C1-9643-928E-D666ACE8E67B}"/>
              </a:ext>
            </a:extLst>
          </p:cNvPr>
          <p:cNvSpPr txBox="1"/>
          <p:nvPr/>
        </p:nvSpPr>
        <p:spPr>
          <a:xfrm>
            <a:off x="3978511" y="3148569"/>
            <a:ext cx="988331" cy="369332"/>
          </a:xfrm>
          <a:prstGeom prst="rect">
            <a:avLst/>
          </a:prstGeom>
          <a:noFill/>
        </p:spPr>
        <p:txBody>
          <a:bodyPr wrap="square" rtlCol="0">
            <a:spAutoFit/>
          </a:bodyPr>
          <a:lstStyle/>
          <a:p>
            <a:r>
              <a:rPr lang="en-US" altLang="ja-JP" dirty="0"/>
              <a:t>2023</a:t>
            </a:r>
            <a:endParaRPr kumimoji="1" lang="ja-JP" altLang="en-US" dirty="0"/>
          </a:p>
        </p:txBody>
      </p:sp>
      <p:sp>
        <p:nvSpPr>
          <p:cNvPr id="27" name="テキスト ボックス 26">
            <a:extLst>
              <a:ext uri="{FF2B5EF4-FFF2-40B4-BE49-F238E27FC236}">
                <a16:creationId xmlns:a16="http://schemas.microsoft.com/office/drawing/2014/main" id="{45844A42-0DBD-28CA-0A80-FAC1FE7FF49D}"/>
              </a:ext>
            </a:extLst>
          </p:cNvPr>
          <p:cNvSpPr txBox="1"/>
          <p:nvPr/>
        </p:nvSpPr>
        <p:spPr>
          <a:xfrm>
            <a:off x="5322637" y="3109998"/>
            <a:ext cx="644409" cy="369332"/>
          </a:xfrm>
          <a:prstGeom prst="rect">
            <a:avLst/>
          </a:prstGeom>
          <a:noFill/>
        </p:spPr>
        <p:txBody>
          <a:bodyPr wrap="square" rtlCol="0">
            <a:spAutoFit/>
          </a:bodyPr>
          <a:lstStyle/>
          <a:p>
            <a:r>
              <a:rPr lang="en-US" altLang="ja-JP" dirty="0"/>
              <a:t>203</a:t>
            </a:r>
            <a:endParaRPr kumimoji="1" lang="ja-JP" altLang="en-US" dirty="0"/>
          </a:p>
        </p:txBody>
      </p:sp>
      <p:sp>
        <p:nvSpPr>
          <p:cNvPr id="28" name="テキスト ボックス 27">
            <a:extLst>
              <a:ext uri="{FF2B5EF4-FFF2-40B4-BE49-F238E27FC236}">
                <a16:creationId xmlns:a16="http://schemas.microsoft.com/office/drawing/2014/main" id="{66475E34-966F-14FE-A7CD-6B159C08AF9D}"/>
              </a:ext>
            </a:extLst>
          </p:cNvPr>
          <p:cNvSpPr txBox="1"/>
          <p:nvPr/>
        </p:nvSpPr>
        <p:spPr>
          <a:xfrm>
            <a:off x="6666396" y="3128528"/>
            <a:ext cx="1010933" cy="369332"/>
          </a:xfrm>
          <a:prstGeom prst="rect">
            <a:avLst/>
          </a:prstGeom>
          <a:noFill/>
        </p:spPr>
        <p:txBody>
          <a:bodyPr wrap="square" rtlCol="0">
            <a:spAutoFit/>
          </a:bodyPr>
          <a:lstStyle/>
          <a:p>
            <a:r>
              <a:rPr lang="ja-JP" altLang="en-US" dirty="0"/>
              <a:t>国語</a:t>
            </a:r>
            <a:endParaRPr kumimoji="1" lang="ja-JP" altLang="en-US" dirty="0"/>
          </a:p>
        </p:txBody>
      </p:sp>
      <p:sp>
        <p:nvSpPr>
          <p:cNvPr id="29" name="テキスト ボックス 28">
            <a:extLst>
              <a:ext uri="{FF2B5EF4-FFF2-40B4-BE49-F238E27FC236}">
                <a16:creationId xmlns:a16="http://schemas.microsoft.com/office/drawing/2014/main" id="{9C8BDF90-6879-FA2C-B1A1-159904FFAD75}"/>
              </a:ext>
            </a:extLst>
          </p:cNvPr>
          <p:cNvSpPr txBox="1"/>
          <p:nvPr/>
        </p:nvSpPr>
        <p:spPr>
          <a:xfrm>
            <a:off x="8342773" y="3114237"/>
            <a:ext cx="623009" cy="369332"/>
          </a:xfrm>
          <a:prstGeom prst="rect">
            <a:avLst/>
          </a:prstGeom>
          <a:noFill/>
        </p:spPr>
        <p:txBody>
          <a:bodyPr wrap="square" rtlCol="0">
            <a:spAutoFit/>
          </a:bodyPr>
          <a:lstStyle/>
          <a:p>
            <a:r>
              <a:rPr lang="en-US" altLang="ja-JP" dirty="0"/>
              <a:t>1</a:t>
            </a:r>
            <a:endParaRPr kumimoji="1" lang="ja-JP" altLang="en-US" dirty="0"/>
          </a:p>
        </p:txBody>
      </p:sp>
      <p:sp>
        <p:nvSpPr>
          <p:cNvPr id="30" name="テキスト ボックス 29">
            <a:extLst>
              <a:ext uri="{FF2B5EF4-FFF2-40B4-BE49-F238E27FC236}">
                <a16:creationId xmlns:a16="http://schemas.microsoft.com/office/drawing/2014/main" id="{72AC924C-602D-393B-D169-88FFFC2C9714}"/>
              </a:ext>
            </a:extLst>
          </p:cNvPr>
          <p:cNvSpPr txBox="1"/>
          <p:nvPr/>
        </p:nvSpPr>
        <p:spPr>
          <a:xfrm>
            <a:off x="1019007" y="1273275"/>
            <a:ext cx="1825516" cy="3429354"/>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Tree>
    <p:extLst>
      <p:ext uri="{BB962C8B-B14F-4D97-AF65-F5344CB8AC3E}">
        <p14:creationId xmlns:p14="http://schemas.microsoft.com/office/powerpoint/2010/main" val="396188375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20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par>
                          <p:cTn id="8" fill="hold">
                            <p:stCondLst>
                              <p:cond delay="700"/>
                            </p:stCondLst>
                            <p:childTnLst>
                              <p:par>
                                <p:cTn id="9" presetID="16" presetClass="entr" presetSubtype="21"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barn(inVertical)">
                                      <p:cBhvr>
                                        <p:cTn id="11" dur="500"/>
                                        <p:tgtEl>
                                          <p:spTgt spid="27"/>
                                        </p:tgtEl>
                                      </p:cBhvr>
                                    </p:animEffect>
                                  </p:childTnLst>
                                </p:cTn>
                              </p:par>
                            </p:childTnLst>
                          </p:cTn>
                        </p:par>
                        <p:par>
                          <p:cTn id="12" fill="hold">
                            <p:stCondLst>
                              <p:cond delay="1200"/>
                            </p:stCondLst>
                            <p:childTnLst>
                              <p:par>
                                <p:cTn id="13" presetID="16" presetClass="entr" presetSubtype="21"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barn(inVertical)">
                                      <p:cBhvr>
                                        <p:cTn id="15" dur="500"/>
                                        <p:tgtEl>
                                          <p:spTgt spid="28"/>
                                        </p:tgtEl>
                                      </p:cBhvr>
                                    </p:animEffect>
                                  </p:childTnLst>
                                </p:cTn>
                              </p:par>
                            </p:childTnLst>
                          </p:cTn>
                        </p:par>
                        <p:par>
                          <p:cTn id="16" fill="hold">
                            <p:stCondLst>
                              <p:cond delay="1700"/>
                            </p:stCondLst>
                            <p:childTnLst>
                              <p:par>
                                <p:cTn id="17" presetID="16" presetClass="entr" presetSubtype="21" fill="hold" grpId="0" nodeType="afterEffect">
                                  <p:stCondLst>
                                    <p:cond delay="200"/>
                                  </p:stCondLst>
                                  <p:childTnLst>
                                    <p:set>
                                      <p:cBhvr>
                                        <p:cTn id="18" dur="1" fill="hold">
                                          <p:stCondLst>
                                            <p:cond delay="0"/>
                                          </p:stCondLst>
                                        </p:cTn>
                                        <p:tgtEl>
                                          <p:spTgt spid="29"/>
                                        </p:tgtEl>
                                        <p:attrNameLst>
                                          <p:attrName>style.visibility</p:attrName>
                                        </p:attrNameLst>
                                      </p:cBhvr>
                                      <p:to>
                                        <p:strVal val="visible"/>
                                      </p:to>
                                    </p:set>
                                    <p:animEffect transition="in" filter="barn(inVertical)">
                                      <p:cBhvr>
                                        <p:cTn id="1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線コネクタ 2">
            <a:extLst>
              <a:ext uri="{FF2B5EF4-FFF2-40B4-BE49-F238E27FC236}">
                <a16:creationId xmlns:a16="http://schemas.microsoft.com/office/drawing/2014/main" id="{73831334-7A07-CACE-97A8-5A6E3773CBE2}"/>
              </a:ext>
            </a:extLst>
          </p:cNvPr>
          <p:cNvCxnSpPr>
            <a:cxnSpLocks/>
          </p:cNvCxnSpPr>
          <p:nvPr/>
        </p:nvCxnSpPr>
        <p:spPr>
          <a:xfrm>
            <a:off x="3167743" y="1328057"/>
            <a:ext cx="0" cy="4888016"/>
          </a:xfrm>
          <a:prstGeom prst="line">
            <a:avLst/>
          </a:prstGeom>
        </p:spPr>
        <p:style>
          <a:lnRef idx="1">
            <a:schemeClr val="dk1"/>
          </a:lnRef>
          <a:fillRef idx="0">
            <a:schemeClr val="dk1"/>
          </a:fillRef>
          <a:effectRef idx="0">
            <a:schemeClr val="dk1"/>
          </a:effectRef>
          <a:fontRef idx="minor">
            <a:schemeClr val="tx1"/>
          </a:fontRef>
        </p:style>
      </p:cxnSp>
      <p:grpSp>
        <p:nvGrpSpPr>
          <p:cNvPr id="4" name="グループ化 3">
            <a:extLst>
              <a:ext uri="{FF2B5EF4-FFF2-40B4-BE49-F238E27FC236}">
                <a16:creationId xmlns:a16="http://schemas.microsoft.com/office/drawing/2014/main" id="{24B65483-5812-AED4-F6BE-A980EC5711E1}"/>
              </a:ext>
            </a:extLst>
          </p:cNvPr>
          <p:cNvGrpSpPr/>
          <p:nvPr/>
        </p:nvGrpSpPr>
        <p:grpSpPr>
          <a:xfrm>
            <a:off x="3738371" y="1431184"/>
            <a:ext cx="7000755" cy="555171"/>
            <a:chOff x="4207329" y="1666025"/>
            <a:chExt cx="6117768" cy="555171"/>
          </a:xfrm>
        </p:grpSpPr>
        <p:sp>
          <p:nvSpPr>
            <p:cNvPr id="5" name="正方形/長方形 4">
              <a:extLst>
                <a:ext uri="{FF2B5EF4-FFF2-40B4-BE49-F238E27FC236}">
                  <a16:creationId xmlns:a16="http://schemas.microsoft.com/office/drawing/2014/main" id="{E96C375E-5ECD-A836-E8E6-1E2E36539D2A}"/>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7BDE8F82-6B54-5B70-9BAC-C730C0183617}"/>
                </a:ext>
              </a:extLst>
            </p:cNvPr>
            <p:cNvSpPr txBox="1"/>
            <p:nvPr/>
          </p:nvSpPr>
          <p:spPr>
            <a:xfrm>
              <a:off x="4343399" y="1690076"/>
              <a:ext cx="4223658" cy="461665"/>
            </a:xfrm>
            <a:prstGeom prst="rect">
              <a:avLst/>
            </a:prstGeom>
            <a:noFill/>
            <a:ln>
              <a:noFill/>
            </a:ln>
          </p:spPr>
          <p:txBody>
            <a:bodyPr wrap="square" rtlCol="0">
              <a:spAutoFit/>
            </a:bodyPr>
            <a:lstStyle/>
            <a:p>
              <a:r>
                <a:rPr kumimoji="1" lang="ja-JP" altLang="en-US" sz="2400" b="1" dirty="0"/>
                <a:t>成績管理</a:t>
              </a:r>
            </a:p>
          </p:txBody>
        </p:sp>
      </p:grpSp>
      <p:grpSp>
        <p:nvGrpSpPr>
          <p:cNvPr id="7" name="グループ化 6">
            <a:extLst>
              <a:ext uri="{FF2B5EF4-FFF2-40B4-BE49-F238E27FC236}">
                <a16:creationId xmlns:a16="http://schemas.microsoft.com/office/drawing/2014/main" id="{FDC6676F-26F8-6E32-3676-3FA8EC8AAB2A}"/>
              </a:ext>
            </a:extLst>
          </p:cNvPr>
          <p:cNvGrpSpPr/>
          <p:nvPr/>
        </p:nvGrpSpPr>
        <p:grpSpPr>
          <a:xfrm>
            <a:off x="914397" y="377594"/>
            <a:ext cx="9775371" cy="742070"/>
            <a:chOff x="914397" y="377594"/>
            <a:chExt cx="9775371" cy="742070"/>
          </a:xfrm>
        </p:grpSpPr>
        <p:sp>
          <p:nvSpPr>
            <p:cNvPr id="8" name="正方形/長方形 7">
              <a:extLst>
                <a:ext uri="{FF2B5EF4-FFF2-40B4-BE49-F238E27FC236}">
                  <a16:creationId xmlns:a16="http://schemas.microsoft.com/office/drawing/2014/main" id="{46709246-103A-7B85-2E8D-CED4E3286669}"/>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2362C13E-1D3A-4E97-5AD1-2D0A9851F8A6}"/>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10" name="テキスト ボックス 9">
              <a:extLst>
                <a:ext uri="{FF2B5EF4-FFF2-40B4-BE49-F238E27FC236}">
                  <a16:creationId xmlns:a16="http://schemas.microsoft.com/office/drawing/2014/main" id="{9C3B3C23-BC4E-5447-CCD0-1D144EEC88CC}"/>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11" name="テキスト ボックス 10">
              <a:extLst>
                <a:ext uri="{FF2B5EF4-FFF2-40B4-BE49-F238E27FC236}">
                  <a16:creationId xmlns:a16="http://schemas.microsoft.com/office/drawing/2014/main" id="{FE7B67CD-8BD6-242D-58AE-82D0CF5BBDC4}"/>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12" name="四角形: 角を丸くする 11">
            <a:extLst>
              <a:ext uri="{FF2B5EF4-FFF2-40B4-BE49-F238E27FC236}">
                <a16:creationId xmlns:a16="http://schemas.microsoft.com/office/drawing/2014/main" id="{76569061-F09F-8148-44DF-12D27CC4BB25}"/>
              </a:ext>
            </a:extLst>
          </p:cNvPr>
          <p:cNvSpPr/>
          <p:nvPr/>
        </p:nvSpPr>
        <p:spPr>
          <a:xfrm>
            <a:off x="3738371" y="2390659"/>
            <a:ext cx="6891527" cy="1377109"/>
          </a:xfrm>
          <a:prstGeom prst="roundRect">
            <a:avLst>
              <a:gd name="adj" fmla="val 12643"/>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7DA11099-E490-B294-EA91-44064C799BB8}"/>
              </a:ext>
            </a:extLst>
          </p:cNvPr>
          <p:cNvSpPr/>
          <p:nvPr/>
        </p:nvSpPr>
        <p:spPr>
          <a:xfrm>
            <a:off x="3977089" y="3149816"/>
            <a:ext cx="1094641" cy="27918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B2112EF8-FB3F-FC81-C2BA-A20FABD70A8B}"/>
              </a:ext>
            </a:extLst>
          </p:cNvPr>
          <p:cNvSpPr txBox="1"/>
          <p:nvPr/>
        </p:nvSpPr>
        <p:spPr>
          <a:xfrm>
            <a:off x="3889986" y="2636895"/>
            <a:ext cx="5209890" cy="369332"/>
          </a:xfrm>
          <a:prstGeom prst="rect">
            <a:avLst/>
          </a:prstGeom>
          <a:noFill/>
        </p:spPr>
        <p:txBody>
          <a:bodyPr wrap="square" rtlCol="0">
            <a:spAutoFit/>
          </a:bodyPr>
          <a:lstStyle/>
          <a:p>
            <a:r>
              <a:rPr kumimoji="1" lang="ja-JP" altLang="en-US" dirty="0"/>
              <a:t>入学年度　  クラス　　    科目　　　　　回数</a:t>
            </a:r>
          </a:p>
        </p:txBody>
      </p:sp>
      <p:sp>
        <p:nvSpPr>
          <p:cNvPr id="15" name="四角形: 角を丸くする 14">
            <a:extLst>
              <a:ext uri="{FF2B5EF4-FFF2-40B4-BE49-F238E27FC236}">
                <a16:creationId xmlns:a16="http://schemas.microsoft.com/office/drawing/2014/main" id="{B902DBA7-B257-508A-56F7-AE59E013E42A}"/>
              </a:ext>
            </a:extLst>
          </p:cNvPr>
          <p:cNvSpPr/>
          <p:nvPr/>
        </p:nvSpPr>
        <p:spPr>
          <a:xfrm>
            <a:off x="9338594" y="2882850"/>
            <a:ext cx="1061551" cy="486221"/>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BDA7930E-9672-9BE1-FF30-725509DC19C9}"/>
              </a:ext>
            </a:extLst>
          </p:cNvPr>
          <p:cNvSpPr txBox="1"/>
          <p:nvPr/>
        </p:nvSpPr>
        <p:spPr>
          <a:xfrm>
            <a:off x="9508101" y="2954636"/>
            <a:ext cx="749891" cy="369332"/>
          </a:xfrm>
          <a:prstGeom prst="rect">
            <a:avLst/>
          </a:prstGeom>
          <a:noFill/>
        </p:spPr>
        <p:txBody>
          <a:bodyPr wrap="square" rtlCol="0">
            <a:spAutoFit/>
          </a:bodyPr>
          <a:lstStyle/>
          <a:p>
            <a:pPr algn="ctr"/>
            <a:r>
              <a:rPr kumimoji="1" lang="ja-JP" altLang="en-US" b="1" dirty="0">
                <a:solidFill>
                  <a:schemeClr val="bg1"/>
                </a:solidFill>
              </a:rPr>
              <a:t>検索</a:t>
            </a:r>
          </a:p>
        </p:txBody>
      </p:sp>
      <p:sp>
        <p:nvSpPr>
          <p:cNvPr id="17" name="四角形: 角を丸くする 16">
            <a:extLst>
              <a:ext uri="{FF2B5EF4-FFF2-40B4-BE49-F238E27FC236}">
                <a16:creationId xmlns:a16="http://schemas.microsoft.com/office/drawing/2014/main" id="{E73B5008-0194-D390-4779-8C93CA9BFA47}"/>
              </a:ext>
            </a:extLst>
          </p:cNvPr>
          <p:cNvSpPr/>
          <p:nvPr/>
        </p:nvSpPr>
        <p:spPr>
          <a:xfrm>
            <a:off x="5310448" y="3142896"/>
            <a:ext cx="1047652" cy="27918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F0C2CAF1-AAA6-4947-245E-8381165A4188}"/>
              </a:ext>
            </a:extLst>
          </p:cNvPr>
          <p:cNvSpPr/>
          <p:nvPr/>
        </p:nvSpPr>
        <p:spPr>
          <a:xfrm>
            <a:off x="6700575" y="3135976"/>
            <a:ext cx="1353200" cy="28610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B65C551B-66B2-3772-2CC3-86AE30CDC85F}"/>
              </a:ext>
            </a:extLst>
          </p:cNvPr>
          <p:cNvSpPr/>
          <p:nvPr/>
        </p:nvSpPr>
        <p:spPr>
          <a:xfrm>
            <a:off x="8339088" y="3149816"/>
            <a:ext cx="760788" cy="27226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9F3CBD1A-A95F-420E-51E4-AB43F4FE74BA}"/>
              </a:ext>
            </a:extLst>
          </p:cNvPr>
          <p:cNvSpPr txBox="1"/>
          <p:nvPr/>
        </p:nvSpPr>
        <p:spPr>
          <a:xfrm>
            <a:off x="3775180" y="4821117"/>
            <a:ext cx="4421666" cy="369332"/>
          </a:xfrm>
          <a:prstGeom prst="rect">
            <a:avLst/>
          </a:prstGeom>
          <a:noFill/>
        </p:spPr>
        <p:txBody>
          <a:bodyPr wrap="square" rtlCol="0">
            <a:spAutoFit/>
          </a:bodyPr>
          <a:lstStyle/>
          <a:p>
            <a:r>
              <a:rPr lang="en-US" altLang="ja-JP" b="1" dirty="0"/>
              <a:t>  2023        2377001</a:t>
            </a:r>
            <a:r>
              <a:rPr lang="ja-JP" altLang="en-US" b="1" dirty="0"/>
              <a:t>      大原太郎     </a:t>
            </a:r>
            <a:r>
              <a:rPr lang="en-US" altLang="ja-JP" b="1" dirty="0"/>
              <a:t>203       </a:t>
            </a:r>
            <a:r>
              <a:rPr lang="ja-JP" altLang="en-US" b="1" dirty="0"/>
              <a:t>           </a:t>
            </a:r>
            <a:endParaRPr kumimoji="1" lang="ja-JP" altLang="en-US" b="1" dirty="0"/>
          </a:p>
        </p:txBody>
      </p:sp>
      <p:cxnSp>
        <p:nvCxnSpPr>
          <p:cNvPr id="21" name="直線コネクタ 20">
            <a:extLst>
              <a:ext uri="{FF2B5EF4-FFF2-40B4-BE49-F238E27FC236}">
                <a16:creationId xmlns:a16="http://schemas.microsoft.com/office/drawing/2014/main" id="{12BB64C0-6476-AD4A-EEB3-F1C669348E62}"/>
              </a:ext>
            </a:extLst>
          </p:cNvPr>
          <p:cNvCxnSpPr/>
          <p:nvPr/>
        </p:nvCxnSpPr>
        <p:spPr>
          <a:xfrm>
            <a:off x="3588344" y="4756492"/>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10F99FAB-6D1D-64D2-8194-33A9DDD47883}"/>
              </a:ext>
            </a:extLst>
          </p:cNvPr>
          <p:cNvCxnSpPr/>
          <p:nvPr/>
        </p:nvCxnSpPr>
        <p:spPr>
          <a:xfrm>
            <a:off x="3588344" y="5194321"/>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3779222C-A270-4703-9CD8-6199CA194F7B}"/>
              </a:ext>
            </a:extLst>
          </p:cNvPr>
          <p:cNvSpPr txBox="1"/>
          <p:nvPr/>
        </p:nvSpPr>
        <p:spPr>
          <a:xfrm>
            <a:off x="3774352" y="5218099"/>
            <a:ext cx="4422494" cy="369332"/>
          </a:xfrm>
          <a:prstGeom prst="rect">
            <a:avLst/>
          </a:prstGeom>
          <a:noFill/>
        </p:spPr>
        <p:txBody>
          <a:bodyPr wrap="square" rtlCol="0">
            <a:spAutoFit/>
          </a:bodyPr>
          <a:lstStyle/>
          <a:p>
            <a:r>
              <a:rPr lang="en-US" altLang="ja-JP" b="1" dirty="0"/>
              <a:t>  2023        2377003</a:t>
            </a:r>
            <a:r>
              <a:rPr lang="ja-JP" altLang="en-US" b="1" dirty="0"/>
              <a:t>      大原三郎     </a:t>
            </a:r>
            <a:r>
              <a:rPr lang="en-US" altLang="ja-JP" b="1" dirty="0"/>
              <a:t>203       </a:t>
            </a:r>
            <a:r>
              <a:rPr lang="ja-JP" altLang="en-US" b="1" dirty="0"/>
              <a:t>          </a:t>
            </a:r>
            <a:endParaRPr kumimoji="1" lang="ja-JP" altLang="en-US" b="1" dirty="0"/>
          </a:p>
        </p:txBody>
      </p:sp>
      <p:cxnSp>
        <p:nvCxnSpPr>
          <p:cNvPr id="24" name="直線コネクタ 23">
            <a:extLst>
              <a:ext uri="{FF2B5EF4-FFF2-40B4-BE49-F238E27FC236}">
                <a16:creationId xmlns:a16="http://schemas.microsoft.com/office/drawing/2014/main" id="{015EA87B-4B95-4FCB-3050-0C2D872463A1}"/>
              </a:ext>
            </a:extLst>
          </p:cNvPr>
          <p:cNvCxnSpPr/>
          <p:nvPr/>
        </p:nvCxnSpPr>
        <p:spPr>
          <a:xfrm>
            <a:off x="3588344" y="5612219"/>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25" name="テキスト ボックス 24">
            <a:extLst>
              <a:ext uri="{FF2B5EF4-FFF2-40B4-BE49-F238E27FC236}">
                <a16:creationId xmlns:a16="http://schemas.microsoft.com/office/drawing/2014/main" id="{311C2743-4C21-000F-3BF2-538C8AB2BBE9}"/>
              </a:ext>
            </a:extLst>
          </p:cNvPr>
          <p:cNvSpPr txBox="1"/>
          <p:nvPr/>
        </p:nvSpPr>
        <p:spPr>
          <a:xfrm>
            <a:off x="3774350" y="4350258"/>
            <a:ext cx="5845621" cy="369332"/>
          </a:xfrm>
          <a:prstGeom prst="rect">
            <a:avLst/>
          </a:prstGeom>
          <a:noFill/>
        </p:spPr>
        <p:txBody>
          <a:bodyPr wrap="square" rtlCol="0">
            <a:spAutoFit/>
          </a:bodyPr>
          <a:lstStyle/>
          <a:p>
            <a:r>
              <a:rPr kumimoji="1" lang="ja-JP" altLang="en-US" b="1" dirty="0"/>
              <a:t>入学年度　学生番号　   氏名　        クラス    </a:t>
            </a:r>
            <a:r>
              <a:rPr lang="ja-JP" altLang="en-US" b="1" dirty="0"/>
              <a:t>    点数</a:t>
            </a:r>
            <a:endParaRPr kumimoji="1" lang="ja-JP" altLang="en-US" b="1" dirty="0"/>
          </a:p>
        </p:txBody>
      </p:sp>
      <p:sp>
        <p:nvSpPr>
          <p:cNvPr id="26" name="四角形: 角を丸くする 25">
            <a:extLst>
              <a:ext uri="{FF2B5EF4-FFF2-40B4-BE49-F238E27FC236}">
                <a16:creationId xmlns:a16="http://schemas.microsoft.com/office/drawing/2014/main" id="{F2126E06-C7C8-C6B1-7318-F1C7AEDE807E}"/>
              </a:ext>
            </a:extLst>
          </p:cNvPr>
          <p:cNvSpPr/>
          <p:nvPr/>
        </p:nvSpPr>
        <p:spPr>
          <a:xfrm>
            <a:off x="8741498" y="4817448"/>
            <a:ext cx="2087877" cy="31635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BD1128E3-4DF6-916C-5E9A-D0AF5942C878}"/>
              </a:ext>
            </a:extLst>
          </p:cNvPr>
          <p:cNvSpPr/>
          <p:nvPr/>
        </p:nvSpPr>
        <p:spPr>
          <a:xfrm>
            <a:off x="8741497" y="5238450"/>
            <a:ext cx="2087877" cy="31635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コネクタ 27">
            <a:extLst>
              <a:ext uri="{FF2B5EF4-FFF2-40B4-BE49-F238E27FC236}">
                <a16:creationId xmlns:a16="http://schemas.microsoft.com/office/drawing/2014/main" id="{421E144E-3F6B-D6B9-D4F7-1EAFCFDA2855}"/>
              </a:ext>
            </a:extLst>
          </p:cNvPr>
          <p:cNvCxnSpPr/>
          <p:nvPr/>
        </p:nvCxnSpPr>
        <p:spPr>
          <a:xfrm>
            <a:off x="4137891" y="3323968"/>
            <a:ext cx="544945"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FC423812-6983-3D47-298D-ACEE8C28B00D}"/>
              </a:ext>
            </a:extLst>
          </p:cNvPr>
          <p:cNvCxnSpPr/>
          <p:nvPr/>
        </p:nvCxnSpPr>
        <p:spPr>
          <a:xfrm>
            <a:off x="5407891" y="3317104"/>
            <a:ext cx="544945"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771551AD-A69F-F15E-F128-D2B36EDABEEA}"/>
              </a:ext>
            </a:extLst>
          </p:cNvPr>
          <p:cNvCxnSpPr/>
          <p:nvPr/>
        </p:nvCxnSpPr>
        <p:spPr>
          <a:xfrm>
            <a:off x="6830291" y="3318227"/>
            <a:ext cx="544945"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7940142E-DECB-006F-D242-D202BBF85BF6}"/>
              </a:ext>
            </a:extLst>
          </p:cNvPr>
          <p:cNvCxnSpPr>
            <a:cxnSpLocks/>
          </p:cNvCxnSpPr>
          <p:nvPr/>
        </p:nvCxnSpPr>
        <p:spPr>
          <a:xfrm>
            <a:off x="8418651" y="3317104"/>
            <a:ext cx="346364"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sp>
        <p:nvSpPr>
          <p:cNvPr id="32" name="テキスト ボックス 31">
            <a:extLst>
              <a:ext uri="{FF2B5EF4-FFF2-40B4-BE49-F238E27FC236}">
                <a16:creationId xmlns:a16="http://schemas.microsoft.com/office/drawing/2014/main" id="{1B63E0CF-B013-E641-D7B9-9FDAA5620793}"/>
              </a:ext>
            </a:extLst>
          </p:cNvPr>
          <p:cNvSpPr txBox="1"/>
          <p:nvPr/>
        </p:nvSpPr>
        <p:spPr>
          <a:xfrm>
            <a:off x="8773458" y="4770827"/>
            <a:ext cx="868219" cy="369332"/>
          </a:xfrm>
          <a:prstGeom prst="rect">
            <a:avLst/>
          </a:prstGeom>
          <a:noFill/>
        </p:spPr>
        <p:txBody>
          <a:bodyPr wrap="square" rtlCol="0">
            <a:spAutoFit/>
          </a:bodyPr>
          <a:lstStyle/>
          <a:p>
            <a:r>
              <a:rPr kumimoji="1" lang="en-US" altLang="ja-JP" dirty="0"/>
              <a:t>100</a:t>
            </a:r>
            <a:endParaRPr kumimoji="1" lang="ja-JP" altLang="en-US" dirty="0"/>
          </a:p>
        </p:txBody>
      </p:sp>
      <p:sp>
        <p:nvSpPr>
          <p:cNvPr id="33" name="テキスト ボックス 32">
            <a:extLst>
              <a:ext uri="{FF2B5EF4-FFF2-40B4-BE49-F238E27FC236}">
                <a16:creationId xmlns:a16="http://schemas.microsoft.com/office/drawing/2014/main" id="{B9D1C932-6CF4-C207-F403-C658716F5647}"/>
              </a:ext>
            </a:extLst>
          </p:cNvPr>
          <p:cNvSpPr txBox="1"/>
          <p:nvPr/>
        </p:nvSpPr>
        <p:spPr>
          <a:xfrm>
            <a:off x="8773458" y="5222458"/>
            <a:ext cx="868219" cy="369332"/>
          </a:xfrm>
          <a:prstGeom prst="rect">
            <a:avLst/>
          </a:prstGeom>
          <a:noFill/>
        </p:spPr>
        <p:txBody>
          <a:bodyPr wrap="square" rtlCol="0">
            <a:spAutoFit/>
          </a:bodyPr>
          <a:lstStyle/>
          <a:p>
            <a:r>
              <a:rPr lang="en-US" altLang="ja-JP" dirty="0"/>
              <a:t>96</a:t>
            </a:r>
            <a:endParaRPr kumimoji="1" lang="ja-JP" altLang="en-US" dirty="0"/>
          </a:p>
        </p:txBody>
      </p:sp>
      <p:sp>
        <p:nvSpPr>
          <p:cNvPr id="34" name="四角形: 角を丸くする 33">
            <a:extLst>
              <a:ext uri="{FF2B5EF4-FFF2-40B4-BE49-F238E27FC236}">
                <a16:creationId xmlns:a16="http://schemas.microsoft.com/office/drawing/2014/main" id="{B2ECFC84-720E-77F2-040A-AC9686080BD7}"/>
              </a:ext>
            </a:extLst>
          </p:cNvPr>
          <p:cNvSpPr/>
          <p:nvPr/>
        </p:nvSpPr>
        <p:spPr>
          <a:xfrm>
            <a:off x="3774350" y="5956027"/>
            <a:ext cx="1429911" cy="486217"/>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9A5D6865-BA72-2611-E55F-184773FEB040}"/>
              </a:ext>
            </a:extLst>
          </p:cNvPr>
          <p:cNvSpPr txBox="1"/>
          <p:nvPr/>
        </p:nvSpPr>
        <p:spPr>
          <a:xfrm>
            <a:off x="3738371" y="6045247"/>
            <a:ext cx="1512580" cy="307776"/>
          </a:xfrm>
          <a:prstGeom prst="rect">
            <a:avLst/>
          </a:prstGeom>
          <a:noFill/>
        </p:spPr>
        <p:txBody>
          <a:bodyPr wrap="square" rtlCol="0">
            <a:spAutoFit/>
          </a:bodyPr>
          <a:lstStyle/>
          <a:p>
            <a:pPr algn="ctr"/>
            <a:r>
              <a:rPr lang="ja-JP" altLang="en-US" sz="1400" b="1" dirty="0">
                <a:solidFill>
                  <a:schemeClr val="bg1"/>
                </a:solidFill>
              </a:rPr>
              <a:t>登録して終了</a:t>
            </a:r>
            <a:endParaRPr kumimoji="1" lang="ja-JP" altLang="en-US" sz="1400" b="1" dirty="0">
              <a:solidFill>
                <a:schemeClr val="bg1"/>
              </a:solidFill>
            </a:endParaRPr>
          </a:p>
        </p:txBody>
      </p:sp>
      <p:sp>
        <p:nvSpPr>
          <p:cNvPr id="36" name="矢印: 上 35">
            <a:extLst>
              <a:ext uri="{FF2B5EF4-FFF2-40B4-BE49-F238E27FC236}">
                <a16:creationId xmlns:a16="http://schemas.microsoft.com/office/drawing/2014/main" id="{F8B561CB-9429-C320-FFD1-B861706649B2}"/>
              </a:ext>
            </a:extLst>
          </p:cNvPr>
          <p:cNvSpPr/>
          <p:nvPr/>
        </p:nvSpPr>
        <p:spPr>
          <a:xfrm rot="20889810">
            <a:off x="4261488" y="6161110"/>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6412744F-4FBB-5F8A-A92C-5461C745A3D7}"/>
              </a:ext>
            </a:extLst>
          </p:cNvPr>
          <p:cNvSpPr txBox="1"/>
          <p:nvPr/>
        </p:nvSpPr>
        <p:spPr>
          <a:xfrm>
            <a:off x="3889986" y="3924728"/>
            <a:ext cx="2468112" cy="369332"/>
          </a:xfrm>
          <a:prstGeom prst="rect">
            <a:avLst/>
          </a:prstGeom>
          <a:noFill/>
        </p:spPr>
        <p:txBody>
          <a:bodyPr wrap="square" rtlCol="0">
            <a:spAutoFit/>
          </a:bodyPr>
          <a:lstStyle/>
          <a:p>
            <a:r>
              <a:rPr kumimoji="1" lang="ja-JP" altLang="en-US" dirty="0"/>
              <a:t>科目</a:t>
            </a:r>
            <a:r>
              <a:rPr lang="ja-JP" altLang="en-US" dirty="0"/>
              <a:t>：</a:t>
            </a:r>
            <a:r>
              <a:rPr kumimoji="1" lang="ja-JP" altLang="en-US" dirty="0"/>
              <a:t>国語</a:t>
            </a:r>
            <a:r>
              <a:rPr kumimoji="1" lang="en-US" altLang="ja-JP" dirty="0"/>
              <a:t>(1)</a:t>
            </a:r>
            <a:endParaRPr kumimoji="1" lang="ja-JP" altLang="en-US" dirty="0"/>
          </a:p>
        </p:txBody>
      </p:sp>
      <p:sp>
        <p:nvSpPr>
          <p:cNvPr id="38" name="テキスト ボックス 37">
            <a:extLst>
              <a:ext uri="{FF2B5EF4-FFF2-40B4-BE49-F238E27FC236}">
                <a16:creationId xmlns:a16="http://schemas.microsoft.com/office/drawing/2014/main" id="{349DF3C3-2866-A79C-6668-59203804E2B0}"/>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Tree>
    <p:extLst>
      <p:ext uri="{BB962C8B-B14F-4D97-AF65-F5344CB8AC3E}">
        <p14:creationId xmlns:p14="http://schemas.microsoft.com/office/powerpoint/2010/main" val="61663148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childTnLst>
                          </p:cTn>
                        </p:par>
                        <p:par>
                          <p:cTn id="11" fill="hold">
                            <p:stCondLst>
                              <p:cond delay="500"/>
                            </p:stCondLst>
                            <p:childTnLst>
                              <p:par>
                                <p:cTn id="12" presetID="42" presetClass="entr" presetSubtype="0" fill="hold" grpId="0" nodeType="after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fade">
                                      <p:cBhvr>
                                        <p:cTn id="14" dur="1000"/>
                                        <p:tgtEl>
                                          <p:spTgt spid="36"/>
                                        </p:tgtEl>
                                      </p:cBhvr>
                                    </p:animEffect>
                                    <p:anim calcmode="lin" valueType="num">
                                      <p:cBhvr>
                                        <p:cTn id="15" dur="1000" fill="hold"/>
                                        <p:tgtEl>
                                          <p:spTgt spid="36"/>
                                        </p:tgtEl>
                                        <p:attrNameLst>
                                          <p:attrName>ppt_x</p:attrName>
                                        </p:attrNameLst>
                                      </p:cBhvr>
                                      <p:tavLst>
                                        <p:tav tm="0">
                                          <p:val>
                                            <p:strVal val="#ppt_x"/>
                                          </p:val>
                                        </p:tav>
                                        <p:tav tm="100000">
                                          <p:val>
                                            <p:strVal val="#ppt_x"/>
                                          </p:val>
                                        </p:tav>
                                      </p:tavLst>
                                    </p:anim>
                                    <p:anim calcmode="lin" valueType="num">
                                      <p:cBhvr>
                                        <p:cTn id="16" dur="1000" fill="hold"/>
                                        <p:tgtEl>
                                          <p:spTgt spid="36"/>
                                        </p:tgtEl>
                                        <p:attrNameLst>
                                          <p:attrName>ppt_y</p:attrName>
                                        </p:attrNameLst>
                                      </p:cBhvr>
                                      <p:tavLst>
                                        <p:tav tm="0">
                                          <p:val>
                                            <p:strVal val="#ppt_y+.1"/>
                                          </p:val>
                                        </p:tav>
                                        <p:tav tm="100000">
                                          <p:val>
                                            <p:strVal val="#ppt_y"/>
                                          </p:val>
                                        </p:tav>
                                      </p:tavLst>
                                    </p:anim>
                                  </p:childTnLst>
                                </p:cTn>
                              </p:par>
                            </p:childTnLst>
                          </p:cTn>
                        </p:par>
                        <p:par>
                          <p:cTn id="17" fill="hold">
                            <p:stCondLst>
                              <p:cond delay="1500"/>
                            </p:stCondLst>
                            <p:childTnLst>
                              <p:par>
                                <p:cTn id="18" presetID="26" presetClass="emph" presetSubtype="0" fill="hold" grpId="1" nodeType="afterEffect">
                                  <p:stCondLst>
                                    <p:cond delay="0"/>
                                  </p:stCondLst>
                                  <p:childTnLst>
                                    <p:animEffect transition="out" filter="fade">
                                      <p:cBhvr>
                                        <p:cTn id="19" dur="800" tmFilter="0, 0; .2, .5; .8, .5; 1, 0"/>
                                        <p:tgtEl>
                                          <p:spTgt spid="36"/>
                                        </p:tgtEl>
                                      </p:cBhvr>
                                    </p:animEffect>
                                    <p:animScale>
                                      <p:cBhvr>
                                        <p:cTn id="20" dur="400" autoRev="1" fill="hold"/>
                                        <p:tgtEl>
                                          <p:spTgt spid="3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6" grpId="0" animBg="1"/>
      <p:bldP spid="36"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BEB06BD-4E62-3FC6-079F-B86C77B3F062}"/>
              </a:ext>
            </a:extLst>
          </p:cNvPr>
          <p:cNvSpPr/>
          <p:nvPr/>
        </p:nvSpPr>
        <p:spPr>
          <a:xfrm>
            <a:off x="963755" y="5584725"/>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3FC35027-DE9B-8FBC-E634-5CC3EE2BA54C}"/>
              </a:ext>
            </a:extLst>
          </p:cNvPr>
          <p:cNvSpPr txBox="1"/>
          <p:nvPr/>
        </p:nvSpPr>
        <p:spPr>
          <a:xfrm>
            <a:off x="4914899" y="5631673"/>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cxnSp>
        <p:nvCxnSpPr>
          <p:cNvPr id="5" name="直線コネクタ 4">
            <a:extLst>
              <a:ext uri="{FF2B5EF4-FFF2-40B4-BE49-F238E27FC236}">
                <a16:creationId xmlns:a16="http://schemas.microsoft.com/office/drawing/2014/main" id="{A9379F20-4119-2662-1D39-F81B46E2223D}"/>
              </a:ext>
            </a:extLst>
          </p:cNvPr>
          <p:cNvCxnSpPr>
            <a:cxnSpLocks/>
          </p:cNvCxnSpPr>
          <p:nvPr/>
        </p:nvCxnSpPr>
        <p:spPr>
          <a:xfrm>
            <a:off x="3167743" y="1328057"/>
            <a:ext cx="0" cy="3995057"/>
          </a:xfrm>
          <a:prstGeom prst="line">
            <a:avLst/>
          </a:prstGeom>
        </p:spPr>
        <p:style>
          <a:lnRef idx="1">
            <a:schemeClr val="dk1"/>
          </a:lnRef>
          <a:fillRef idx="0">
            <a:schemeClr val="dk1"/>
          </a:fillRef>
          <a:effectRef idx="0">
            <a:schemeClr val="dk1"/>
          </a:effectRef>
          <a:fontRef idx="minor">
            <a:schemeClr val="tx1"/>
          </a:fontRef>
        </p:style>
      </p:cxnSp>
      <p:grpSp>
        <p:nvGrpSpPr>
          <p:cNvPr id="6" name="グループ化 5">
            <a:extLst>
              <a:ext uri="{FF2B5EF4-FFF2-40B4-BE49-F238E27FC236}">
                <a16:creationId xmlns:a16="http://schemas.microsoft.com/office/drawing/2014/main" id="{A2500859-614D-5A65-8639-06EF6EA344B4}"/>
              </a:ext>
            </a:extLst>
          </p:cNvPr>
          <p:cNvGrpSpPr/>
          <p:nvPr/>
        </p:nvGrpSpPr>
        <p:grpSpPr>
          <a:xfrm>
            <a:off x="3738371" y="1431184"/>
            <a:ext cx="7000755" cy="555171"/>
            <a:chOff x="4207329" y="1666025"/>
            <a:chExt cx="6117768" cy="555171"/>
          </a:xfrm>
        </p:grpSpPr>
        <p:sp>
          <p:nvSpPr>
            <p:cNvPr id="7" name="正方形/長方形 6">
              <a:extLst>
                <a:ext uri="{FF2B5EF4-FFF2-40B4-BE49-F238E27FC236}">
                  <a16:creationId xmlns:a16="http://schemas.microsoft.com/office/drawing/2014/main" id="{2618F2C3-61FB-349F-A6A5-4BC0C8D91C13}"/>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テキスト ボックス 7">
              <a:extLst>
                <a:ext uri="{FF2B5EF4-FFF2-40B4-BE49-F238E27FC236}">
                  <a16:creationId xmlns:a16="http://schemas.microsoft.com/office/drawing/2014/main" id="{AEBC1BE1-DE71-BCD8-79B4-8C4463EEA0CE}"/>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成績管理</a:t>
              </a:r>
              <a:endParaRPr kumimoji="1" lang="ja-JP" altLang="en-US" sz="2400" b="1" dirty="0"/>
            </a:p>
          </p:txBody>
        </p:sp>
      </p:grpSp>
      <p:grpSp>
        <p:nvGrpSpPr>
          <p:cNvPr id="9" name="グループ化 8">
            <a:extLst>
              <a:ext uri="{FF2B5EF4-FFF2-40B4-BE49-F238E27FC236}">
                <a16:creationId xmlns:a16="http://schemas.microsoft.com/office/drawing/2014/main" id="{188EC19F-0A49-46EE-9EAE-84F160BC946F}"/>
              </a:ext>
            </a:extLst>
          </p:cNvPr>
          <p:cNvGrpSpPr/>
          <p:nvPr/>
        </p:nvGrpSpPr>
        <p:grpSpPr>
          <a:xfrm>
            <a:off x="914397" y="377594"/>
            <a:ext cx="9775371" cy="742070"/>
            <a:chOff x="914397" y="377594"/>
            <a:chExt cx="9775371" cy="742070"/>
          </a:xfrm>
        </p:grpSpPr>
        <p:sp>
          <p:nvSpPr>
            <p:cNvPr id="10" name="正方形/長方形 9">
              <a:extLst>
                <a:ext uri="{FF2B5EF4-FFF2-40B4-BE49-F238E27FC236}">
                  <a16:creationId xmlns:a16="http://schemas.microsoft.com/office/drawing/2014/main" id="{40C9C49F-F9CF-3909-6F74-A8A1A0ACF972}"/>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CF8AA59-8785-80C2-6D83-BFCB6974E1C3}"/>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12" name="テキスト ボックス 11">
              <a:extLst>
                <a:ext uri="{FF2B5EF4-FFF2-40B4-BE49-F238E27FC236}">
                  <a16:creationId xmlns:a16="http://schemas.microsoft.com/office/drawing/2014/main" id="{8045EA27-47F4-DC57-A161-EB40EC0F7E92}"/>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13" name="テキスト ボックス 12">
              <a:extLst>
                <a:ext uri="{FF2B5EF4-FFF2-40B4-BE49-F238E27FC236}">
                  <a16:creationId xmlns:a16="http://schemas.microsoft.com/office/drawing/2014/main" id="{A201989A-E6FD-4571-ECAA-64600E5EAF28}"/>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14" name="四角形: 角を丸くする 13">
            <a:extLst>
              <a:ext uri="{FF2B5EF4-FFF2-40B4-BE49-F238E27FC236}">
                <a16:creationId xmlns:a16="http://schemas.microsoft.com/office/drawing/2014/main" id="{0563177B-8950-1D9C-1172-2B3EEACC8FE9}"/>
              </a:ext>
            </a:extLst>
          </p:cNvPr>
          <p:cNvSpPr/>
          <p:nvPr/>
        </p:nvSpPr>
        <p:spPr>
          <a:xfrm>
            <a:off x="3738371" y="2390659"/>
            <a:ext cx="6891527" cy="2594998"/>
          </a:xfrm>
          <a:prstGeom prst="roundRect">
            <a:avLst>
              <a:gd name="adj" fmla="val 7339"/>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7F50807A-4C65-9254-5444-8C9E0251A5E3}"/>
              </a:ext>
            </a:extLst>
          </p:cNvPr>
          <p:cNvSpPr/>
          <p:nvPr/>
        </p:nvSpPr>
        <p:spPr>
          <a:xfrm>
            <a:off x="5099725" y="3150051"/>
            <a:ext cx="835848" cy="26070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A4DCE707-631F-653D-EC14-A47576E6811A}"/>
              </a:ext>
            </a:extLst>
          </p:cNvPr>
          <p:cNvSpPr txBox="1"/>
          <p:nvPr/>
        </p:nvSpPr>
        <p:spPr>
          <a:xfrm>
            <a:off x="4964674" y="2653020"/>
            <a:ext cx="3762671" cy="369332"/>
          </a:xfrm>
          <a:prstGeom prst="rect">
            <a:avLst/>
          </a:prstGeom>
          <a:noFill/>
        </p:spPr>
        <p:txBody>
          <a:bodyPr wrap="square" rtlCol="0">
            <a:spAutoFit/>
          </a:bodyPr>
          <a:lstStyle/>
          <a:p>
            <a:r>
              <a:rPr kumimoji="1" lang="ja-JP" altLang="en-US" dirty="0"/>
              <a:t>入学年度　  クラス　　    科目　　　　　</a:t>
            </a:r>
          </a:p>
        </p:txBody>
      </p:sp>
      <p:sp>
        <p:nvSpPr>
          <p:cNvPr id="17" name="四角形: 角を丸くする 16">
            <a:extLst>
              <a:ext uri="{FF2B5EF4-FFF2-40B4-BE49-F238E27FC236}">
                <a16:creationId xmlns:a16="http://schemas.microsoft.com/office/drawing/2014/main" id="{731E5105-09E9-526D-8081-9E0EB8FD9ED1}"/>
              </a:ext>
            </a:extLst>
          </p:cNvPr>
          <p:cNvSpPr/>
          <p:nvPr/>
        </p:nvSpPr>
        <p:spPr>
          <a:xfrm>
            <a:off x="9459134" y="2820933"/>
            <a:ext cx="749892" cy="486221"/>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B2A676A9-6EB3-CCEC-AB02-4823591BB838}"/>
              </a:ext>
            </a:extLst>
          </p:cNvPr>
          <p:cNvSpPr txBox="1"/>
          <p:nvPr/>
        </p:nvSpPr>
        <p:spPr>
          <a:xfrm>
            <a:off x="9459134" y="2892719"/>
            <a:ext cx="749891" cy="369332"/>
          </a:xfrm>
          <a:prstGeom prst="rect">
            <a:avLst/>
          </a:prstGeom>
          <a:noFill/>
        </p:spPr>
        <p:txBody>
          <a:bodyPr wrap="square" rtlCol="0">
            <a:spAutoFit/>
          </a:bodyPr>
          <a:lstStyle/>
          <a:p>
            <a:pPr algn="ctr"/>
            <a:r>
              <a:rPr kumimoji="1" lang="ja-JP" altLang="en-US" b="1" dirty="0">
                <a:solidFill>
                  <a:schemeClr val="bg1"/>
                </a:solidFill>
              </a:rPr>
              <a:t>検索</a:t>
            </a:r>
          </a:p>
        </p:txBody>
      </p:sp>
      <p:sp>
        <p:nvSpPr>
          <p:cNvPr id="19" name="四角形: 角を丸くする 18">
            <a:extLst>
              <a:ext uri="{FF2B5EF4-FFF2-40B4-BE49-F238E27FC236}">
                <a16:creationId xmlns:a16="http://schemas.microsoft.com/office/drawing/2014/main" id="{769FEDB1-DDFD-1EDC-2784-4D29558CABE7}"/>
              </a:ext>
            </a:extLst>
          </p:cNvPr>
          <p:cNvSpPr/>
          <p:nvPr/>
        </p:nvSpPr>
        <p:spPr>
          <a:xfrm>
            <a:off x="6313984" y="3132291"/>
            <a:ext cx="835848" cy="27454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11C95EFF-BA66-7B04-DD79-0CA65D47A2FD}"/>
              </a:ext>
            </a:extLst>
          </p:cNvPr>
          <p:cNvSpPr/>
          <p:nvPr/>
        </p:nvSpPr>
        <p:spPr>
          <a:xfrm>
            <a:off x="7663536" y="3126145"/>
            <a:ext cx="1358656" cy="27455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FC3EC5FF-E1AE-041E-2368-7161C19FC4AB}"/>
              </a:ext>
            </a:extLst>
          </p:cNvPr>
          <p:cNvCxnSpPr/>
          <p:nvPr/>
        </p:nvCxnSpPr>
        <p:spPr>
          <a:xfrm>
            <a:off x="5260526" y="3324202"/>
            <a:ext cx="544945"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4BC2BE6C-6308-7B4D-4BA4-74209E66897D}"/>
              </a:ext>
            </a:extLst>
          </p:cNvPr>
          <p:cNvCxnSpPr/>
          <p:nvPr/>
        </p:nvCxnSpPr>
        <p:spPr>
          <a:xfrm>
            <a:off x="6411427" y="3313419"/>
            <a:ext cx="544945"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BB6C9B4D-81B3-353D-A3F4-06F4B740D0A4}"/>
              </a:ext>
            </a:extLst>
          </p:cNvPr>
          <p:cNvCxnSpPr/>
          <p:nvPr/>
        </p:nvCxnSpPr>
        <p:spPr>
          <a:xfrm>
            <a:off x="7793252" y="3308396"/>
            <a:ext cx="544945"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4" name="直線コネクタ 23">
            <a:extLst>
              <a:ext uri="{FF2B5EF4-FFF2-40B4-BE49-F238E27FC236}">
                <a16:creationId xmlns:a16="http://schemas.microsoft.com/office/drawing/2014/main" id="{CAF9C8E0-090F-29BF-1FED-545FD3999150}"/>
              </a:ext>
            </a:extLst>
          </p:cNvPr>
          <p:cNvCxnSpPr>
            <a:cxnSpLocks/>
          </p:cNvCxnSpPr>
          <p:nvPr/>
        </p:nvCxnSpPr>
        <p:spPr>
          <a:xfrm>
            <a:off x="4137891" y="3653206"/>
            <a:ext cx="5847127" cy="0"/>
          </a:xfrm>
          <a:prstGeom prst="line">
            <a:avLst/>
          </a:prstGeom>
        </p:spPr>
        <p:style>
          <a:lnRef idx="1">
            <a:schemeClr val="dk1"/>
          </a:lnRef>
          <a:fillRef idx="0">
            <a:schemeClr val="dk1"/>
          </a:fillRef>
          <a:effectRef idx="0">
            <a:schemeClr val="dk1"/>
          </a:effectRef>
          <a:fontRef idx="minor">
            <a:schemeClr val="tx1"/>
          </a:fontRef>
        </p:style>
      </p:cxnSp>
      <p:sp>
        <p:nvSpPr>
          <p:cNvPr id="25" name="テキスト ボックス 24">
            <a:extLst>
              <a:ext uri="{FF2B5EF4-FFF2-40B4-BE49-F238E27FC236}">
                <a16:creationId xmlns:a16="http://schemas.microsoft.com/office/drawing/2014/main" id="{BFDA36E6-685E-CCA6-FFF4-D56CDF22D02E}"/>
              </a:ext>
            </a:extLst>
          </p:cNvPr>
          <p:cNvSpPr txBox="1"/>
          <p:nvPr/>
        </p:nvSpPr>
        <p:spPr>
          <a:xfrm>
            <a:off x="3969427" y="2954274"/>
            <a:ext cx="910494" cy="307777"/>
          </a:xfrm>
          <a:prstGeom prst="rect">
            <a:avLst/>
          </a:prstGeom>
          <a:noFill/>
        </p:spPr>
        <p:txBody>
          <a:bodyPr wrap="square" rtlCol="0">
            <a:spAutoFit/>
          </a:bodyPr>
          <a:lstStyle/>
          <a:p>
            <a:r>
              <a:rPr kumimoji="1" lang="ja-JP" altLang="en-US" sz="1400" b="1" dirty="0"/>
              <a:t>科目情報</a:t>
            </a:r>
          </a:p>
        </p:txBody>
      </p:sp>
      <p:sp>
        <p:nvSpPr>
          <p:cNvPr id="26" name="四角形: 角を丸くする 25">
            <a:extLst>
              <a:ext uri="{FF2B5EF4-FFF2-40B4-BE49-F238E27FC236}">
                <a16:creationId xmlns:a16="http://schemas.microsoft.com/office/drawing/2014/main" id="{BC65DE44-A033-6BBA-EBC9-51D207E65253}"/>
              </a:ext>
            </a:extLst>
          </p:cNvPr>
          <p:cNvSpPr/>
          <p:nvPr/>
        </p:nvSpPr>
        <p:spPr>
          <a:xfrm>
            <a:off x="5278774" y="4273079"/>
            <a:ext cx="3570257" cy="40021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9337C8EE-3938-058F-D4BC-66CD8AE3A5A7}"/>
              </a:ext>
            </a:extLst>
          </p:cNvPr>
          <p:cNvSpPr txBox="1"/>
          <p:nvPr/>
        </p:nvSpPr>
        <p:spPr>
          <a:xfrm>
            <a:off x="5222242" y="3783815"/>
            <a:ext cx="1623767" cy="369332"/>
          </a:xfrm>
          <a:prstGeom prst="rect">
            <a:avLst/>
          </a:prstGeom>
          <a:noFill/>
        </p:spPr>
        <p:txBody>
          <a:bodyPr wrap="square" rtlCol="0">
            <a:spAutoFit/>
          </a:bodyPr>
          <a:lstStyle/>
          <a:p>
            <a:r>
              <a:rPr lang="ja-JP" altLang="en-US" dirty="0"/>
              <a:t>学生番号</a:t>
            </a:r>
            <a:r>
              <a:rPr kumimoji="1" lang="ja-JP" altLang="en-US" dirty="0"/>
              <a:t>　　　　　</a:t>
            </a:r>
          </a:p>
        </p:txBody>
      </p:sp>
      <p:sp>
        <p:nvSpPr>
          <p:cNvPr id="28" name="テキスト ボックス 27">
            <a:extLst>
              <a:ext uri="{FF2B5EF4-FFF2-40B4-BE49-F238E27FC236}">
                <a16:creationId xmlns:a16="http://schemas.microsoft.com/office/drawing/2014/main" id="{4E2F476C-D2B5-A140-D3C4-8A99E06DD3F1}"/>
              </a:ext>
            </a:extLst>
          </p:cNvPr>
          <p:cNvSpPr txBox="1"/>
          <p:nvPr/>
        </p:nvSpPr>
        <p:spPr>
          <a:xfrm>
            <a:off x="5234894" y="4311271"/>
            <a:ext cx="3230680" cy="307777"/>
          </a:xfrm>
          <a:prstGeom prst="rect">
            <a:avLst/>
          </a:prstGeom>
          <a:noFill/>
        </p:spPr>
        <p:txBody>
          <a:bodyPr wrap="square" rtlCol="0">
            <a:spAutoFit/>
          </a:bodyPr>
          <a:lstStyle/>
          <a:p>
            <a:r>
              <a:rPr lang="ja-JP" altLang="en-US" sz="1400" dirty="0">
                <a:solidFill>
                  <a:schemeClr val="bg1">
                    <a:lumMod val="50000"/>
                  </a:schemeClr>
                </a:solidFill>
              </a:rPr>
              <a:t>学生番号を入力してください</a:t>
            </a:r>
            <a:r>
              <a:rPr kumimoji="1" lang="ja-JP" altLang="en-US" sz="1400" dirty="0">
                <a:solidFill>
                  <a:schemeClr val="bg1">
                    <a:lumMod val="50000"/>
                  </a:schemeClr>
                </a:solidFill>
              </a:rPr>
              <a:t>　　　　　</a:t>
            </a:r>
          </a:p>
        </p:txBody>
      </p:sp>
      <p:sp>
        <p:nvSpPr>
          <p:cNvPr id="29" name="テキスト ボックス 28">
            <a:extLst>
              <a:ext uri="{FF2B5EF4-FFF2-40B4-BE49-F238E27FC236}">
                <a16:creationId xmlns:a16="http://schemas.microsoft.com/office/drawing/2014/main" id="{B32889C9-C83A-317C-6E7B-4CC1B6A29EBE}"/>
              </a:ext>
            </a:extLst>
          </p:cNvPr>
          <p:cNvSpPr txBox="1"/>
          <p:nvPr/>
        </p:nvSpPr>
        <p:spPr>
          <a:xfrm>
            <a:off x="3969427" y="4011654"/>
            <a:ext cx="910494" cy="307777"/>
          </a:xfrm>
          <a:prstGeom prst="rect">
            <a:avLst/>
          </a:prstGeom>
          <a:noFill/>
        </p:spPr>
        <p:txBody>
          <a:bodyPr wrap="square" rtlCol="0">
            <a:spAutoFit/>
          </a:bodyPr>
          <a:lstStyle/>
          <a:p>
            <a:r>
              <a:rPr kumimoji="1" lang="ja-JP" altLang="en-US" sz="1400" b="1" dirty="0"/>
              <a:t>学生情報</a:t>
            </a:r>
          </a:p>
        </p:txBody>
      </p:sp>
      <p:sp>
        <p:nvSpPr>
          <p:cNvPr id="30" name="四角形: 角を丸くする 29">
            <a:extLst>
              <a:ext uri="{FF2B5EF4-FFF2-40B4-BE49-F238E27FC236}">
                <a16:creationId xmlns:a16="http://schemas.microsoft.com/office/drawing/2014/main" id="{DCD47C3D-F59C-C102-B722-D028BA59AF3B}"/>
              </a:ext>
            </a:extLst>
          </p:cNvPr>
          <p:cNvSpPr/>
          <p:nvPr/>
        </p:nvSpPr>
        <p:spPr>
          <a:xfrm>
            <a:off x="9084188" y="4045422"/>
            <a:ext cx="749892" cy="486221"/>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65915ACF-0DFE-B7F3-50C8-9C7E9D237334}"/>
              </a:ext>
            </a:extLst>
          </p:cNvPr>
          <p:cNvSpPr txBox="1"/>
          <p:nvPr/>
        </p:nvSpPr>
        <p:spPr>
          <a:xfrm>
            <a:off x="9084188" y="4117208"/>
            <a:ext cx="749891" cy="369332"/>
          </a:xfrm>
          <a:prstGeom prst="rect">
            <a:avLst/>
          </a:prstGeom>
          <a:noFill/>
        </p:spPr>
        <p:txBody>
          <a:bodyPr wrap="square" rtlCol="0">
            <a:spAutoFit/>
          </a:bodyPr>
          <a:lstStyle/>
          <a:p>
            <a:pPr algn="ctr"/>
            <a:r>
              <a:rPr kumimoji="1" lang="ja-JP" altLang="en-US" b="1" dirty="0">
                <a:solidFill>
                  <a:schemeClr val="bg1"/>
                </a:solidFill>
              </a:rPr>
              <a:t>検索</a:t>
            </a:r>
          </a:p>
        </p:txBody>
      </p:sp>
      <p:sp>
        <p:nvSpPr>
          <p:cNvPr id="32" name="テキスト ボックス 31">
            <a:extLst>
              <a:ext uri="{FF2B5EF4-FFF2-40B4-BE49-F238E27FC236}">
                <a16:creationId xmlns:a16="http://schemas.microsoft.com/office/drawing/2014/main" id="{03BDB561-A61E-B4C5-128B-AA75EF91E930}"/>
              </a:ext>
            </a:extLst>
          </p:cNvPr>
          <p:cNvSpPr txBox="1"/>
          <p:nvPr/>
        </p:nvSpPr>
        <p:spPr>
          <a:xfrm>
            <a:off x="5124270" y="3119075"/>
            <a:ext cx="866285" cy="338554"/>
          </a:xfrm>
          <a:prstGeom prst="rect">
            <a:avLst/>
          </a:prstGeom>
          <a:noFill/>
        </p:spPr>
        <p:txBody>
          <a:bodyPr wrap="square" rtlCol="0">
            <a:spAutoFit/>
          </a:bodyPr>
          <a:lstStyle/>
          <a:p>
            <a:r>
              <a:rPr kumimoji="1" lang="en-US" altLang="ja-JP" sz="1600" dirty="0"/>
              <a:t>2023</a:t>
            </a:r>
            <a:endParaRPr kumimoji="1" lang="ja-JP" altLang="en-US" sz="1600" dirty="0"/>
          </a:p>
        </p:txBody>
      </p:sp>
      <p:sp>
        <p:nvSpPr>
          <p:cNvPr id="33" name="テキスト ボックス 32">
            <a:extLst>
              <a:ext uri="{FF2B5EF4-FFF2-40B4-BE49-F238E27FC236}">
                <a16:creationId xmlns:a16="http://schemas.microsoft.com/office/drawing/2014/main" id="{B5EACD31-141C-2803-DE2C-EAF5C0F09EFC}"/>
              </a:ext>
            </a:extLst>
          </p:cNvPr>
          <p:cNvSpPr txBox="1"/>
          <p:nvPr/>
        </p:nvSpPr>
        <p:spPr>
          <a:xfrm>
            <a:off x="6343213" y="3119310"/>
            <a:ext cx="866285" cy="338554"/>
          </a:xfrm>
          <a:prstGeom prst="rect">
            <a:avLst/>
          </a:prstGeom>
          <a:noFill/>
        </p:spPr>
        <p:txBody>
          <a:bodyPr wrap="square" rtlCol="0">
            <a:spAutoFit/>
          </a:bodyPr>
          <a:lstStyle/>
          <a:p>
            <a:r>
              <a:rPr kumimoji="1" lang="en-US" altLang="ja-JP" sz="1600" dirty="0"/>
              <a:t>203</a:t>
            </a:r>
            <a:endParaRPr kumimoji="1" lang="ja-JP" altLang="en-US" sz="1600" dirty="0"/>
          </a:p>
        </p:txBody>
      </p:sp>
      <p:sp>
        <p:nvSpPr>
          <p:cNvPr id="34" name="テキスト ボックス 33">
            <a:extLst>
              <a:ext uri="{FF2B5EF4-FFF2-40B4-BE49-F238E27FC236}">
                <a16:creationId xmlns:a16="http://schemas.microsoft.com/office/drawing/2014/main" id="{73E5DF31-CF8D-ACD1-BECC-C38DB113068A}"/>
              </a:ext>
            </a:extLst>
          </p:cNvPr>
          <p:cNvSpPr txBox="1"/>
          <p:nvPr/>
        </p:nvSpPr>
        <p:spPr>
          <a:xfrm>
            <a:off x="7678837" y="3111126"/>
            <a:ext cx="697318" cy="338554"/>
          </a:xfrm>
          <a:prstGeom prst="rect">
            <a:avLst/>
          </a:prstGeom>
          <a:noFill/>
        </p:spPr>
        <p:txBody>
          <a:bodyPr wrap="square" rtlCol="0">
            <a:spAutoFit/>
          </a:bodyPr>
          <a:lstStyle/>
          <a:p>
            <a:r>
              <a:rPr lang="ja-JP" altLang="en-US" sz="1600" dirty="0"/>
              <a:t>国語</a:t>
            </a:r>
            <a:endParaRPr kumimoji="1" lang="ja-JP" altLang="en-US" sz="1600" dirty="0"/>
          </a:p>
        </p:txBody>
      </p:sp>
      <p:sp>
        <p:nvSpPr>
          <p:cNvPr id="35" name="矢印: 上 34">
            <a:extLst>
              <a:ext uri="{FF2B5EF4-FFF2-40B4-BE49-F238E27FC236}">
                <a16:creationId xmlns:a16="http://schemas.microsoft.com/office/drawing/2014/main" id="{B5712D70-5764-588E-4000-E5A431D007CE}"/>
              </a:ext>
            </a:extLst>
          </p:cNvPr>
          <p:cNvSpPr/>
          <p:nvPr/>
        </p:nvSpPr>
        <p:spPr>
          <a:xfrm rot="20889810">
            <a:off x="9759559" y="3087778"/>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B7F8E2B5-8A17-D6BE-BFBA-74A07AE1038B}"/>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Tree>
    <p:extLst>
      <p:ext uri="{BB962C8B-B14F-4D97-AF65-F5344CB8AC3E}">
        <p14:creationId xmlns:p14="http://schemas.microsoft.com/office/powerpoint/2010/main" val="103738105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afterEffect">
                                  <p:stCondLst>
                                    <p:cond delay="0"/>
                                  </p:stCondLst>
                                  <p:childTnLst>
                                    <p:animEffect transition="out" filter="fade">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down)">
                                      <p:cBhvr>
                                        <p:cTn id="11" dur="500"/>
                                        <p:tgtEl>
                                          <p:spTgt spid="32"/>
                                        </p:tgtEl>
                                      </p:cBhvr>
                                    </p:animEffect>
                                  </p:childTnLst>
                                </p:cTn>
                              </p:par>
                            </p:childTnLst>
                          </p:cTn>
                        </p:par>
                        <p:par>
                          <p:cTn id="12" fill="hold">
                            <p:stCondLst>
                              <p:cond delay="1000"/>
                            </p:stCondLst>
                            <p:childTnLst>
                              <p:par>
                                <p:cTn id="13" presetID="10" presetClass="exit" presetSubtype="0" fill="hold" nodeType="afterEffect">
                                  <p:stCondLst>
                                    <p:cond delay="0"/>
                                  </p:stCondLst>
                                  <p:childTnLst>
                                    <p:animEffect transition="out" filter="fade">
                                      <p:cBhvr>
                                        <p:cTn id="14" dur="500"/>
                                        <p:tgtEl>
                                          <p:spTgt spid="22"/>
                                        </p:tgtEl>
                                      </p:cBhvr>
                                    </p:animEffect>
                                    <p:set>
                                      <p:cBhvr>
                                        <p:cTn id="15" dur="1" fill="hold">
                                          <p:stCondLst>
                                            <p:cond delay="499"/>
                                          </p:stCondLst>
                                        </p:cTn>
                                        <p:tgtEl>
                                          <p:spTgt spid="22"/>
                                        </p:tgtEl>
                                        <p:attrNameLst>
                                          <p:attrName>style.visibility</p:attrName>
                                        </p:attrNameLst>
                                      </p:cBhvr>
                                      <p:to>
                                        <p:strVal val="hidden"/>
                                      </p:to>
                                    </p:se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wipe(down)">
                                      <p:cBhvr>
                                        <p:cTn id="19" dur="500"/>
                                        <p:tgtEl>
                                          <p:spTgt spid="33"/>
                                        </p:tgtEl>
                                      </p:cBhvr>
                                    </p:animEffect>
                                  </p:childTnLst>
                                </p:cTn>
                              </p:par>
                            </p:childTnLst>
                          </p:cTn>
                        </p:par>
                        <p:par>
                          <p:cTn id="20" fill="hold">
                            <p:stCondLst>
                              <p:cond delay="2000"/>
                            </p:stCondLst>
                            <p:childTnLst>
                              <p:par>
                                <p:cTn id="21" presetID="10" presetClass="exit" presetSubtype="0" fill="hold" nodeType="afterEffect">
                                  <p:stCondLst>
                                    <p:cond delay="0"/>
                                  </p:stCondLst>
                                  <p:childTnLst>
                                    <p:animEffect transition="out" filter="fade">
                                      <p:cBhvr>
                                        <p:cTn id="22" dur="500"/>
                                        <p:tgtEl>
                                          <p:spTgt spid="23"/>
                                        </p:tgtEl>
                                      </p:cBhvr>
                                    </p:animEffect>
                                    <p:set>
                                      <p:cBhvr>
                                        <p:cTn id="23" dur="1" fill="hold">
                                          <p:stCondLst>
                                            <p:cond delay="499"/>
                                          </p:stCondLst>
                                        </p:cTn>
                                        <p:tgtEl>
                                          <p:spTgt spid="23"/>
                                        </p:tgtEl>
                                        <p:attrNameLst>
                                          <p:attrName>style.visibility</p:attrName>
                                        </p:attrNameLst>
                                      </p:cBhvr>
                                      <p:to>
                                        <p:strVal val="hidden"/>
                                      </p:to>
                                    </p:se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childTnLst>
                          </p:cTn>
                        </p:par>
                        <p:par>
                          <p:cTn id="28" fill="hold">
                            <p:stCondLst>
                              <p:cond delay="3000"/>
                            </p:stCondLst>
                            <p:childTnLst>
                              <p:par>
                                <p:cTn id="29" presetID="42" presetClass="entr" presetSubtype="0" fill="hold" grpId="0" nodeType="afterEffect">
                                  <p:stCondLst>
                                    <p:cond delay="60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1000"/>
                                        <p:tgtEl>
                                          <p:spTgt spid="35"/>
                                        </p:tgtEl>
                                      </p:cBhvr>
                                    </p:animEffect>
                                    <p:anim calcmode="lin" valueType="num">
                                      <p:cBhvr>
                                        <p:cTn id="32" dur="1000" fill="hold"/>
                                        <p:tgtEl>
                                          <p:spTgt spid="35"/>
                                        </p:tgtEl>
                                        <p:attrNameLst>
                                          <p:attrName>ppt_x</p:attrName>
                                        </p:attrNameLst>
                                      </p:cBhvr>
                                      <p:tavLst>
                                        <p:tav tm="0">
                                          <p:val>
                                            <p:strVal val="#ppt_x"/>
                                          </p:val>
                                        </p:tav>
                                        <p:tav tm="100000">
                                          <p:val>
                                            <p:strVal val="#ppt_x"/>
                                          </p:val>
                                        </p:tav>
                                      </p:tavLst>
                                    </p:anim>
                                    <p:anim calcmode="lin" valueType="num">
                                      <p:cBhvr>
                                        <p:cTn id="33" dur="1000" fill="hold"/>
                                        <p:tgtEl>
                                          <p:spTgt spid="35"/>
                                        </p:tgtEl>
                                        <p:attrNameLst>
                                          <p:attrName>ppt_y</p:attrName>
                                        </p:attrNameLst>
                                      </p:cBhvr>
                                      <p:tavLst>
                                        <p:tav tm="0">
                                          <p:val>
                                            <p:strVal val="#ppt_y+.1"/>
                                          </p:val>
                                        </p:tav>
                                        <p:tav tm="100000">
                                          <p:val>
                                            <p:strVal val="#ppt_y"/>
                                          </p:val>
                                        </p:tav>
                                      </p:tavLst>
                                    </p:anim>
                                  </p:childTnLst>
                                </p:cTn>
                              </p:par>
                            </p:childTnLst>
                          </p:cTn>
                        </p:par>
                        <p:par>
                          <p:cTn id="34" fill="hold">
                            <p:stCondLst>
                              <p:cond delay="4600"/>
                            </p:stCondLst>
                            <p:childTnLst>
                              <p:par>
                                <p:cTn id="35" presetID="26" presetClass="emph" presetSubtype="0" fill="hold" grpId="1" nodeType="afterEffect">
                                  <p:stCondLst>
                                    <p:cond delay="0"/>
                                  </p:stCondLst>
                                  <p:childTnLst>
                                    <p:animEffect transition="out" filter="fade">
                                      <p:cBhvr>
                                        <p:cTn id="36" dur="800" tmFilter="0, 0; .2, .5; .8, .5; 1, 0"/>
                                        <p:tgtEl>
                                          <p:spTgt spid="35"/>
                                        </p:tgtEl>
                                      </p:cBhvr>
                                    </p:animEffect>
                                    <p:animScale>
                                      <p:cBhvr>
                                        <p:cTn id="37" dur="40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animBg="1"/>
      <p:bldP spid="35"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線コネクタ 2">
            <a:extLst>
              <a:ext uri="{FF2B5EF4-FFF2-40B4-BE49-F238E27FC236}">
                <a16:creationId xmlns:a16="http://schemas.microsoft.com/office/drawing/2014/main" id="{D08FF90C-CBDD-5907-154A-418CC0E9D3FF}"/>
              </a:ext>
            </a:extLst>
          </p:cNvPr>
          <p:cNvCxnSpPr>
            <a:cxnSpLocks/>
          </p:cNvCxnSpPr>
          <p:nvPr/>
        </p:nvCxnSpPr>
        <p:spPr>
          <a:xfrm>
            <a:off x="3167743" y="1328057"/>
            <a:ext cx="0" cy="5192486"/>
          </a:xfrm>
          <a:prstGeom prst="line">
            <a:avLst/>
          </a:prstGeom>
        </p:spPr>
        <p:style>
          <a:lnRef idx="1">
            <a:schemeClr val="dk1"/>
          </a:lnRef>
          <a:fillRef idx="0">
            <a:schemeClr val="dk1"/>
          </a:fillRef>
          <a:effectRef idx="0">
            <a:schemeClr val="dk1"/>
          </a:effectRef>
          <a:fontRef idx="minor">
            <a:schemeClr val="tx1"/>
          </a:fontRef>
        </p:style>
      </p:cxnSp>
      <p:grpSp>
        <p:nvGrpSpPr>
          <p:cNvPr id="4" name="グループ化 3">
            <a:extLst>
              <a:ext uri="{FF2B5EF4-FFF2-40B4-BE49-F238E27FC236}">
                <a16:creationId xmlns:a16="http://schemas.microsoft.com/office/drawing/2014/main" id="{86178807-2F1C-31A6-EA65-D731B16EE4C4}"/>
              </a:ext>
            </a:extLst>
          </p:cNvPr>
          <p:cNvGrpSpPr/>
          <p:nvPr/>
        </p:nvGrpSpPr>
        <p:grpSpPr>
          <a:xfrm>
            <a:off x="3738371" y="1431184"/>
            <a:ext cx="7000755" cy="555171"/>
            <a:chOff x="4207329" y="1666025"/>
            <a:chExt cx="6117768" cy="555171"/>
          </a:xfrm>
        </p:grpSpPr>
        <p:sp>
          <p:nvSpPr>
            <p:cNvPr id="5" name="正方形/長方形 4">
              <a:extLst>
                <a:ext uri="{FF2B5EF4-FFF2-40B4-BE49-F238E27FC236}">
                  <a16:creationId xmlns:a16="http://schemas.microsoft.com/office/drawing/2014/main" id="{36839F4A-A157-AD78-5887-8352C4F948C3}"/>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2DDB4C03-F6E8-085F-43F3-742F65369C3A}"/>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成績管理</a:t>
              </a:r>
              <a:endParaRPr kumimoji="1" lang="ja-JP" altLang="en-US" sz="2400" b="1" dirty="0"/>
            </a:p>
          </p:txBody>
        </p:sp>
      </p:grpSp>
      <p:grpSp>
        <p:nvGrpSpPr>
          <p:cNvPr id="7" name="グループ化 6">
            <a:extLst>
              <a:ext uri="{FF2B5EF4-FFF2-40B4-BE49-F238E27FC236}">
                <a16:creationId xmlns:a16="http://schemas.microsoft.com/office/drawing/2014/main" id="{F2CD5C62-452E-7954-2D29-799E965F94BC}"/>
              </a:ext>
            </a:extLst>
          </p:cNvPr>
          <p:cNvGrpSpPr/>
          <p:nvPr/>
        </p:nvGrpSpPr>
        <p:grpSpPr>
          <a:xfrm>
            <a:off x="914397" y="377594"/>
            <a:ext cx="9775371" cy="742070"/>
            <a:chOff x="914397" y="377594"/>
            <a:chExt cx="9775371" cy="742070"/>
          </a:xfrm>
        </p:grpSpPr>
        <p:sp>
          <p:nvSpPr>
            <p:cNvPr id="8" name="正方形/長方形 7">
              <a:extLst>
                <a:ext uri="{FF2B5EF4-FFF2-40B4-BE49-F238E27FC236}">
                  <a16:creationId xmlns:a16="http://schemas.microsoft.com/office/drawing/2014/main" id="{3C529426-EC68-8807-3648-6F8C6C2BCE7D}"/>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D4A6A311-DEA9-E05C-F1E2-0E11D1804FAC}"/>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10" name="テキスト ボックス 9">
              <a:extLst>
                <a:ext uri="{FF2B5EF4-FFF2-40B4-BE49-F238E27FC236}">
                  <a16:creationId xmlns:a16="http://schemas.microsoft.com/office/drawing/2014/main" id="{3F9657B6-9D40-C4E2-1E5E-B3DF670D84CF}"/>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11" name="テキスト ボックス 10">
              <a:extLst>
                <a:ext uri="{FF2B5EF4-FFF2-40B4-BE49-F238E27FC236}">
                  <a16:creationId xmlns:a16="http://schemas.microsoft.com/office/drawing/2014/main" id="{C54D2DB8-E86D-2B50-AA2F-37D1FB8DC3C3}"/>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12" name="四角形: 角を丸くする 11">
            <a:extLst>
              <a:ext uri="{FF2B5EF4-FFF2-40B4-BE49-F238E27FC236}">
                <a16:creationId xmlns:a16="http://schemas.microsoft.com/office/drawing/2014/main" id="{608B688A-FCE6-93FE-DDC4-709AA4100F7C}"/>
              </a:ext>
            </a:extLst>
          </p:cNvPr>
          <p:cNvSpPr/>
          <p:nvPr/>
        </p:nvSpPr>
        <p:spPr>
          <a:xfrm>
            <a:off x="3738371" y="2390659"/>
            <a:ext cx="6891527" cy="2480987"/>
          </a:xfrm>
          <a:prstGeom prst="roundRect">
            <a:avLst>
              <a:gd name="adj" fmla="val 7339"/>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0145CA6E-DAD1-8D8D-2DC7-C2E80996B13B}"/>
              </a:ext>
            </a:extLst>
          </p:cNvPr>
          <p:cNvSpPr/>
          <p:nvPr/>
        </p:nvSpPr>
        <p:spPr>
          <a:xfrm>
            <a:off x="5099725" y="3150051"/>
            <a:ext cx="835848" cy="26070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F8B5CC08-2073-D39A-324A-5E1684867387}"/>
              </a:ext>
            </a:extLst>
          </p:cNvPr>
          <p:cNvSpPr txBox="1"/>
          <p:nvPr/>
        </p:nvSpPr>
        <p:spPr>
          <a:xfrm>
            <a:off x="4964674" y="2653020"/>
            <a:ext cx="3762671" cy="369332"/>
          </a:xfrm>
          <a:prstGeom prst="rect">
            <a:avLst/>
          </a:prstGeom>
          <a:noFill/>
        </p:spPr>
        <p:txBody>
          <a:bodyPr wrap="square" rtlCol="0">
            <a:spAutoFit/>
          </a:bodyPr>
          <a:lstStyle/>
          <a:p>
            <a:r>
              <a:rPr kumimoji="1" lang="ja-JP" altLang="en-US" dirty="0"/>
              <a:t>入学年度　  クラス　　    科目　　　　　</a:t>
            </a:r>
          </a:p>
        </p:txBody>
      </p:sp>
      <p:sp>
        <p:nvSpPr>
          <p:cNvPr id="15" name="四角形: 角を丸くする 14">
            <a:extLst>
              <a:ext uri="{FF2B5EF4-FFF2-40B4-BE49-F238E27FC236}">
                <a16:creationId xmlns:a16="http://schemas.microsoft.com/office/drawing/2014/main" id="{07C1A496-4875-166A-0510-1500F5B3841A}"/>
              </a:ext>
            </a:extLst>
          </p:cNvPr>
          <p:cNvSpPr/>
          <p:nvPr/>
        </p:nvSpPr>
        <p:spPr>
          <a:xfrm>
            <a:off x="9459134" y="2820933"/>
            <a:ext cx="749892" cy="486221"/>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CAC755E8-3B5E-B6B3-4986-5E3ADBC07144}"/>
              </a:ext>
            </a:extLst>
          </p:cNvPr>
          <p:cNvSpPr txBox="1"/>
          <p:nvPr/>
        </p:nvSpPr>
        <p:spPr>
          <a:xfrm>
            <a:off x="9459134" y="2892719"/>
            <a:ext cx="749891" cy="369332"/>
          </a:xfrm>
          <a:prstGeom prst="rect">
            <a:avLst/>
          </a:prstGeom>
          <a:noFill/>
        </p:spPr>
        <p:txBody>
          <a:bodyPr wrap="square" rtlCol="0">
            <a:spAutoFit/>
          </a:bodyPr>
          <a:lstStyle/>
          <a:p>
            <a:pPr algn="ctr"/>
            <a:r>
              <a:rPr kumimoji="1" lang="ja-JP" altLang="en-US" b="1" dirty="0">
                <a:solidFill>
                  <a:schemeClr val="bg1"/>
                </a:solidFill>
              </a:rPr>
              <a:t>検索</a:t>
            </a:r>
          </a:p>
        </p:txBody>
      </p:sp>
      <p:sp>
        <p:nvSpPr>
          <p:cNvPr id="17" name="四角形: 角を丸くする 16">
            <a:extLst>
              <a:ext uri="{FF2B5EF4-FFF2-40B4-BE49-F238E27FC236}">
                <a16:creationId xmlns:a16="http://schemas.microsoft.com/office/drawing/2014/main" id="{2FDD017A-6EDE-FA1D-4CB4-72D4CFCF1338}"/>
              </a:ext>
            </a:extLst>
          </p:cNvPr>
          <p:cNvSpPr/>
          <p:nvPr/>
        </p:nvSpPr>
        <p:spPr>
          <a:xfrm>
            <a:off x="6313984" y="3132291"/>
            <a:ext cx="835848" cy="27454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8009A39B-45E0-E556-D34E-4B9AC80FB6F0}"/>
              </a:ext>
            </a:extLst>
          </p:cNvPr>
          <p:cNvSpPr/>
          <p:nvPr/>
        </p:nvSpPr>
        <p:spPr>
          <a:xfrm>
            <a:off x="7663536" y="3126145"/>
            <a:ext cx="1358656" cy="27455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91C6B79B-F606-B6CB-0A91-638115556C25}"/>
              </a:ext>
            </a:extLst>
          </p:cNvPr>
          <p:cNvCxnSpPr/>
          <p:nvPr/>
        </p:nvCxnSpPr>
        <p:spPr>
          <a:xfrm>
            <a:off x="5260526" y="3324202"/>
            <a:ext cx="544945"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B2A7CFC2-A40B-822F-A403-EFDBC4D31777}"/>
              </a:ext>
            </a:extLst>
          </p:cNvPr>
          <p:cNvCxnSpPr/>
          <p:nvPr/>
        </p:nvCxnSpPr>
        <p:spPr>
          <a:xfrm>
            <a:off x="6411427" y="3313419"/>
            <a:ext cx="544945"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33889875-1ED9-E0F7-B41D-611D486A782A}"/>
              </a:ext>
            </a:extLst>
          </p:cNvPr>
          <p:cNvCxnSpPr/>
          <p:nvPr/>
        </p:nvCxnSpPr>
        <p:spPr>
          <a:xfrm>
            <a:off x="7793252" y="3308396"/>
            <a:ext cx="544945"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4F58F18F-F876-DE3E-04EC-CF2D3D2D841A}"/>
              </a:ext>
            </a:extLst>
          </p:cNvPr>
          <p:cNvCxnSpPr>
            <a:cxnSpLocks/>
          </p:cNvCxnSpPr>
          <p:nvPr/>
        </p:nvCxnSpPr>
        <p:spPr>
          <a:xfrm>
            <a:off x="4137891" y="3653206"/>
            <a:ext cx="5847127" cy="0"/>
          </a:xfrm>
          <a:prstGeom prst="line">
            <a:avLst/>
          </a:prstGeom>
        </p:spPr>
        <p:style>
          <a:lnRef idx="1">
            <a:schemeClr val="dk1"/>
          </a:lnRef>
          <a:fillRef idx="0">
            <a:schemeClr val="dk1"/>
          </a:fillRef>
          <a:effectRef idx="0">
            <a:schemeClr val="dk1"/>
          </a:effectRef>
          <a:fontRef idx="minor">
            <a:schemeClr val="tx1"/>
          </a:fontRef>
        </p:style>
      </p:cxnSp>
      <p:sp>
        <p:nvSpPr>
          <p:cNvPr id="23" name="テキスト ボックス 22">
            <a:extLst>
              <a:ext uri="{FF2B5EF4-FFF2-40B4-BE49-F238E27FC236}">
                <a16:creationId xmlns:a16="http://schemas.microsoft.com/office/drawing/2014/main" id="{3D291061-5B4E-10E2-9007-C0581673896C}"/>
              </a:ext>
            </a:extLst>
          </p:cNvPr>
          <p:cNvSpPr txBox="1"/>
          <p:nvPr/>
        </p:nvSpPr>
        <p:spPr>
          <a:xfrm>
            <a:off x="3969427" y="2954274"/>
            <a:ext cx="910494" cy="307777"/>
          </a:xfrm>
          <a:prstGeom prst="rect">
            <a:avLst/>
          </a:prstGeom>
          <a:noFill/>
        </p:spPr>
        <p:txBody>
          <a:bodyPr wrap="square" rtlCol="0">
            <a:spAutoFit/>
          </a:bodyPr>
          <a:lstStyle/>
          <a:p>
            <a:r>
              <a:rPr kumimoji="1" lang="ja-JP" altLang="en-US" sz="1400" b="1" dirty="0"/>
              <a:t>科目情報</a:t>
            </a:r>
          </a:p>
        </p:txBody>
      </p:sp>
      <p:sp>
        <p:nvSpPr>
          <p:cNvPr id="24" name="四角形: 角を丸くする 23">
            <a:extLst>
              <a:ext uri="{FF2B5EF4-FFF2-40B4-BE49-F238E27FC236}">
                <a16:creationId xmlns:a16="http://schemas.microsoft.com/office/drawing/2014/main" id="{92040D6A-AFE2-EC12-B88A-4C6015CFAD20}"/>
              </a:ext>
            </a:extLst>
          </p:cNvPr>
          <p:cNvSpPr/>
          <p:nvPr/>
        </p:nvSpPr>
        <p:spPr>
          <a:xfrm>
            <a:off x="5278774" y="4273079"/>
            <a:ext cx="3570257" cy="40021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5D4FCE10-4941-0492-4DA7-A66423754F48}"/>
              </a:ext>
            </a:extLst>
          </p:cNvPr>
          <p:cNvSpPr txBox="1"/>
          <p:nvPr/>
        </p:nvSpPr>
        <p:spPr>
          <a:xfrm>
            <a:off x="5222242" y="3783815"/>
            <a:ext cx="1623767" cy="369332"/>
          </a:xfrm>
          <a:prstGeom prst="rect">
            <a:avLst/>
          </a:prstGeom>
          <a:noFill/>
        </p:spPr>
        <p:txBody>
          <a:bodyPr wrap="square" rtlCol="0">
            <a:spAutoFit/>
          </a:bodyPr>
          <a:lstStyle/>
          <a:p>
            <a:r>
              <a:rPr lang="ja-JP" altLang="en-US" dirty="0"/>
              <a:t>学生番号</a:t>
            </a:r>
            <a:r>
              <a:rPr kumimoji="1" lang="ja-JP" altLang="en-US" dirty="0"/>
              <a:t>　　　　　</a:t>
            </a:r>
          </a:p>
        </p:txBody>
      </p:sp>
      <p:sp>
        <p:nvSpPr>
          <p:cNvPr id="26" name="テキスト ボックス 25">
            <a:extLst>
              <a:ext uri="{FF2B5EF4-FFF2-40B4-BE49-F238E27FC236}">
                <a16:creationId xmlns:a16="http://schemas.microsoft.com/office/drawing/2014/main" id="{D7544132-6EF3-D1DE-CCBC-DD0223CEC323}"/>
              </a:ext>
            </a:extLst>
          </p:cNvPr>
          <p:cNvSpPr txBox="1"/>
          <p:nvPr/>
        </p:nvSpPr>
        <p:spPr>
          <a:xfrm>
            <a:off x="5234894" y="4311271"/>
            <a:ext cx="3230680" cy="307777"/>
          </a:xfrm>
          <a:prstGeom prst="rect">
            <a:avLst/>
          </a:prstGeom>
          <a:noFill/>
        </p:spPr>
        <p:txBody>
          <a:bodyPr wrap="square" rtlCol="0">
            <a:spAutoFit/>
          </a:bodyPr>
          <a:lstStyle/>
          <a:p>
            <a:r>
              <a:rPr lang="ja-JP" altLang="en-US" sz="1400" dirty="0">
                <a:solidFill>
                  <a:schemeClr val="bg1">
                    <a:lumMod val="50000"/>
                  </a:schemeClr>
                </a:solidFill>
              </a:rPr>
              <a:t>学生番号を入力してください</a:t>
            </a:r>
            <a:r>
              <a:rPr kumimoji="1" lang="ja-JP" altLang="en-US" sz="1400" dirty="0">
                <a:solidFill>
                  <a:schemeClr val="bg1">
                    <a:lumMod val="50000"/>
                  </a:schemeClr>
                </a:solidFill>
              </a:rPr>
              <a:t>　　　　　</a:t>
            </a:r>
          </a:p>
        </p:txBody>
      </p:sp>
      <p:sp>
        <p:nvSpPr>
          <p:cNvPr id="27" name="テキスト ボックス 26">
            <a:extLst>
              <a:ext uri="{FF2B5EF4-FFF2-40B4-BE49-F238E27FC236}">
                <a16:creationId xmlns:a16="http://schemas.microsoft.com/office/drawing/2014/main" id="{C9E5D02A-B6C6-6570-582A-EAF86E7DDF42}"/>
              </a:ext>
            </a:extLst>
          </p:cNvPr>
          <p:cNvSpPr txBox="1"/>
          <p:nvPr/>
        </p:nvSpPr>
        <p:spPr>
          <a:xfrm>
            <a:off x="3969427" y="4011654"/>
            <a:ext cx="910494" cy="307777"/>
          </a:xfrm>
          <a:prstGeom prst="rect">
            <a:avLst/>
          </a:prstGeom>
          <a:noFill/>
        </p:spPr>
        <p:txBody>
          <a:bodyPr wrap="square" rtlCol="0">
            <a:spAutoFit/>
          </a:bodyPr>
          <a:lstStyle/>
          <a:p>
            <a:r>
              <a:rPr kumimoji="1" lang="ja-JP" altLang="en-US" sz="1400" b="1" dirty="0"/>
              <a:t>学生情報</a:t>
            </a:r>
          </a:p>
        </p:txBody>
      </p:sp>
      <p:sp>
        <p:nvSpPr>
          <p:cNvPr id="28" name="四角形: 角を丸くする 27">
            <a:extLst>
              <a:ext uri="{FF2B5EF4-FFF2-40B4-BE49-F238E27FC236}">
                <a16:creationId xmlns:a16="http://schemas.microsoft.com/office/drawing/2014/main" id="{3CD9E128-DBB4-585A-917B-1B6E78B4329D}"/>
              </a:ext>
            </a:extLst>
          </p:cNvPr>
          <p:cNvSpPr/>
          <p:nvPr/>
        </p:nvSpPr>
        <p:spPr>
          <a:xfrm>
            <a:off x="9084188" y="4045422"/>
            <a:ext cx="749892" cy="486221"/>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299F7A32-B196-5803-30A3-D696BE9A53BA}"/>
              </a:ext>
            </a:extLst>
          </p:cNvPr>
          <p:cNvSpPr txBox="1"/>
          <p:nvPr/>
        </p:nvSpPr>
        <p:spPr>
          <a:xfrm>
            <a:off x="9084188" y="4117208"/>
            <a:ext cx="749891" cy="369332"/>
          </a:xfrm>
          <a:prstGeom prst="rect">
            <a:avLst/>
          </a:prstGeom>
          <a:noFill/>
        </p:spPr>
        <p:txBody>
          <a:bodyPr wrap="square" rtlCol="0">
            <a:spAutoFit/>
          </a:bodyPr>
          <a:lstStyle/>
          <a:p>
            <a:pPr algn="ctr"/>
            <a:r>
              <a:rPr kumimoji="1" lang="ja-JP" altLang="en-US" b="1" dirty="0">
                <a:solidFill>
                  <a:schemeClr val="bg1"/>
                </a:solidFill>
              </a:rPr>
              <a:t>検索</a:t>
            </a:r>
          </a:p>
        </p:txBody>
      </p:sp>
      <p:sp>
        <p:nvSpPr>
          <p:cNvPr id="30" name="テキスト ボックス 29">
            <a:extLst>
              <a:ext uri="{FF2B5EF4-FFF2-40B4-BE49-F238E27FC236}">
                <a16:creationId xmlns:a16="http://schemas.microsoft.com/office/drawing/2014/main" id="{85AD0147-0A1A-DB75-242F-5E8A900F6797}"/>
              </a:ext>
            </a:extLst>
          </p:cNvPr>
          <p:cNvSpPr txBox="1"/>
          <p:nvPr/>
        </p:nvSpPr>
        <p:spPr>
          <a:xfrm>
            <a:off x="3884293" y="5849638"/>
            <a:ext cx="6936107" cy="369332"/>
          </a:xfrm>
          <a:prstGeom prst="rect">
            <a:avLst/>
          </a:prstGeom>
          <a:noFill/>
        </p:spPr>
        <p:txBody>
          <a:bodyPr wrap="square" rtlCol="0">
            <a:spAutoFit/>
          </a:bodyPr>
          <a:lstStyle/>
          <a:p>
            <a:r>
              <a:rPr lang="en-US" altLang="ja-JP" b="1" dirty="0"/>
              <a:t>  2023        203</a:t>
            </a:r>
            <a:r>
              <a:rPr lang="ja-JP" altLang="en-US" b="1" dirty="0"/>
              <a:t>     　　  </a:t>
            </a:r>
            <a:r>
              <a:rPr lang="en-US" altLang="ja-JP" b="1" dirty="0"/>
              <a:t>2377001</a:t>
            </a:r>
            <a:r>
              <a:rPr lang="ja-JP" altLang="en-US" b="1" dirty="0"/>
              <a:t>      大原太郎</a:t>
            </a:r>
            <a:r>
              <a:rPr lang="en-US" altLang="ja-JP" b="1" dirty="0"/>
              <a:t>     </a:t>
            </a:r>
            <a:r>
              <a:rPr lang="ja-JP" altLang="en-US" b="1" dirty="0"/>
              <a:t>   </a:t>
            </a:r>
            <a:r>
              <a:rPr lang="en-US" altLang="ja-JP" b="1" dirty="0"/>
              <a:t>100      30</a:t>
            </a:r>
            <a:endParaRPr kumimoji="1" lang="ja-JP" altLang="en-US" b="1" dirty="0"/>
          </a:p>
        </p:txBody>
      </p:sp>
      <p:cxnSp>
        <p:nvCxnSpPr>
          <p:cNvPr id="31" name="直線コネクタ 30">
            <a:extLst>
              <a:ext uri="{FF2B5EF4-FFF2-40B4-BE49-F238E27FC236}">
                <a16:creationId xmlns:a16="http://schemas.microsoft.com/office/drawing/2014/main" id="{DF820BBB-3558-CA42-F1F5-7412C129F3D9}"/>
              </a:ext>
            </a:extLst>
          </p:cNvPr>
          <p:cNvCxnSpPr/>
          <p:nvPr/>
        </p:nvCxnSpPr>
        <p:spPr>
          <a:xfrm>
            <a:off x="3697458" y="5785013"/>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36484970-4352-8553-22C7-B5ED32F92168}"/>
              </a:ext>
            </a:extLst>
          </p:cNvPr>
          <p:cNvCxnSpPr/>
          <p:nvPr/>
        </p:nvCxnSpPr>
        <p:spPr>
          <a:xfrm>
            <a:off x="3697458" y="6222842"/>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33" name="テキスト ボックス 32">
            <a:extLst>
              <a:ext uri="{FF2B5EF4-FFF2-40B4-BE49-F238E27FC236}">
                <a16:creationId xmlns:a16="http://schemas.microsoft.com/office/drawing/2014/main" id="{93E3D76F-F503-0619-E472-F5FC088E5B0C}"/>
              </a:ext>
            </a:extLst>
          </p:cNvPr>
          <p:cNvSpPr txBox="1"/>
          <p:nvPr/>
        </p:nvSpPr>
        <p:spPr>
          <a:xfrm>
            <a:off x="3883465" y="6246620"/>
            <a:ext cx="7141323" cy="369332"/>
          </a:xfrm>
          <a:prstGeom prst="rect">
            <a:avLst/>
          </a:prstGeom>
          <a:noFill/>
        </p:spPr>
        <p:txBody>
          <a:bodyPr wrap="square" rtlCol="0">
            <a:spAutoFit/>
          </a:bodyPr>
          <a:lstStyle/>
          <a:p>
            <a:r>
              <a:rPr lang="en-US" altLang="ja-JP" b="1" dirty="0"/>
              <a:t>  2023        203</a:t>
            </a:r>
            <a:r>
              <a:rPr lang="ja-JP" altLang="en-US" b="1" dirty="0"/>
              <a:t>              </a:t>
            </a:r>
            <a:r>
              <a:rPr lang="en-US" altLang="ja-JP" b="1" dirty="0"/>
              <a:t>2377003</a:t>
            </a:r>
            <a:r>
              <a:rPr lang="ja-JP" altLang="en-US" b="1" dirty="0"/>
              <a:t>     </a:t>
            </a:r>
            <a:r>
              <a:rPr lang="en-US" altLang="ja-JP" b="1" dirty="0"/>
              <a:t> </a:t>
            </a:r>
            <a:r>
              <a:rPr lang="ja-JP" altLang="en-US" b="1" dirty="0"/>
              <a:t>大原三郎</a:t>
            </a:r>
            <a:r>
              <a:rPr lang="en-US" altLang="ja-JP" b="1" dirty="0"/>
              <a:t>        </a:t>
            </a:r>
            <a:r>
              <a:rPr lang="ja-JP" altLang="en-US" b="1" dirty="0"/>
              <a:t> </a:t>
            </a:r>
            <a:r>
              <a:rPr lang="en-US" altLang="ja-JP" b="1" dirty="0"/>
              <a:t>96</a:t>
            </a:r>
            <a:r>
              <a:rPr lang="ja-JP" altLang="en-US" b="1" dirty="0"/>
              <a:t>        </a:t>
            </a:r>
            <a:r>
              <a:rPr lang="en-US" altLang="ja-JP" b="1" dirty="0"/>
              <a:t>-</a:t>
            </a:r>
            <a:endParaRPr kumimoji="1" lang="ja-JP" altLang="en-US" b="1" dirty="0"/>
          </a:p>
        </p:txBody>
      </p:sp>
      <p:cxnSp>
        <p:nvCxnSpPr>
          <p:cNvPr id="34" name="直線コネクタ 33">
            <a:extLst>
              <a:ext uri="{FF2B5EF4-FFF2-40B4-BE49-F238E27FC236}">
                <a16:creationId xmlns:a16="http://schemas.microsoft.com/office/drawing/2014/main" id="{D1D6FCEF-05A7-1B27-9C93-4503FBC1B48A}"/>
              </a:ext>
            </a:extLst>
          </p:cNvPr>
          <p:cNvCxnSpPr/>
          <p:nvPr/>
        </p:nvCxnSpPr>
        <p:spPr>
          <a:xfrm>
            <a:off x="3697458" y="6640740"/>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35" name="テキスト ボックス 34">
            <a:extLst>
              <a:ext uri="{FF2B5EF4-FFF2-40B4-BE49-F238E27FC236}">
                <a16:creationId xmlns:a16="http://schemas.microsoft.com/office/drawing/2014/main" id="{8C1FB10E-D3EA-2A4D-F0A9-323BD4DB0C64}"/>
              </a:ext>
            </a:extLst>
          </p:cNvPr>
          <p:cNvSpPr txBox="1"/>
          <p:nvPr/>
        </p:nvSpPr>
        <p:spPr>
          <a:xfrm>
            <a:off x="3883464" y="5378779"/>
            <a:ext cx="6643021" cy="369332"/>
          </a:xfrm>
          <a:prstGeom prst="rect">
            <a:avLst/>
          </a:prstGeom>
          <a:noFill/>
        </p:spPr>
        <p:txBody>
          <a:bodyPr wrap="square" rtlCol="0">
            <a:spAutoFit/>
          </a:bodyPr>
          <a:lstStyle/>
          <a:p>
            <a:r>
              <a:rPr kumimoji="1" lang="ja-JP" altLang="en-US" b="1" dirty="0"/>
              <a:t>入学年度　</a:t>
            </a:r>
            <a:r>
              <a:rPr lang="ja-JP" altLang="en-US" b="1" dirty="0"/>
              <a:t>クラス</a:t>
            </a:r>
            <a:r>
              <a:rPr kumimoji="1" lang="ja-JP" altLang="en-US" b="1" dirty="0"/>
              <a:t>　   　学生番号　  氏名    </a:t>
            </a:r>
            <a:r>
              <a:rPr lang="ja-JP" altLang="en-US" b="1" dirty="0"/>
              <a:t>            </a:t>
            </a:r>
            <a:r>
              <a:rPr lang="en-US" altLang="ja-JP" b="1" dirty="0"/>
              <a:t>1</a:t>
            </a:r>
            <a:r>
              <a:rPr lang="ja-JP" altLang="en-US" b="1" dirty="0"/>
              <a:t>回      </a:t>
            </a:r>
            <a:r>
              <a:rPr lang="en-US" altLang="ja-JP" b="1" dirty="0"/>
              <a:t>2</a:t>
            </a:r>
            <a:r>
              <a:rPr lang="ja-JP" altLang="en-US" b="1" dirty="0"/>
              <a:t>回</a:t>
            </a:r>
            <a:endParaRPr kumimoji="1" lang="ja-JP" altLang="en-US" b="1" dirty="0"/>
          </a:p>
        </p:txBody>
      </p:sp>
      <p:sp>
        <p:nvSpPr>
          <p:cNvPr id="36" name="テキスト ボックス 35">
            <a:extLst>
              <a:ext uri="{FF2B5EF4-FFF2-40B4-BE49-F238E27FC236}">
                <a16:creationId xmlns:a16="http://schemas.microsoft.com/office/drawing/2014/main" id="{B9755927-FF1E-1618-C2E4-26E048A1CD2B}"/>
              </a:ext>
            </a:extLst>
          </p:cNvPr>
          <p:cNvSpPr txBox="1"/>
          <p:nvPr/>
        </p:nvSpPr>
        <p:spPr>
          <a:xfrm>
            <a:off x="3999100" y="4953249"/>
            <a:ext cx="2468112" cy="369332"/>
          </a:xfrm>
          <a:prstGeom prst="rect">
            <a:avLst/>
          </a:prstGeom>
          <a:noFill/>
        </p:spPr>
        <p:txBody>
          <a:bodyPr wrap="square" rtlCol="0">
            <a:spAutoFit/>
          </a:bodyPr>
          <a:lstStyle/>
          <a:p>
            <a:r>
              <a:rPr kumimoji="1" lang="ja-JP" altLang="en-US" dirty="0"/>
              <a:t>科目</a:t>
            </a:r>
            <a:r>
              <a:rPr lang="ja-JP" altLang="en-US" dirty="0"/>
              <a:t>：</a:t>
            </a:r>
            <a:r>
              <a:rPr kumimoji="1" lang="ja-JP" altLang="en-US" dirty="0"/>
              <a:t>国語</a:t>
            </a:r>
            <a:r>
              <a:rPr kumimoji="1" lang="en-US" altLang="ja-JP" dirty="0"/>
              <a:t>(1)</a:t>
            </a:r>
            <a:endParaRPr kumimoji="1" lang="ja-JP" altLang="en-US" dirty="0"/>
          </a:p>
        </p:txBody>
      </p:sp>
      <p:sp>
        <p:nvSpPr>
          <p:cNvPr id="37" name="テキスト ボックス 36">
            <a:extLst>
              <a:ext uri="{FF2B5EF4-FFF2-40B4-BE49-F238E27FC236}">
                <a16:creationId xmlns:a16="http://schemas.microsoft.com/office/drawing/2014/main" id="{55D5DED1-1A8B-0C79-02E2-C270970A1351}"/>
              </a:ext>
            </a:extLst>
          </p:cNvPr>
          <p:cNvSpPr txBox="1"/>
          <p:nvPr/>
        </p:nvSpPr>
        <p:spPr>
          <a:xfrm>
            <a:off x="5342300" y="4300051"/>
            <a:ext cx="2068288" cy="369332"/>
          </a:xfrm>
          <a:prstGeom prst="rect">
            <a:avLst/>
          </a:prstGeom>
          <a:noFill/>
        </p:spPr>
        <p:txBody>
          <a:bodyPr wrap="square" rtlCol="0">
            <a:spAutoFit/>
          </a:bodyPr>
          <a:lstStyle/>
          <a:p>
            <a:r>
              <a:rPr kumimoji="1" lang="en-US" altLang="ja-JP" dirty="0"/>
              <a:t>2377002</a:t>
            </a:r>
            <a:endParaRPr kumimoji="1" lang="ja-JP" altLang="en-US" dirty="0"/>
          </a:p>
        </p:txBody>
      </p:sp>
      <p:sp>
        <p:nvSpPr>
          <p:cNvPr id="38" name="矢印: 上 37">
            <a:extLst>
              <a:ext uri="{FF2B5EF4-FFF2-40B4-BE49-F238E27FC236}">
                <a16:creationId xmlns:a16="http://schemas.microsoft.com/office/drawing/2014/main" id="{42920D87-2562-7A0B-B4C7-093BC9919EDE}"/>
              </a:ext>
            </a:extLst>
          </p:cNvPr>
          <p:cNvSpPr/>
          <p:nvPr/>
        </p:nvSpPr>
        <p:spPr>
          <a:xfrm rot="20889810">
            <a:off x="9384612" y="4284955"/>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08D437B4-D7D1-26B6-AAD6-6BF6C3FDA20F}"/>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Tree>
    <p:extLst>
      <p:ext uri="{BB962C8B-B14F-4D97-AF65-F5344CB8AC3E}">
        <p14:creationId xmlns:p14="http://schemas.microsoft.com/office/powerpoint/2010/main" val="360446521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xit" presetSubtype="10" fill="hold" grpId="0" nodeType="afterEffect">
                                  <p:stCondLst>
                                    <p:cond delay="0"/>
                                  </p:stCondLst>
                                  <p:childTnLst>
                                    <p:animEffect transition="out" filter="randombar(horizontal)">
                                      <p:cBhvr>
                                        <p:cTn id="6" dur="500"/>
                                        <p:tgtEl>
                                          <p:spTgt spid="26"/>
                                        </p:tgtEl>
                                      </p:cBhvr>
                                    </p:animEffect>
                                    <p:set>
                                      <p:cBhvr>
                                        <p:cTn id="7" dur="1" fill="hold">
                                          <p:stCondLst>
                                            <p:cond delay="499"/>
                                          </p:stCondLst>
                                        </p:cTn>
                                        <p:tgtEl>
                                          <p:spTgt spid="26"/>
                                        </p:tgtEl>
                                        <p:attrNameLst>
                                          <p:attrName>style.visibility</p:attrName>
                                        </p:attrNameLst>
                                      </p:cBhvr>
                                      <p:to>
                                        <p:strVal val="hidden"/>
                                      </p:to>
                                    </p:se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barn(inVertical)">
                                      <p:cBhvr>
                                        <p:cTn id="11" dur="500"/>
                                        <p:tgtEl>
                                          <p:spTgt spid="37"/>
                                        </p:tgtEl>
                                      </p:cBhvr>
                                    </p:animEffect>
                                  </p:childTnLst>
                                </p:cTn>
                              </p:par>
                            </p:childTnLst>
                          </p:cTn>
                        </p:par>
                        <p:par>
                          <p:cTn id="12" fill="hold">
                            <p:stCondLst>
                              <p:cond delay="1000"/>
                            </p:stCondLst>
                            <p:childTnLst>
                              <p:par>
                                <p:cTn id="13" presetID="42" presetClass="entr" presetSubtype="0" fill="hold" grpId="0" nodeType="afterEffect">
                                  <p:stCondLst>
                                    <p:cond delay="60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1000"/>
                                        <p:tgtEl>
                                          <p:spTgt spid="38"/>
                                        </p:tgtEl>
                                      </p:cBhvr>
                                    </p:animEffect>
                                    <p:anim calcmode="lin" valueType="num">
                                      <p:cBhvr>
                                        <p:cTn id="16" dur="1000" fill="hold"/>
                                        <p:tgtEl>
                                          <p:spTgt spid="38"/>
                                        </p:tgtEl>
                                        <p:attrNameLst>
                                          <p:attrName>ppt_x</p:attrName>
                                        </p:attrNameLst>
                                      </p:cBhvr>
                                      <p:tavLst>
                                        <p:tav tm="0">
                                          <p:val>
                                            <p:strVal val="#ppt_x"/>
                                          </p:val>
                                        </p:tav>
                                        <p:tav tm="100000">
                                          <p:val>
                                            <p:strVal val="#ppt_x"/>
                                          </p:val>
                                        </p:tav>
                                      </p:tavLst>
                                    </p:anim>
                                    <p:anim calcmode="lin" valueType="num">
                                      <p:cBhvr>
                                        <p:cTn id="17" dur="1000" fill="hold"/>
                                        <p:tgtEl>
                                          <p:spTgt spid="38"/>
                                        </p:tgtEl>
                                        <p:attrNameLst>
                                          <p:attrName>ppt_y</p:attrName>
                                        </p:attrNameLst>
                                      </p:cBhvr>
                                      <p:tavLst>
                                        <p:tav tm="0">
                                          <p:val>
                                            <p:strVal val="#ppt_y+.1"/>
                                          </p:val>
                                        </p:tav>
                                        <p:tav tm="100000">
                                          <p:val>
                                            <p:strVal val="#ppt_y"/>
                                          </p:val>
                                        </p:tav>
                                      </p:tavLst>
                                    </p:anim>
                                  </p:childTnLst>
                                </p:cTn>
                              </p:par>
                            </p:childTnLst>
                          </p:cTn>
                        </p:par>
                        <p:par>
                          <p:cTn id="18" fill="hold">
                            <p:stCondLst>
                              <p:cond delay="2600"/>
                            </p:stCondLst>
                            <p:childTnLst>
                              <p:par>
                                <p:cTn id="19" presetID="26" presetClass="emph" presetSubtype="0" fill="hold" grpId="1" nodeType="afterEffect">
                                  <p:stCondLst>
                                    <p:cond delay="0"/>
                                  </p:stCondLst>
                                  <p:childTnLst>
                                    <p:animEffect transition="out" filter="fade">
                                      <p:cBhvr>
                                        <p:cTn id="20" dur="800" tmFilter="0, 0; .2, .5; .8, .5; 1, 0"/>
                                        <p:tgtEl>
                                          <p:spTgt spid="38"/>
                                        </p:tgtEl>
                                      </p:cBhvr>
                                    </p:animEffect>
                                    <p:animScale>
                                      <p:cBhvr>
                                        <p:cTn id="21" dur="400" autoRev="1" fill="hold"/>
                                        <p:tgtEl>
                                          <p:spTgt spid="3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7" grpId="0"/>
      <p:bldP spid="38" grpId="0" animBg="1"/>
      <p:bldP spid="38"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線コネクタ 2">
            <a:extLst>
              <a:ext uri="{FF2B5EF4-FFF2-40B4-BE49-F238E27FC236}">
                <a16:creationId xmlns:a16="http://schemas.microsoft.com/office/drawing/2014/main" id="{C7B876AB-8419-9E1A-122C-888AC24D0F6D}"/>
              </a:ext>
            </a:extLst>
          </p:cNvPr>
          <p:cNvCxnSpPr>
            <a:cxnSpLocks/>
          </p:cNvCxnSpPr>
          <p:nvPr/>
        </p:nvCxnSpPr>
        <p:spPr>
          <a:xfrm>
            <a:off x="3167743" y="1328057"/>
            <a:ext cx="0" cy="5192486"/>
          </a:xfrm>
          <a:prstGeom prst="line">
            <a:avLst/>
          </a:prstGeom>
        </p:spPr>
        <p:style>
          <a:lnRef idx="1">
            <a:schemeClr val="dk1"/>
          </a:lnRef>
          <a:fillRef idx="0">
            <a:schemeClr val="dk1"/>
          </a:fillRef>
          <a:effectRef idx="0">
            <a:schemeClr val="dk1"/>
          </a:effectRef>
          <a:fontRef idx="minor">
            <a:schemeClr val="tx1"/>
          </a:fontRef>
        </p:style>
      </p:cxnSp>
      <p:grpSp>
        <p:nvGrpSpPr>
          <p:cNvPr id="4" name="グループ化 3">
            <a:extLst>
              <a:ext uri="{FF2B5EF4-FFF2-40B4-BE49-F238E27FC236}">
                <a16:creationId xmlns:a16="http://schemas.microsoft.com/office/drawing/2014/main" id="{991992C9-091E-FEAB-07A3-B77E138E018D}"/>
              </a:ext>
            </a:extLst>
          </p:cNvPr>
          <p:cNvGrpSpPr/>
          <p:nvPr/>
        </p:nvGrpSpPr>
        <p:grpSpPr>
          <a:xfrm>
            <a:off x="914397" y="377594"/>
            <a:ext cx="9775371" cy="742070"/>
            <a:chOff x="914397" y="377594"/>
            <a:chExt cx="9775371" cy="742070"/>
          </a:xfrm>
        </p:grpSpPr>
        <p:sp>
          <p:nvSpPr>
            <p:cNvPr id="5" name="正方形/長方形 4">
              <a:extLst>
                <a:ext uri="{FF2B5EF4-FFF2-40B4-BE49-F238E27FC236}">
                  <a16:creationId xmlns:a16="http://schemas.microsoft.com/office/drawing/2014/main" id="{D46AA768-73CA-4F9B-7B55-52FC9042C014}"/>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6B7FC713-77CF-2082-42F3-D1D1916EDBEB}"/>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7" name="テキスト ボックス 6">
              <a:extLst>
                <a:ext uri="{FF2B5EF4-FFF2-40B4-BE49-F238E27FC236}">
                  <a16:creationId xmlns:a16="http://schemas.microsoft.com/office/drawing/2014/main" id="{2C194DC3-7C53-2135-AB34-5BE58311FE84}"/>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8" name="テキスト ボックス 7">
              <a:extLst>
                <a:ext uri="{FF2B5EF4-FFF2-40B4-BE49-F238E27FC236}">
                  <a16:creationId xmlns:a16="http://schemas.microsoft.com/office/drawing/2014/main" id="{22E3AEF3-8D03-7788-02B4-667112E9A13C}"/>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grpSp>
        <p:nvGrpSpPr>
          <p:cNvPr id="9" name="グループ化 8">
            <a:extLst>
              <a:ext uri="{FF2B5EF4-FFF2-40B4-BE49-F238E27FC236}">
                <a16:creationId xmlns:a16="http://schemas.microsoft.com/office/drawing/2014/main" id="{1111AB64-939E-94EA-98E5-856C82001939}"/>
              </a:ext>
            </a:extLst>
          </p:cNvPr>
          <p:cNvGrpSpPr/>
          <p:nvPr/>
        </p:nvGrpSpPr>
        <p:grpSpPr>
          <a:xfrm>
            <a:off x="3738371" y="1431184"/>
            <a:ext cx="7000755" cy="555171"/>
            <a:chOff x="4207329" y="1666025"/>
            <a:chExt cx="6117768" cy="555171"/>
          </a:xfrm>
        </p:grpSpPr>
        <p:sp>
          <p:nvSpPr>
            <p:cNvPr id="10" name="正方形/長方形 9">
              <a:extLst>
                <a:ext uri="{FF2B5EF4-FFF2-40B4-BE49-F238E27FC236}">
                  <a16:creationId xmlns:a16="http://schemas.microsoft.com/office/drawing/2014/main" id="{76D176B8-264B-42E2-74BB-DE82F2CDC463}"/>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B9D24739-AD94-D820-BEAB-D510E70908F3}"/>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成績管理</a:t>
              </a:r>
              <a:endParaRPr kumimoji="1" lang="ja-JP" altLang="en-US" sz="2400" b="1" dirty="0"/>
            </a:p>
          </p:txBody>
        </p:sp>
      </p:grpSp>
      <p:sp>
        <p:nvSpPr>
          <p:cNvPr id="12" name="四角形: 角を丸くする 11">
            <a:extLst>
              <a:ext uri="{FF2B5EF4-FFF2-40B4-BE49-F238E27FC236}">
                <a16:creationId xmlns:a16="http://schemas.microsoft.com/office/drawing/2014/main" id="{254176DE-277D-2E14-F588-24C668D32D35}"/>
              </a:ext>
            </a:extLst>
          </p:cNvPr>
          <p:cNvSpPr/>
          <p:nvPr/>
        </p:nvSpPr>
        <p:spPr>
          <a:xfrm>
            <a:off x="3738371" y="2188506"/>
            <a:ext cx="6891527" cy="2480987"/>
          </a:xfrm>
          <a:prstGeom prst="roundRect">
            <a:avLst>
              <a:gd name="adj" fmla="val 7339"/>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ACB434B2-0FE9-221F-619C-E6D3470F1BFC}"/>
              </a:ext>
            </a:extLst>
          </p:cNvPr>
          <p:cNvSpPr/>
          <p:nvPr/>
        </p:nvSpPr>
        <p:spPr>
          <a:xfrm>
            <a:off x="5099725" y="2947898"/>
            <a:ext cx="835848" cy="26070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CD16543A-4DCF-18FD-A180-843C4E7B0896}"/>
              </a:ext>
            </a:extLst>
          </p:cNvPr>
          <p:cNvSpPr txBox="1"/>
          <p:nvPr/>
        </p:nvSpPr>
        <p:spPr>
          <a:xfrm>
            <a:off x="4964674" y="2450867"/>
            <a:ext cx="3762671" cy="369332"/>
          </a:xfrm>
          <a:prstGeom prst="rect">
            <a:avLst/>
          </a:prstGeom>
          <a:noFill/>
        </p:spPr>
        <p:txBody>
          <a:bodyPr wrap="square" rtlCol="0">
            <a:spAutoFit/>
          </a:bodyPr>
          <a:lstStyle/>
          <a:p>
            <a:r>
              <a:rPr kumimoji="1" lang="ja-JP" altLang="en-US" dirty="0"/>
              <a:t>入学年度　  クラス　　    科目　　　　　</a:t>
            </a:r>
          </a:p>
        </p:txBody>
      </p:sp>
      <p:sp>
        <p:nvSpPr>
          <p:cNvPr id="15" name="四角形: 角を丸くする 14">
            <a:extLst>
              <a:ext uri="{FF2B5EF4-FFF2-40B4-BE49-F238E27FC236}">
                <a16:creationId xmlns:a16="http://schemas.microsoft.com/office/drawing/2014/main" id="{CD101A27-F5D7-C984-42EA-D10A3AE5A0F3}"/>
              </a:ext>
            </a:extLst>
          </p:cNvPr>
          <p:cNvSpPr/>
          <p:nvPr/>
        </p:nvSpPr>
        <p:spPr>
          <a:xfrm>
            <a:off x="9459134" y="2618780"/>
            <a:ext cx="749892" cy="486221"/>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B8CA4798-BD46-A352-77A8-AEC80F53D160}"/>
              </a:ext>
            </a:extLst>
          </p:cNvPr>
          <p:cNvSpPr txBox="1"/>
          <p:nvPr/>
        </p:nvSpPr>
        <p:spPr>
          <a:xfrm>
            <a:off x="9459134" y="2690566"/>
            <a:ext cx="749891" cy="369332"/>
          </a:xfrm>
          <a:prstGeom prst="rect">
            <a:avLst/>
          </a:prstGeom>
          <a:noFill/>
        </p:spPr>
        <p:txBody>
          <a:bodyPr wrap="square" rtlCol="0">
            <a:spAutoFit/>
          </a:bodyPr>
          <a:lstStyle/>
          <a:p>
            <a:pPr algn="ctr"/>
            <a:r>
              <a:rPr kumimoji="1" lang="ja-JP" altLang="en-US" b="1" dirty="0">
                <a:solidFill>
                  <a:schemeClr val="bg1"/>
                </a:solidFill>
              </a:rPr>
              <a:t>検索</a:t>
            </a:r>
          </a:p>
        </p:txBody>
      </p:sp>
      <p:sp>
        <p:nvSpPr>
          <p:cNvPr id="17" name="四角形: 角を丸くする 16">
            <a:extLst>
              <a:ext uri="{FF2B5EF4-FFF2-40B4-BE49-F238E27FC236}">
                <a16:creationId xmlns:a16="http://schemas.microsoft.com/office/drawing/2014/main" id="{2CBA7B60-D980-CD37-06A2-CC8954F5376C}"/>
              </a:ext>
            </a:extLst>
          </p:cNvPr>
          <p:cNvSpPr/>
          <p:nvPr/>
        </p:nvSpPr>
        <p:spPr>
          <a:xfrm>
            <a:off x="6313984" y="2930138"/>
            <a:ext cx="835848" cy="27454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DB3D60CD-B638-8286-74E9-4BB1DCE6B655}"/>
              </a:ext>
            </a:extLst>
          </p:cNvPr>
          <p:cNvSpPr/>
          <p:nvPr/>
        </p:nvSpPr>
        <p:spPr>
          <a:xfrm>
            <a:off x="7663536" y="2923992"/>
            <a:ext cx="1358656" cy="27455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D531F04F-3D5D-DE3D-7E6F-980139355328}"/>
              </a:ext>
            </a:extLst>
          </p:cNvPr>
          <p:cNvCxnSpPr/>
          <p:nvPr/>
        </p:nvCxnSpPr>
        <p:spPr>
          <a:xfrm>
            <a:off x="5260526" y="3122049"/>
            <a:ext cx="544945"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90CC58E9-EE0A-2B0F-0329-A54D872523D8}"/>
              </a:ext>
            </a:extLst>
          </p:cNvPr>
          <p:cNvCxnSpPr/>
          <p:nvPr/>
        </p:nvCxnSpPr>
        <p:spPr>
          <a:xfrm>
            <a:off x="6411427" y="3111266"/>
            <a:ext cx="544945"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BAB5D4C2-B839-F8CD-A788-C3CDCA6F2F61}"/>
              </a:ext>
            </a:extLst>
          </p:cNvPr>
          <p:cNvCxnSpPr/>
          <p:nvPr/>
        </p:nvCxnSpPr>
        <p:spPr>
          <a:xfrm>
            <a:off x="7793252" y="3106243"/>
            <a:ext cx="544945"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5D96754A-1363-CB80-C665-280C69EB3904}"/>
              </a:ext>
            </a:extLst>
          </p:cNvPr>
          <p:cNvCxnSpPr>
            <a:cxnSpLocks/>
          </p:cNvCxnSpPr>
          <p:nvPr/>
        </p:nvCxnSpPr>
        <p:spPr>
          <a:xfrm>
            <a:off x="4137891" y="3451053"/>
            <a:ext cx="5847127" cy="0"/>
          </a:xfrm>
          <a:prstGeom prst="line">
            <a:avLst/>
          </a:prstGeom>
        </p:spPr>
        <p:style>
          <a:lnRef idx="1">
            <a:schemeClr val="dk1"/>
          </a:lnRef>
          <a:fillRef idx="0">
            <a:schemeClr val="dk1"/>
          </a:fillRef>
          <a:effectRef idx="0">
            <a:schemeClr val="dk1"/>
          </a:effectRef>
          <a:fontRef idx="minor">
            <a:schemeClr val="tx1"/>
          </a:fontRef>
        </p:style>
      </p:cxnSp>
      <p:sp>
        <p:nvSpPr>
          <p:cNvPr id="23" name="テキスト ボックス 22">
            <a:extLst>
              <a:ext uri="{FF2B5EF4-FFF2-40B4-BE49-F238E27FC236}">
                <a16:creationId xmlns:a16="http://schemas.microsoft.com/office/drawing/2014/main" id="{151E09CD-363C-7D4B-44A0-5C4116EFA641}"/>
              </a:ext>
            </a:extLst>
          </p:cNvPr>
          <p:cNvSpPr txBox="1"/>
          <p:nvPr/>
        </p:nvSpPr>
        <p:spPr>
          <a:xfrm>
            <a:off x="3969427" y="2752121"/>
            <a:ext cx="910494" cy="307777"/>
          </a:xfrm>
          <a:prstGeom prst="rect">
            <a:avLst/>
          </a:prstGeom>
          <a:noFill/>
        </p:spPr>
        <p:txBody>
          <a:bodyPr wrap="square" rtlCol="0">
            <a:spAutoFit/>
          </a:bodyPr>
          <a:lstStyle/>
          <a:p>
            <a:r>
              <a:rPr kumimoji="1" lang="ja-JP" altLang="en-US" sz="1400" b="1" dirty="0"/>
              <a:t>科目情報</a:t>
            </a:r>
          </a:p>
        </p:txBody>
      </p:sp>
      <p:sp>
        <p:nvSpPr>
          <p:cNvPr id="24" name="四角形: 角を丸くする 23">
            <a:extLst>
              <a:ext uri="{FF2B5EF4-FFF2-40B4-BE49-F238E27FC236}">
                <a16:creationId xmlns:a16="http://schemas.microsoft.com/office/drawing/2014/main" id="{3BF30921-52A7-B8E9-1EA4-AC4C18345E39}"/>
              </a:ext>
            </a:extLst>
          </p:cNvPr>
          <p:cNvSpPr/>
          <p:nvPr/>
        </p:nvSpPr>
        <p:spPr>
          <a:xfrm>
            <a:off x="5278774" y="4070926"/>
            <a:ext cx="3570257" cy="40021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F50300BF-D5D4-F11E-C8AC-52ACB48CFF04}"/>
              </a:ext>
            </a:extLst>
          </p:cNvPr>
          <p:cNvSpPr txBox="1"/>
          <p:nvPr/>
        </p:nvSpPr>
        <p:spPr>
          <a:xfrm>
            <a:off x="5222242" y="3581662"/>
            <a:ext cx="1623767" cy="369332"/>
          </a:xfrm>
          <a:prstGeom prst="rect">
            <a:avLst/>
          </a:prstGeom>
          <a:noFill/>
        </p:spPr>
        <p:txBody>
          <a:bodyPr wrap="square" rtlCol="0">
            <a:spAutoFit/>
          </a:bodyPr>
          <a:lstStyle/>
          <a:p>
            <a:r>
              <a:rPr lang="ja-JP" altLang="en-US" dirty="0"/>
              <a:t>学生番号</a:t>
            </a:r>
            <a:r>
              <a:rPr kumimoji="1" lang="ja-JP" altLang="en-US" dirty="0"/>
              <a:t>　　　　　</a:t>
            </a:r>
          </a:p>
        </p:txBody>
      </p:sp>
      <p:sp>
        <p:nvSpPr>
          <p:cNvPr id="26" name="テキスト ボックス 25">
            <a:extLst>
              <a:ext uri="{FF2B5EF4-FFF2-40B4-BE49-F238E27FC236}">
                <a16:creationId xmlns:a16="http://schemas.microsoft.com/office/drawing/2014/main" id="{9ECEE093-2B73-8815-085C-1DAE446A1EAC}"/>
              </a:ext>
            </a:extLst>
          </p:cNvPr>
          <p:cNvSpPr txBox="1"/>
          <p:nvPr/>
        </p:nvSpPr>
        <p:spPr>
          <a:xfrm>
            <a:off x="5234894" y="4109118"/>
            <a:ext cx="3230680" cy="307777"/>
          </a:xfrm>
          <a:prstGeom prst="rect">
            <a:avLst/>
          </a:prstGeom>
          <a:noFill/>
        </p:spPr>
        <p:txBody>
          <a:bodyPr wrap="square" rtlCol="0">
            <a:spAutoFit/>
          </a:bodyPr>
          <a:lstStyle/>
          <a:p>
            <a:r>
              <a:rPr lang="ja-JP" altLang="en-US" sz="1400" dirty="0">
                <a:solidFill>
                  <a:schemeClr val="bg1">
                    <a:lumMod val="50000"/>
                  </a:schemeClr>
                </a:solidFill>
              </a:rPr>
              <a:t>学生番号を入力してください</a:t>
            </a:r>
            <a:r>
              <a:rPr kumimoji="1" lang="ja-JP" altLang="en-US" sz="1400" dirty="0">
                <a:solidFill>
                  <a:schemeClr val="bg1">
                    <a:lumMod val="50000"/>
                  </a:schemeClr>
                </a:solidFill>
              </a:rPr>
              <a:t>　　　　　</a:t>
            </a:r>
          </a:p>
        </p:txBody>
      </p:sp>
      <p:sp>
        <p:nvSpPr>
          <p:cNvPr id="27" name="テキスト ボックス 26">
            <a:extLst>
              <a:ext uri="{FF2B5EF4-FFF2-40B4-BE49-F238E27FC236}">
                <a16:creationId xmlns:a16="http://schemas.microsoft.com/office/drawing/2014/main" id="{0AD1CFE2-5787-1C15-4C38-B975B34967DE}"/>
              </a:ext>
            </a:extLst>
          </p:cNvPr>
          <p:cNvSpPr txBox="1"/>
          <p:nvPr/>
        </p:nvSpPr>
        <p:spPr>
          <a:xfrm>
            <a:off x="3969427" y="3809501"/>
            <a:ext cx="910494" cy="307777"/>
          </a:xfrm>
          <a:prstGeom prst="rect">
            <a:avLst/>
          </a:prstGeom>
          <a:noFill/>
        </p:spPr>
        <p:txBody>
          <a:bodyPr wrap="square" rtlCol="0">
            <a:spAutoFit/>
          </a:bodyPr>
          <a:lstStyle/>
          <a:p>
            <a:r>
              <a:rPr kumimoji="1" lang="ja-JP" altLang="en-US" sz="1400" b="1" dirty="0"/>
              <a:t>学生情報</a:t>
            </a:r>
          </a:p>
        </p:txBody>
      </p:sp>
      <p:sp>
        <p:nvSpPr>
          <p:cNvPr id="28" name="四角形: 角を丸くする 27">
            <a:extLst>
              <a:ext uri="{FF2B5EF4-FFF2-40B4-BE49-F238E27FC236}">
                <a16:creationId xmlns:a16="http://schemas.microsoft.com/office/drawing/2014/main" id="{16EB82B3-C5A8-FD54-E3C8-0516C28814EF}"/>
              </a:ext>
            </a:extLst>
          </p:cNvPr>
          <p:cNvSpPr/>
          <p:nvPr/>
        </p:nvSpPr>
        <p:spPr>
          <a:xfrm>
            <a:off x="9084188" y="3843269"/>
            <a:ext cx="749892" cy="486221"/>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0D0B6ED0-25D5-96B8-6F2A-373E2C7FB291}"/>
              </a:ext>
            </a:extLst>
          </p:cNvPr>
          <p:cNvSpPr txBox="1"/>
          <p:nvPr/>
        </p:nvSpPr>
        <p:spPr>
          <a:xfrm>
            <a:off x="9084188" y="3915055"/>
            <a:ext cx="749891" cy="369332"/>
          </a:xfrm>
          <a:prstGeom prst="rect">
            <a:avLst/>
          </a:prstGeom>
          <a:noFill/>
        </p:spPr>
        <p:txBody>
          <a:bodyPr wrap="square" rtlCol="0">
            <a:spAutoFit/>
          </a:bodyPr>
          <a:lstStyle/>
          <a:p>
            <a:pPr algn="ctr"/>
            <a:r>
              <a:rPr kumimoji="1" lang="ja-JP" altLang="en-US" b="1" dirty="0">
                <a:solidFill>
                  <a:schemeClr val="bg1"/>
                </a:solidFill>
              </a:rPr>
              <a:t>検索</a:t>
            </a:r>
          </a:p>
        </p:txBody>
      </p:sp>
      <p:sp>
        <p:nvSpPr>
          <p:cNvPr id="30" name="テキスト ボックス 29">
            <a:extLst>
              <a:ext uri="{FF2B5EF4-FFF2-40B4-BE49-F238E27FC236}">
                <a16:creationId xmlns:a16="http://schemas.microsoft.com/office/drawing/2014/main" id="{F2EB3E69-4F6D-4A45-DC7E-29B6D0B0B659}"/>
              </a:ext>
            </a:extLst>
          </p:cNvPr>
          <p:cNvSpPr txBox="1"/>
          <p:nvPr/>
        </p:nvSpPr>
        <p:spPr>
          <a:xfrm>
            <a:off x="3842510" y="4736018"/>
            <a:ext cx="2568918" cy="338554"/>
          </a:xfrm>
          <a:prstGeom prst="rect">
            <a:avLst/>
          </a:prstGeom>
          <a:noFill/>
        </p:spPr>
        <p:txBody>
          <a:bodyPr wrap="square" rtlCol="0">
            <a:spAutoFit/>
          </a:bodyPr>
          <a:lstStyle/>
          <a:p>
            <a:r>
              <a:rPr lang="ja-JP" altLang="en-US" sz="1600" dirty="0"/>
              <a:t>氏名：大原次郎</a:t>
            </a:r>
            <a:r>
              <a:rPr lang="en-US" altLang="ja-JP" sz="1600" dirty="0"/>
              <a:t>(2377093)</a:t>
            </a:r>
            <a:endParaRPr kumimoji="1" lang="ja-JP" altLang="en-US" sz="1600" dirty="0"/>
          </a:p>
        </p:txBody>
      </p:sp>
      <p:sp>
        <p:nvSpPr>
          <p:cNvPr id="31" name="テキスト ボックス 30">
            <a:extLst>
              <a:ext uri="{FF2B5EF4-FFF2-40B4-BE49-F238E27FC236}">
                <a16:creationId xmlns:a16="http://schemas.microsoft.com/office/drawing/2014/main" id="{81FF60BA-E565-E5F5-C5D9-3F4AF749DAC7}"/>
              </a:ext>
            </a:extLst>
          </p:cNvPr>
          <p:cNvSpPr txBox="1"/>
          <p:nvPr/>
        </p:nvSpPr>
        <p:spPr>
          <a:xfrm>
            <a:off x="3843333" y="5570626"/>
            <a:ext cx="4421666" cy="369332"/>
          </a:xfrm>
          <a:prstGeom prst="rect">
            <a:avLst/>
          </a:prstGeom>
          <a:noFill/>
        </p:spPr>
        <p:txBody>
          <a:bodyPr wrap="square" rtlCol="0">
            <a:spAutoFit/>
          </a:bodyPr>
          <a:lstStyle/>
          <a:p>
            <a:r>
              <a:rPr lang="en-US" altLang="ja-JP" b="1" dirty="0"/>
              <a:t>  </a:t>
            </a:r>
            <a:r>
              <a:rPr lang="ja-JP" altLang="en-US" b="1" dirty="0"/>
              <a:t>国語</a:t>
            </a:r>
            <a:r>
              <a:rPr lang="en-US" altLang="ja-JP" b="1" dirty="0"/>
              <a:t>          A02</a:t>
            </a:r>
            <a:r>
              <a:rPr lang="ja-JP" altLang="en-US" b="1" dirty="0"/>
              <a:t>                  </a:t>
            </a:r>
            <a:r>
              <a:rPr lang="en-US" altLang="ja-JP" b="1" dirty="0"/>
              <a:t> 1</a:t>
            </a:r>
            <a:r>
              <a:rPr lang="ja-JP" altLang="en-US" b="1" dirty="0"/>
              <a:t>     </a:t>
            </a:r>
            <a:r>
              <a:rPr lang="en-US" altLang="ja-JP" b="1" dirty="0"/>
              <a:t>       </a:t>
            </a:r>
            <a:r>
              <a:rPr lang="ja-JP" altLang="en-US" b="1" dirty="0"/>
              <a:t>           </a:t>
            </a:r>
            <a:endParaRPr kumimoji="1" lang="ja-JP" altLang="en-US" b="1" dirty="0"/>
          </a:p>
        </p:txBody>
      </p:sp>
      <p:cxnSp>
        <p:nvCxnSpPr>
          <p:cNvPr id="32" name="直線コネクタ 31">
            <a:extLst>
              <a:ext uri="{FF2B5EF4-FFF2-40B4-BE49-F238E27FC236}">
                <a16:creationId xmlns:a16="http://schemas.microsoft.com/office/drawing/2014/main" id="{F3E5F913-C2A5-06BF-76CD-FAEB0CB2E194}"/>
              </a:ext>
            </a:extLst>
          </p:cNvPr>
          <p:cNvCxnSpPr/>
          <p:nvPr/>
        </p:nvCxnSpPr>
        <p:spPr>
          <a:xfrm>
            <a:off x="3656497" y="5506001"/>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444F61B9-A4C8-D4EF-2166-5FC8F617B5BA}"/>
              </a:ext>
            </a:extLst>
          </p:cNvPr>
          <p:cNvCxnSpPr/>
          <p:nvPr/>
        </p:nvCxnSpPr>
        <p:spPr>
          <a:xfrm>
            <a:off x="3656497" y="5943830"/>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3C0E921E-285A-EB78-9D7C-B1D06AB41D39}"/>
              </a:ext>
            </a:extLst>
          </p:cNvPr>
          <p:cNvCxnSpPr/>
          <p:nvPr/>
        </p:nvCxnSpPr>
        <p:spPr>
          <a:xfrm>
            <a:off x="3656497" y="6361728"/>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35" name="テキスト ボックス 34">
            <a:extLst>
              <a:ext uri="{FF2B5EF4-FFF2-40B4-BE49-F238E27FC236}">
                <a16:creationId xmlns:a16="http://schemas.microsoft.com/office/drawing/2014/main" id="{C7FED186-6541-4843-5DC9-1019E797B29C}"/>
              </a:ext>
            </a:extLst>
          </p:cNvPr>
          <p:cNvSpPr txBox="1"/>
          <p:nvPr/>
        </p:nvSpPr>
        <p:spPr>
          <a:xfrm>
            <a:off x="3842503" y="5099767"/>
            <a:ext cx="5845621" cy="369332"/>
          </a:xfrm>
          <a:prstGeom prst="rect">
            <a:avLst/>
          </a:prstGeom>
          <a:noFill/>
        </p:spPr>
        <p:txBody>
          <a:bodyPr wrap="square" rtlCol="0">
            <a:spAutoFit/>
          </a:bodyPr>
          <a:lstStyle/>
          <a:p>
            <a:r>
              <a:rPr lang="ja-JP" altLang="en-US" b="1" dirty="0"/>
              <a:t>科目名</a:t>
            </a:r>
            <a:r>
              <a:rPr kumimoji="1" lang="ja-JP" altLang="en-US" b="1" dirty="0"/>
              <a:t>　　科目コード　   回数　          </a:t>
            </a:r>
            <a:r>
              <a:rPr lang="ja-JP" altLang="en-US" b="1" dirty="0"/>
              <a:t>    点数</a:t>
            </a:r>
            <a:endParaRPr kumimoji="1" lang="ja-JP" altLang="en-US" b="1" dirty="0"/>
          </a:p>
        </p:txBody>
      </p:sp>
      <p:sp>
        <p:nvSpPr>
          <p:cNvPr id="36" name="テキスト ボックス 35">
            <a:extLst>
              <a:ext uri="{FF2B5EF4-FFF2-40B4-BE49-F238E27FC236}">
                <a16:creationId xmlns:a16="http://schemas.microsoft.com/office/drawing/2014/main" id="{57AF283C-9934-5752-C6C2-5A5ADDE0F613}"/>
              </a:ext>
            </a:extLst>
          </p:cNvPr>
          <p:cNvSpPr txBox="1"/>
          <p:nvPr/>
        </p:nvSpPr>
        <p:spPr>
          <a:xfrm>
            <a:off x="8132947" y="5530041"/>
            <a:ext cx="868219" cy="369332"/>
          </a:xfrm>
          <a:prstGeom prst="rect">
            <a:avLst/>
          </a:prstGeom>
          <a:noFill/>
        </p:spPr>
        <p:txBody>
          <a:bodyPr wrap="square" rtlCol="0">
            <a:spAutoFit/>
          </a:bodyPr>
          <a:lstStyle/>
          <a:p>
            <a:r>
              <a:rPr lang="en-US" altLang="ja-JP" dirty="0"/>
              <a:t>89</a:t>
            </a:r>
            <a:endParaRPr kumimoji="1" lang="ja-JP" altLang="en-US" dirty="0"/>
          </a:p>
        </p:txBody>
      </p:sp>
      <p:sp>
        <p:nvSpPr>
          <p:cNvPr id="37" name="テキスト ボックス 36">
            <a:extLst>
              <a:ext uri="{FF2B5EF4-FFF2-40B4-BE49-F238E27FC236}">
                <a16:creationId xmlns:a16="http://schemas.microsoft.com/office/drawing/2014/main" id="{5F99A58C-5884-8950-804D-F31DF060FF65}"/>
              </a:ext>
            </a:extLst>
          </p:cNvPr>
          <p:cNvSpPr txBox="1"/>
          <p:nvPr/>
        </p:nvSpPr>
        <p:spPr>
          <a:xfrm>
            <a:off x="8132947" y="5984415"/>
            <a:ext cx="868219" cy="369332"/>
          </a:xfrm>
          <a:prstGeom prst="rect">
            <a:avLst/>
          </a:prstGeom>
          <a:noFill/>
        </p:spPr>
        <p:txBody>
          <a:bodyPr wrap="square" rtlCol="0">
            <a:spAutoFit/>
          </a:bodyPr>
          <a:lstStyle/>
          <a:p>
            <a:r>
              <a:rPr lang="en-US" altLang="ja-JP" dirty="0"/>
              <a:t>60</a:t>
            </a:r>
            <a:endParaRPr kumimoji="1" lang="ja-JP" altLang="en-US" dirty="0"/>
          </a:p>
        </p:txBody>
      </p:sp>
      <p:sp>
        <p:nvSpPr>
          <p:cNvPr id="38" name="テキスト ボックス 37">
            <a:extLst>
              <a:ext uri="{FF2B5EF4-FFF2-40B4-BE49-F238E27FC236}">
                <a16:creationId xmlns:a16="http://schemas.microsoft.com/office/drawing/2014/main" id="{3B6702D0-A28C-5629-A3D4-61BAFB90F177}"/>
              </a:ext>
            </a:extLst>
          </p:cNvPr>
          <p:cNvSpPr txBox="1"/>
          <p:nvPr/>
        </p:nvSpPr>
        <p:spPr>
          <a:xfrm>
            <a:off x="3843333" y="5955621"/>
            <a:ext cx="4421666" cy="369332"/>
          </a:xfrm>
          <a:prstGeom prst="rect">
            <a:avLst/>
          </a:prstGeom>
          <a:noFill/>
        </p:spPr>
        <p:txBody>
          <a:bodyPr wrap="square" rtlCol="0">
            <a:spAutoFit/>
          </a:bodyPr>
          <a:lstStyle/>
          <a:p>
            <a:r>
              <a:rPr lang="en-US" altLang="ja-JP" b="1" dirty="0"/>
              <a:t>  </a:t>
            </a:r>
            <a:r>
              <a:rPr lang="ja-JP" altLang="en-US" b="1" dirty="0"/>
              <a:t>数学</a:t>
            </a:r>
            <a:r>
              <a:rPr lang="en-US" altLang="ja-JP" b="1" dirty="0"/>
              <a:t>          B02</a:t>
            </a:r>
            <a:r>
              <a:rPr lang="ja-JP" altLang="en-US" b="1" dirty="0"/>
              <a:t>                  </a:t>
            </a:r>
            <a:r>
              <a:rPr lang="en-US" altLang="ja-JP" b="1" dirty="0"/>
              <a:t> 1</a:t>
            </a:r>
            <a:r>
              <a:rPr lang="ja-JP" altLang="en-US" b="1" dirty="0"/>
              <a:t>     </a:t>
            </a:r>
            <a:r>
              <a:rPr lang="en-US" altLang="ja-JP" b="1" dirty="0"/>
              <a:t>       </a:t>
            </a:r>
            <a:r>
              <a:rPr lang="ja-JP" altLang="en-US" b="1" dirty="0"/>
              <a:t>           </a:t>
            </a:r>
            <a:endParaRPr kumimoji="1" lang="ja-JP" altLang="en-US" b="1" dirty="0"/>
          </a:p>
        </p:txBody>
      </p:sp>
      <p:sp>
        <p:nvSpPr>
          <p:cNvPr id="39" name="テキスト ボックス 38">
            <a:extLst>
              <a:ext uri="{FF2B5EF4-FFF2-40B4-BE49-F238E27FC236}">
                <a16:creationId xmlns:a16="http://schemas.microsoft.com/office/drawing/2014/main" id="{437FF2F0-F44D-5260-D292-01C8672A3543}"/>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Tree>
    <p:extLst>
      <p:ext uri="{BB962C8B-B14F-4D97-AF65-F5344CB8AC3E}">
        <p14:creationId xmlns:p14="http://schemas.microsoft.com/office/powerpoint/2010/main" val="485434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4B96808-C8C6-8141-B15E-2238871AC810}"/>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
        <p:nvSpPr>
          <p:cNvPr id="3" name="正方形/長方形 2">
            <a:extLst>
              <a:ext uri="{FF2B5EF4-FFF2-40B4-BE49-F238E27FC236}">
                <a16:creationId xmlns:a16="http://schemas.microsoft.com/office/drawing/2014/main" id="{31518415-6B70-E18B-28B0-63AF116059D3}"/>
              </a:ext>
            </a:extLst>
          </p:cNvPr>
          <p:cNvSpPr/>
          <p:nvPr/>
        </p:nvSpPr>
        <p:spPr>
          <a:xfrm>
            <a:off x="4169228" y="1719941"/>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7F1ADB63-1D94-188F-3EA8-2A2D570847E6}"/>
              </a:ext>
            </a:extLst>
          </p:cNvPr>
          <p:cNvSpPr txBox="1"/>
          <p:nvPr/>
        </p:nvSpPr>
        <p:spPr>
          <a:xfrm>
            <a:off x="4343399" y="1766693"/>
            <a:ext cx="4223658" cy="461665"/>
          </a:xfrm>
          <a:prstGeom prst="rect">
            <a:avLst/>
          </a:prstGeom>
          <a:noFill/>
        </p:spPr>
        <p:txBody>
          <a:bodyPr wrap="square" rtlCol="0">
            <a:spAutoFit/>
          </a:bodyPr>
          <a:lstStyle/>
          <a:p>
            <a:r>
              <a:rPr kumimoji="1" lang="ja-JP" altLang="en-US" sz="2400" b="1" dirty="0"/>
              <a:t>メニュー</a:t>
            </a:r>
          </a:p>
        </p:txBody>
      </p:sp>
      <p:sp>
        <p:nvSpPr>
          <p:cNvPr id="5" name="四角形: 角を丸くする 4">
            <a:extLst>
              <a:ext uri="{FF2B5EF4-FFF2-40B4-BE49-F238E27FC236}">
                <a16:creationId xmlns:a16="http://schemas.microsoft.com/office/drawing/2014/main" id="{BA733D62-AF18-779E-F3B7-A5C3A999978A}"/>
              </a:ext>
            </a:extLst>
          </p:cNvPr>
          <p:cNvSpPr/>
          <p:nvPr/>
        </p:nvSpPr>
        <p:spPr>
          <a:xfrm>
            <a:off x="4169228" y="2634337"/>
            <a:ext cx="1730829" cy="1507644"/>
          </a:xfrm>
          <a:prstGeom prst="roundRect">
            <a:avLst>
              <a:gd name="adj" fmla="val 8003"/>
            </a:avLst>
          </a:prstGeom>
          <a:solidFill>
            <a:srgbClr val="EEB0B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49C5ED22-6829-130E-4C43-C2040AF1E218}"/>
              </a:ext>
            </a:extLst>
          </p:cNvPr>
          <p:cNvSpPr/>
          <p:nvPr/>
        </p:nvSpPr>
        <p:spPr>
          <a:xfrm>
            <a:off x="6291945" y="2634334"/>
            <a:ext cx="1730829" cy="1507645"/>
          </a:xfrm>
          <a:prstGeom prst="roundRect">
            <a:avLst>
              <a:gd name="adj" fmla="val 9447"/>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37065409-9FF5-0BF2-7614-A349609D7EFB}"/>
              </a:ext>
            </a:extLst>
          </p:cNvPr>
          <p:cNvSpPr/>
          <p:nvPr/>
        </p:nvSpPr>
        <p:spPr>
          <a:xfrm>
            <a:off x="8414662" y="2626147"/>
            <a:ext cx="1730829" cy="1507645"/>
          </a:xfrm>
          <a:prstGeom prst="roundRect">
            <a:avLst>
              <a:gd name="adj" fmla="val 11613"/>
            </a:avLst>
          </a:prstGeom>
          <a:solidFill>
            <a:srgbClr val="BB7FB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D8FFFC1-FE17-7FA3-52D9-6FE13BBAF4AD}"/>
              </a:ext>
            </a:extLst>
          </p:cNvPr>
          <p:cNvSpPr txBox="1"/>
          <p:nvPr/>
        </p:nvSpPr>
        <p:spPr>
          <a:xfrm>
            <a:off x="4479472" y="3210692"/>
            <a:ext cx="1110343" cy="338554"/>
          </a:xfrm>
          <a:prstGeom prst="rect">
            <a:avLst/>
          </a:prstGeom>
          <a:noFill/>
        </p:spPr>
        <p:txBody>
          <a:bodyPr wrap="square" rtlCol="0">
            <a:spAutoFit/>
          </a:bodyPr>
          <a:lstStyle/>
          <a:p>
            <a:pPr algn="ctr"/>
            <a:r>
              <a:rPr kumimoji="1" lang="ja-JP" altLang="en-US" sz="1600" dirty="0"/>
              <a:t>学生管理</a:t>
            </a:r>
          </a:p>
        </p:txBody>
      </p:sp>
      <p:sp>
        <p:nvSpPr>
          <p:cNvPr id="9" name="テキスト ボックス 8">
            <a:extLst>
              <a:ext uri="{FF2B5EF4-FFF2-40B4-BE49-F238E27FC236}">
                <a16:creationId xmlns:a16="http://schemas.microsoft.com/office/drawing/2014/main" id="{99DA4ECC-1EB9-5F1A-3C0E-42D0A9A68119}"/>
              </a:ext>
            </a:extLst>
          </p:cNvPr>
          <p:cNvSpPr txBox="1"/>
          <p:nvPr/>
        </p:nvSpPr>
        <p:spPr>
          <a:xfrm>
            <a:off x="6602187" y="2856170"/>
            <a:ext cx="1110343" cy="338554"/>
          </a:xfrm>
          <a:prstGeom prst="rect">
            <a:avLst/>
          </a:prstGeom>
          <a:noFill/>
        </p:spPr>
        <p:txBody>
          <a:bodyPr wrap="square" rtlCol="0">
            <a:spAutoFit/>
          </a:bodyPr>
          <a:lstStyle/>
          <a:p>
            <a:pPr algn="ctr"/>
            <a:r>
              <a:rPr lang="ja-JP" altLang="en-US" sz="1600" b="1" dirty="0"/>
              <a:t>成績管理</a:t>
            </a:r>
            <a:endParaRPr kumimoji="1" lang="ja-JP" altLang="en-US" sz="1600" b="1" dirty="0"/>
          </a:p>
        </p:txBody>
      </p:sp>
      <p:sp>
        <p:nvSpPr>
          <p:cNvPr id="10" name="テキスト ボックス 9">
            <a:extLst>
              <a:ext uri="{FF2B5EF4-FFF2-40B4-BE49-F238E27FC236}">
                <a16:creationId xmlns:a16="http://schemas.microsoft.com/office/drawing/2014/main" id="{0345D400-B4A6-F5B8-5591-C91A6634ADB0}"/>
              </a:ext>
            </a:extLst>
          </p:cNvPr>
          <p:cNvSpPr txBox="1"/>
          <p:nvPr/>
        </p:nvSpPr>
        <p:spPr>
          <a:xfrm>
            <a:off x="6602186" y="3259723"/>
            <a:ext cx="1110343" cy="338554"/>
          </a:xfrm>
          <a:prstGeom prst="rect">
            <a:avLst/>
          </a:prstGeom>
          <a:noFill/>
        </p:spPr>
        <p:txBody>
          <a:bodyPr wrap="square" rtlCol="0">
            <a:spAutoFit/>
          </a:bodyPr>
          <a:lstStyle/>
          <a:p>
            <a:pPr algn="ctr"/>
            <a:r>
              <a:rPr lang="ja-JP" altLang="en-US" sz="1600" dirty="0"/>
              <a:t>成績登録</a:t>
            </a:r>
            <a:endParaRPr kumimoji="1" lang="ja-JP" altLang="en-US" sz="1600" dirty="0"/>
          </a:p>
        </p:txBody>
      </p:sp>
      <p:sp>
        <p:nvSpPr>
          <p:cNvPr id="11" name="テキスト ボックス 10">
            <a:extLst>
              <a:ext uri="{FF2B5EF4-FFF2-40B4-BE49-F238E27FC236}">
                <a16:creationId xmlns:a16="http://schemas.microsoft.com/office/drawing/2014/main" id="{101C4206-151D-5EF3-212F-E393D88DDBDA}"/>
              </a:ext>
            </a:extLst>
          </p:cNvPr>
          <p:cNvSpPr txBox="1"/>
          <p:nvPr/>
        </p:nvSpPr>
        <p:spPr>
          <a:xfrm>
            <a:off x="6602186" y="3650836"/>
            <a:ext cx="1110343" cy="338554"/>
          </a:xfrm>
          <a:prstGeom prst="rect">
            <a:avLst/>
          </a:prstGeom>
          <a:noFill/>
        </p:spPr>
        <p:txBody>
          <a:bodyPr wrap="square" rtlCol="0">
            <a:spAutoFit/>
          </a:bodyPr>
          <a:lstStyle/>
          <a:p>
            <a:pPr algn="ctr"/>
            <a:r>
              <a:rPr lang="ja-JP" altLang="en-US" sz="1600" dirty="0"/>
              <a:t>成績参照</a:t>
            </a:r>
            <a:endParaRPr kumimoji="1" lang="ja-JP" altLang="en-US" sz="1600" dirty="0"/>
          </a:p>
        </p:txBody>
      </p:sp>
      <p:sp>
        <p:nvSpPr>
          <p:cNvPr id="12" name="テキスト ボックス 11">
            <a:extLst>
              <a:ext uri="{FF2B5EF4-FFF2-40B4-BE49-F238E27FC236}">
                <a16:creationId xmlns:a16="http://schemas.microsoft.com/office/drawing/2014/main" id="{C5CCE437-CEB8-E1F8-D260-D73C81608F5D}"/>
              </a:ext>
            </a:extLst>
          </p:cNvPr>
          <p:cNvSpPr txBox="1"/>
          <p:nvPr/>
        </p:nvSpPr>
        <p:spPr>
          <a:xfrm>
            <a:off x="8724904" y="3218879"/>
            <a:ext cx="1110343" cy="338554"/>
          </a:xfrm>
          <a:prstGeom prst="rect">
            <a:avLst/>
          </a:prstGeom>
          <a:noFill/>
        </p:spPr>
        <p:txBody>
          <a:bodyPr wrap="square" rtlCol="0">
            <a:spAutoFit/>
          </a:bodyPr>
          <a:lstStyle/>
          <a:p>
            <a:pPr algn="ctr"/>
            <a:r>
              <a:rPr lang="ja-JP" altLang="en-US" sz="1600" dirty="0"/>
              <a:t>科目管理</a:t>
            </a:r>
            <a:endParaRPr kumimoji="1" lang="ja-JP" altLang="en-US" sz="1600" dirty="0"/>
          </a:p>
        </p:txBody>
      </p:sp>
      <p:grpSp>
        <p:nvGrpSpPr>
          <p:cNvPr id="13" name="グループ化 12">
            <a:extLst>
              <a:ext uri="{FF2B5EF4-FFF2-40B4-BE49-F238E27FC236}">
                <a16:creationId xmlns:a16="http://schemas.microsoft.com/office/drawing/2014/main" id="{CB29F4C0-527C-5734-3243-E206B305B89B}"/>
              </a:ext>
            </a:extLst>
          </p:cNvPr>
          <p:cNvGrpSpPr/>
          <p:nvPr/>
        </p:nvGrpSpPr>
        <p:grpSpPr>
          <a:xfrm>
            <a:off x="914397" y="377594"/>
            <a:ext cx="9775371" cy="742070"/>
            <a:chOff x="914397" y="377594"/>
            <a:chExt cx="9775371" cy="742070"/>
          </a:xfrm>
        </p:grpSpPr>
        <p:sp>
          <p:nvSpPr>
            <p:cNvPr id="14" name="正方形/長方形 13">
              <a:extLst>
                <a:ext uri="{FF2B5EF4-FFF2-40B4-BE49-F238E27FC236}">
                  <a16:creationId xmlns:a16="http://schemas.microsoft.com/office/drawing/2014/main" id="{2CCECA90-A2CA-476D-D1D7-168700DF98E0}"/>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EF9880EC-B974-4346-FDFE-DB8E115A0DE9}"/>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16" name="テキスト ボックス 15">
              <a:extLst>
                <a:ext uri="{FF2B5EF4-FFF2-40B4-BE49-F238E27FC236}">
                  <a16:creationId xmlns:a16="http://schemas.microsoft.com/office/drawing/2014/main" id="{5961163C-F18F-BA69-3D4F-A66BF7BAACBE}"/>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17" name="テキスト ボックス 16">
              <a:extLst>
                <a:ext uri="{FF2B5EF4-FFF2-40B4-BE49-F238E27FC236}">
                  <a16:creationId xmlns:a16="http://schemas.microsoft.com/office/drawing/2014/main" id="{1FD12DB9-1C7B-6698-D57B-1816550273E0}"/>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18" name="四角形: 角を丸くする 17">
            <a:extLst>
              <a:ext uri="{FF2B5EF4-FFF2-40B4-BE49-F238E27FC236}">
                <a16:creationId xmlns:a16="http://schemas.microsoft.com/office/drawing/2014/main" id="{912550E1-E402-7CA2-1C4D-A02307CEDE4A}"/>
              </a:ext>
            </a:extLst>
          </p:cNvPr>
          <p:cNvSpPr/>
          <p:nvPr/>
        </p:nvSpPr>
        <p:spPr>
          <a:xfrm>
            <a:off x="4169227" y="4369257"/>
            <a:ext cx="1730829" cy="1507644"/>
          </a:xfrm>
          <a:prstGeom prst="roundRect">
            <a:avLst>
              <a:gd name="adj" fmla="val 8725"/>
            </a:avLst>
          </a:prstGeom>
          <a:solidFill>
            <a:srgbClr val="9E8CE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1" name="テキスト ボックス 20">
            <a:extLst>
              <a:ext uri="{FF2B5EF4-FFF2-40B4-BE49-F238E27FC236}">
                <a16:creationId xmlns:a16="http://schemas.microsoft.com/office/drawing/2014/main" id="{FE0C30AE-BAD4-00A0-2C57-4CD68B22AD28}"/>
              </a:ext>
            </a:extLst>
          </p:cNvPr>
          <p:cNvSpPr txBox="1"/>
          <p:nvPr/>
        </p:nvSpPr>
        <p:spPr>
          <a:xfrm>
            <a:off x="4400547" y="4953802"/>
            <a:ext cx="1268188" cy="338554"/>
          </a:xfrm>
          <a:prstGeom prst="rect">
            <a:avLst/>
          </a:prstGeom>
          <a:noFill/>
        </p:spPr>
        <p:txBody>
          <a:bodyPr wrap="square" rtlCol="0">
            <a:spAutoFit/>
          </a:bodyPr>
          <a:lstStyle/>
          <a:p>
            <a:pPr algn="ctr"/>
            <a:r>
              <a:rPr lang="ja-JP" altLang="en-US" sz="1600" dirty="0"/>
              <a:t>クラス管理</a:t>
            </a:r>
            <a:endParaRPr kumimoji="1" lang="ja-JP" altLang="en-US" sz="1600" dirty="0"/>
          </a:p>
        </p:txBody>
      </p:sp>
      <p:grpSp>
        <p:nvGrpSpPr>
          <p:cNvPr id="25" name="グループ化 24">
            <a:extLst>
              <a:ext uri="{FF2B5EF4-FFF2-40B4-BE49-F238E27FC236}">
                <a16:creationId xmlns:a16="http://schemas.microsoft.com/office/drawing/2014/main" id="{3050E819-49C2-8AC4-314A-0B5AF9A2E7E1}"/>
              </a:ext>
            </a:extLst>
          </p:cNvPr>
          <p:cNvGrpSpPr/>
          <p:nvPr/>
        </p:nvGrpSpPr>
        <p:grpSpPr>
          <a:xfrm>
            <a:off x="6291942" y="4369257"/>
            <a:ext cx="1730829" cy="1507644"/>
            <a:chOff x="8414662" y="4363815"/>
            <a:chExt cx="1730829" cy="1507644"/>
          </a:xfrm>
        </p:grpSpPr>
        <p:sp>
          <p:nvSpPr>
            <p:cNvPr id="19" name="四角形: 角を丸くする 18">
              <a:extLst>
                <a:ext uri="{FF2B5EF4-FFF2-40B4-BE49-F238E27FC236}">
                  <a16:creationId xmlns:a16="http://schemas.microsoft.com/office/drawing/2014/main" id="{D6842647-9AF4-E760-F19F-CDE1B3876A59}"/>
                </a:ext>
              </a:extLst>
            </p:cNvPr>
            <p:cNvSpPr/>
            <p:nvPr/>
          </p:nvSpPr>
          <p:spPr>
            <a:xfrm>
              <a:off x="8414662" y="4363815"/>
              <a:ext cx="1730829" cy="1507644"/>
            </a:xfrm>
            <a:prstGeom prst="roundRect">
              <a:avLst>
                <a:gd name="adj" fmla="val 6559"/>
              </a:avLst>
            </a:prstGeom>
            <a:solidFill>
              <a:srgbClr val="FFFF9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3483C810-CAE3-A2AF-0D69-784E09B56BF1}"/>
                </a:ext>
              </a:extLst>
            </p:cNvPr>
            <p:cNvSpPr txBox="1"/>
            <p:nvPr/>
          </p:nvSpPr>
          <p:spPr>
            <a:xfrm>
              <a:off x="8610602" y="4948360"/>
              <a:ext cx="1338943" cy="338554"/>
            </a:xfrm>
            <a:prstGeom prst="rect">
              <a:avLst/>
            </a:prstGeom>
            <a:noFill/>
          </p:spPr>
          <p:txBody>
            <a:bodyPr wrap="square" rtlCol="0">
              <a:spAutoFit/>
            </a:bodyPr>
            <a:lstStyle/>
            <a:p>
              <a:pPr algn="ctr"/>
              <a:r>
                <a:rPr lang="ja-JP" altLang="en-US" sz="1600" dirty="0"/>
                <a:t>コース管理</a:t>
              </a:r>
              <a:endParaRPr kumimoji="1" lang="ja-JP" altLang="en-US" sz="1600" dirty="0"/>
            </a:p>
          </p:txBody>
        </p:sp>
      </p:grpSp>
      <p:grpSp>
        <p:nvGrpSpPr>
          <p:cNvPr id="24" name="グループ化 23">
            <a:extLst>
              <a:ext uri="{FF2B5EF4-FFF2-40B4-BE49-F238E27FC236}">
                <a16:creationId xmlns:a16="http://schemas.microsoft.com/office/drawing/2014/main" id="{0092FF3B-F31D-1E0A-159C-914020961992}"/>
              </a:ext>
            </a:extLst>
          </p:cNvPr>
          <p:cNvGrpSpPr/>
          <p:nvPr/>
        </p:nvGrpSpPr>
        <p:grpSpPr>
          <a:xfrm>
            <a:off x="8436433" y="4369257"/>
            <a:ext cx="1730829" cy="1507644"/>
            <a:chOff x="6291945" y="4363815"/>
            <a:chExt cx="1730829" cy="1507644"/>
          </a:xfrm>
          <a:solidFill>
            <a:srgbClr val="5BD4FF"/>
          </a:solidFill>
        </p:grpSpPr>
        <p:sp>
          <p:nvSpPr>
            <p:cNvPr id="20" name="四角形: 角を丸くする 19">
              <a:extLst>
                <a:ext uri="{FF2B5EF4-FFF2-40B4-BE49-F238E27FC236}">
                  <a16:creationId xmlns:a16="http://schemas.microsoft.com/office/drawing/2014/main" id="{5F06FD4D-FDE5-960C-55D9-9E6ECE27B48D}"/>
                </a:ext>
              </a:extLst>
            </p:cNvPr>
            <p:cNvSpPr/>
            <p:nvPr/>
          </p:nvSpPr>
          <p:spPr>
            <a:xfrm>
              <a:off x="6291945" y="4363815"/>
              <a:ext cx="1730829" cy="1507644"/>
            </a:xfrm>
            <a:prstGeom prst="roundRect">
              <a:avLst>
                <a:gd name="adj" fmla="val 8725"/>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2B4095DA-5D26-AD0D-8015-4892D6CA688C}"/>
                </a:ext>
              </a:extLst>
            </p:cNvPr>
            <p:cNvSpPr txBox="1"/>
            <p:nvPr/>
          </p:nvSpPr>
          <p:spPr>
            <a:xfrm>
              <a:off x="6602187" y="4930344"/>
              <a:ext cx="1110343" cy="338554"/>
            </a:xfrm>
            <a:prstGeom prst="rect">
              <a:avLst/>
            </a:prstGeom>
            <a:grpFill/>
          </p:spPr>
          <p:txBody>
            <a:bodyPr wrap="square" rtlCol="0">
              <a:spAutoFit/>
            </a:bodyPr>
            <a:lstStyle/>
            <a:p>
              <a:pPr algn="ctr"/>
              <a:r>
                <a:rPr lang="ja-JP" altLang="en-US" sz="1600" dirty="0"/>
                <a:t>教師管理</a:t>
              </a:r>
              <a:endParaRPr kumimoji="1" lang="ja-JP" altLang="en-US" sz="1600" dirty="0"/>
            </a:p>
          </p:txBody>
        </p:sp>
      </p:grpSp>
      <p:sp>
        <p:nvSpPr>
          <p:cNvPr id="26" name="矢印: 上 25">
            <a:extLst>
              <a:ext uri="{FF2B5EF4-FFF2-40B4-BE49-F238E27FC236}">
                <a16:creationId xmlns:a16="http://schemas.microsoft.com/office/drawing/2014/main" id="{65BE2EC3-2068-510E-9D87-CEE803543957}"/>
              </a:ext>
            </a:extLst>
          </p:cNvPr>
          <p:cNvSpPr/>
          <p:nvPr/>
        </p:nvSpPr>
        <p:spPr>
          <a:xfrm rot="20889810">
            <a:off x="9176484" y="3387440"/>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0385503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26"/>
                                        </p:tgtEl>
                                      </p:cBhvr>
                                    </p:animEffect>
                                    <p:animScale>
                                      <p:cBhvr>
                                        <p:cTn id="13" dur="400" autoRev="1" fill="hold"/>
                                        <p:tgtEl>
                                          <p:spTgt spid="26"/>
                                        </p:tgtEl>
                                      </p:cBhvr>
                                      <p:by x="105000" y="105000"/>
                                    </p:animScale>
                                  </p:childTnLst>
                                </p:cTn>
                              </p:par>
                              <p:par>
                                <p:cTn id="14" presetID="24" presetClass="emph" presetSubtype="0" fill="hold" grpId="0" nodeType="withEffect">
                                  <p:stCondLst>
                                    <p:cond delay="0"/>
                                  </p:stCondLst>
                                  <p:childTnLst>
                                    <p:animClr clrSpc="hsl" dir="cw">
                                      <p:cBhvr override="childStyle">
                                        <p:cTn id="15" dur="500" fill="hold"/>
                                        <p:tgtEl>
                                          <p:spTgt spid="7"/>
                                        </p:tgtEl>
                                        <p:attrNameLst>
                                          <p:attrName>style.color</p:attrName>
                                        </p:attrNameLst>
                                      </p:cBhvr>
                                      <p:by>
                                        <p:hsl h="0" s="-12549" l="-25098"/>
                                      </p:by>
                                    </p:animClr>
                                    <p:animClr clrSpc="hsl" dir="cw">
                                      <p:cBhvr>
                                        <p:cTn id="16" dur="500" fill="hold"/>
                                        <p:tgtEl>
                                          <p:spTgt spid="7"/>
                                        </p:tgtEl>
                                        <p:attrNameLst>
                                          <p:attrName>fillcolor</p:attrName>
                                        </p:attrNameLst>
                                      </p:cBhvr>
                                      <p:by>
                                        <p:hsl h="0" s="-12549" l="-25098"/>
                                      </p:by>
                                    </p:animClr>
                                    <p:animClr clrSpc="hsl" dir="cw">
                                      <p:cBhvr>
                                        <p:cTn id="17" dur="500" fill="hold"/>
                                        <p:tgtEl>
                                          <p:spTgt spid="7"/>
                                        </p:tgtEl>
                                        <p:attrNameLst>
                                          <p:attrName>stroke.color</p:attrName>
                                        </p:attrNameLst>
                                      </p:cBhvr>
                                      <p:by>
                                        <p:hsl h="0" s="-12549" l="-25098"/>
                                      </p:by>
                                    </p:animClr>
                                    <p:set>
                                      <p:cBhvr>
                                        <p:cTn id="18" dur="500" fill="hold"/>
                                        <p:tgtEl>
                                          <p:spTgt spid="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6" grpId="0" animBg="1"/>
      <p:bldP spid="26"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線コネクタ 2">
            <a:extLst>
              <a:ext uri="{FF2B5EF4-FFF2-40B4-BE49-F238E27FC236}">
                <a16:creationId xmlns:a16="http://schemas.microsoft.com/office/drawing/2014/main" id="{9FA9CEBA-B1D8-E8E7-1A16-98D5F0A8DDDA}"/>
              </a:ext>
            </a:extLst>
          </p:cNvPr>
          <p:cNvCxnSpPr>
            <a:cxnSpLocks/>
          </p:cNvCxnSpPr>
          <p:nvPr/>
        </p:nvCxnSpPr>
        <p:spPr>
          <a:xfrm>
            <a:off x="3167743" y="1328057"/>
            <a:ext cx="0" cy="3705956"/>
          </a:xfrm>
          <a:prstGeom prst="line">
            <a:avLst/>
          </a:prstGeom>
        </p:spPr>
        <p:style>
          <a:lnRef idx="1">
            <a:schemeClr val="dk1"/>
          </a:lnRef>
          <a:fillRef idx="0">
            <a:schemeClr val="dk1"/>
          </a:fillRef>
          <a:effectRef idx="0">
            <a:schemeClr val="dk1"/>
          </a:effectRef>
          <a:fontRef idx="minor">
            <a:schemeClr val="tx1"/>
          </a:fontRef>
        </p:style>
      </p:cxnSp>
      <p:grpSp>
        <p:nvGrpSpPr>
          <p:cNvPr id="4" name="グループ化 3">
            <a:extLst>
              <a:ext uri="{FF2B5EF4-FFF2-40B4-BE49-F238E27FC236}">
                <a16:creationId xmlns:a16="http://schemas.microsoft.com/office/drawing/2014/main" id="{3A86EC21-B534-57B7-87C4-0CB3B15F79FE}"/>
              </a:ext>
            </a:extLst>
          </p:cNvPr>
          <p:cNvGrpSpPr/>
          <p:nvPr/>
        </p:nvGrpSpPr>
        <p:grpSpPr>
          <a:xfrm>
            <a:off x="914397" y="377594"/>
            <a:ext cx="9775371" cy="742070"/>
            <a:chOff x="914397" y="377594"/>
            <a:chExt cx="9775371" cy="742070"/>
          </a:xfrm>
        </p:grpSpPr>
        <p:sp>
          <p:nvSpPr>
            <p:cNvPr id="5" name="正方形/長方形 4">
              <a:extLst>
                <a:ext uri="{FF2B5EF4-FFF2-40B4-BE49-F238E27FC236}">
                  <a16:creationId xmlns:a16="http://schemas.microsoft.com/office/drawing/2014/main" id="{C86B54DA-CC91-C37B-A095-9B8E459F6CB6}"/>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46E6DD11-4BE5-954A-28E1-B04FAC927954}"/>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7" name="テキスト ボックス 6">
              <a:extLst>
                <a:ext uri="{FF2B5EF4-FFF2-40B4-BE49-F238E27FC236}">
                  <a16:creationId xmlns:a16="http://schemas.microsoft.com/office/drawing/2014/main" id="{6FE46662-57EB-4888-0364-0C9EDB03E4DE}"/>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8" name="テキスト ボックス 7">
              <a:extLst>
                <a:ext uri="{FF2B5EF4-FFF2-40B4-BE49-F238E27FC236}">
                  <a16:creationId xmlns:a16="http://schemas.microsoft.com/office/drawing/2014/main" id="{CF942102-FD40-58DE-39C8-13012AADF478}"/>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9" name="テキスト ボックス 8">
            <a:extLst>
              <a:ext uri="{FF2B5EF4-FFF2-40B4-BE49-F238E27FC236}">
                <a16:creationId xmlns:a16="http://schemas.microsoft.com/office/drawing/2014/main" id="{D4063979-587F-F665-108E-D60F079278BE}"/>
              </a:ext>
            </a:extLst>
          </p:cNvPr>
          <p:cNvSpPr txBox="1"/>
          <p:nvPr/>
        </p:nvSpPr>
        <p:spPr>
          <a:xfrm>
            <a:off x="8942129" y="2126687"/>
            <a:ext cx="1372080" cy="342376"/>
          </a:xfrm>
          <a:prstGeom prst="rect">
            <a:avLst/>
          </a:prstGeom>
          <a:noFill/>
        </p:spPr>
        <p:txBody>
          <a:bodyPr wrap="square" rtlCol="0">
            <a:spAutoFit/>
          </a:bodyPr>
          <a:lstStyle/>
          <a:p>
            <a:r>
              <a:rPr lang="ja-JP" altLang="en-US" sz="1600" b="1" u="sng" dirty="0">
                <a:solidFill>
                  <a:srgbClr val="4B83DD"/>
                </a:solidFill>
              </a:rPr>
              <a:t>新規登録</a:t>
            </a:r>
            <a:endParaRPr kumimoji="1" lang="ja-JP" altLang="en-US" sz="1600" b="1" u="sng" dirty="0">
              <a:solidFill>
                <a:srgbClr val="4B83DD"/>
              </a:solidFill>
            </a:endParaRPr>
          </a:p>
        </p:txBody>
      </p:sp>
      <p:grpSp>
        <p:nvGrpSpPr>
          <p:cNvPr id="10" name="グループ化 9">
            <a:extLst>
              <a:ext uri="{FF2B5EF4-FFF2-40B4-BE49-F238E27FC236}">
                <a16:creationId xmlns:a16="http://schemas.microsoft.com/office/drawing/2014/main" id="{2A49E48C-35FE-4578-67D2-46EDBA7ECBB9}"/>
              </a:ext>
            </a:extLst>
          </p:cNvPr>
          <p:cNvGrpSpPr/>
          <p:nvPr/>
        </p:nvGrpSpPr>
        <p:grpSpPr>
          <a:xfrm>
            <a:off x="3738371" y="1431184"/>
            <a:ext cx="7000755" cy="555171"/>
            <a:chOff x="4207329" y="1666025"/>
            <a:chExt cx="6117768" cy="555171"/>
          </a:xfrm>
        </p:grpSpPr>
        <p:sp>
          <p:nvSpPr>
            <p:cNvPr id="11" name="正方形/長方形 10">
              <a:extLst>
                <a:ext uri="{FF2B5EF4-FFF2-40B4-BE49-F238E27FC236}">
                  <a16:creationId xmlns:a16="http://schemas.microsoft.com/office/drawing/2014/main" id="{DCCCFF08-1D29-40F1-F05F-F96426082284}"/>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テキスト ボックス 11">
              <a:extLst>
                <a:ext uri="{FF2B5EF4-FFF2-40B4-BE49-F238E27FC236}">
                  <a16:creationId xmlns:a16="http://schemas.microsoft.com/office/drawing/2014/main" id="{40EAE92C-4ED2-A308-0ACA-C826DB3DBEC9}"/>
                </a:ext>
              </a:extLst>
            </p:cNvPr>
            <p:cNvSpPr txBox="1"/>
            <p:nvPr/>
          </p:nvSpPr>
          <p:spPr>
            <a:xfrm>
              <a:off x="4343399" y="1690076"/>
              <a:ext cx="4223658" cy="461665"/>
            </a:xfrm>
            <a:prstGeom prst="rect">
              <a:avLst/>
            </a:prstGeom>
            <a:noFill/>
            <a:ln>
              <a:noFill/>
            </a:ln>
          </p:spPr>
          <p:txBody>
            <a:bodyPr wrap="square" rtlCol="0">
              <a:spAutoFit/>
            </a:bodyPr>
            <a:lstStyle/>
            <a:p>
              <a:r>
                <a:rPr kumimoji="1" lang="ja-JP" altLang="en-US" sz="2400" b="1" dirty="0"/>
                <a:t>科目管理</a:t>
              </a:r>
            </a:p>
          </p:txBody>
        </p:sp>
      </p:grpSp>
      <p:sp>
        <p:nvSpPr>
          <p:cNvPr id="13" name="テキスト ボックス 12">
            <a:extLst>
              <a:ext uri="{FF2B5EF4-FFF2-40B4-BE49-F238E27FC236}">
                <a16:creationId xmlns:a16="http://schemas.microsoft.com/office/drawing/2014/main" id="{DC045EF9-53D8-5B5B-9DE8-33B12DF9B470}"/>
              </a:ext>
            </a:extLst>
          </p:cNvPr>
          <p:cNvSpPr txBox="1"/>
          <p:nvPr/>
        </p:nvSpPr>
        <p:spPr>
          <a:xfrm>
            <a:off x="3894081" y="2849318"/>
            <a:ext cx="3323148" cy="369332"/>
          </a:xfrm>
          <a:prstGeom prst="rect">
            <a:avLst/>
          </a:prstGeom>
          <a:noFill/>
        </p:spPr>
        <p:txBody>
          <a:bodyPr wrap="square" rtlCol="0">
            <a:spAutoFit/>
          </a:bodyPr>
          <a:lstStyle/>
          <a:p>
            <a:r>
              <a:rPr lang="ja-JP" altLang="en-US" b="1" dirty="0"/>
              <a:t>科目コード　　科目名</a:t>
            </a:r>
            <a:endParaRPr kumimoji="1" lang="ja-JP" altLang="en-US" b="1" dirty="0"/>
          </a:p>
        </p:txBody>
      </p:sp>
      <p:sp>
        <p:nvSpPr>
          <p:cNvPr id="14" name="テキスト ボックス 13">
            <a:extLst>
              <a:ext uri="{FF2B5EF4-FFF2-40B4-BE49-F238E27FC236}">
                <a16:creationId xmlns:a16="http://schemas.microsoft.com/office/drawing/2014/main" id="{F2E60252-F0F3-C340-ED07-EAEC4087E796}"/>
              </a:ext>
            </a:extLst>
          </p:cNvPr>
          <p:cNvSpPr txBox="1"/>
          <p:nvPr/>
        </p:nvSpPr>
        <p:spPr>
          <a:xfrm>
            <a:off x="3894080" y="3332026"/>
            <a:ext cx="5576487" cy="369332"/>
          </a:xfrm>
          <a:prstGeom prst="rect">
            <a:avLst/>
          </a:prstGeom>
          <a:noFill/>
        </p:spPr>
        <p:txBody>
          <a:bodyPr wrap="square" rtlCol="0">
            <a:spAutoFit/>
          </a:bodyPr>
          <a:lstStyle/>
          <a:p>
            <a:r>
              <a:rPr kumimoji="1" lang="ja-JP" altLang="en-US" dirty="0"/>
              <a:t>　</a:t>
            </a:r>
            <a:r>
              <a:rPr kumimoji="1" lang="en-US" altLang="ja-JP" dirty="0"/>
              <a:t>A02                  </a:t>
            </a:r>
            <a:r>
              <a:rPr kumimoji="1" lang="ja-JP" altLang="en-US" dirty="0"/>
              <a:t>国語</a:t>
            </a:r>
          </a:p>
        </p:txBody>
      </p:sp>
      <p:cxnSp>
        <p:nvCxnSpPr>
          <p:cNvPr id="15" name="直線コネクタ 14">
            <a:extLst>
              <a:ext uri="{FF2B5EF4-FFF2-40B4-BE49-F238E27FC236}">
                <a16:creationId xmlns:a16="http://schemas.microsoft.com/office/drawing/2014/main" id="{E359E535-21EB-5058-1619-B7FEF11977A0}"/>
              </a:ext>
            </a:extLst>
          </p:cNvPr>
          <p:cNvCxnSpPr>
            <a:cxnSpLocks/>
          </p:cNvCxnSpPr>
          <p:nvPr/>
        </p:nvCxnSpPr>
        <p:spPr>
          <a:xfrm flipV="1">
            <a:off x="3743181" y="3218650"/>
            <a:ext cx="6886717" cy="36179"/>
          </a:xfrm>
          <a:prstGeom prst="line">
            <a:avLst/>
          </a:prstGeom>
          <a:ln>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16" name="直線コネクタ 15">
            <a:extLst>
              <a:ext uri="{FF2B5EF4-FFF2-40B4-BE49-F238E27FC236}">
                <a16:creationId xmlns:a16="http://schemas.microsoft.com/office/drawing/2014/main" id="{032DF8C0-977F-B916-F887-FC44201B3823}"/>
              </a:ext>
            </a:extLst>
          </p:cNvPr>
          <p:cNvCxnSpPr>
            <a:cxnSpLocks/>
          </p:cNvCxnSpPr>
          <p:nvPr/>
        </p:nvCxnSpPr>
        <p:spPr>
          <a:xfrm>
            <a:off x="3700026" y="3779553"/>
            <a:ext cx="7000755" cy="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sp>
        <p:nvSpPr>
          <p:cNvPr id="17" name="テキスト ボックス 16">
            <a:extLst>
              <a:ext uri="{FF2B5EF4-FFF2-40B4-BE49-F238E27FC236}">
                <a16:creationId xmlns:a16="http://schemas.microsoft.com/office/drawing/2014/main" id="{488B4FB8-0D24-1665-55E2-9C39FE543CC3}"/>
              </a:ext>
            </a:extLst>
          </p:cNvPr>
          <p:cNvSpPr txBox="1"/>
          <p:nvPr/>
        </p:nvSpPr>
        <p:spPr>
          <a:xfrm>
            <a:off x="3894079" y="3914700"/>
            <a:ext cx="5576487" cy="369332"/>
          </a:xfrm>
          <a:prstGeom prst="rect">
            <a:avLst/>
          </a:prstGeom>
          <a:noFill/>
        </p:spPr>
        <p:txBody>
          <a:bodyPr wrap="square" rtlCol="0">
            <a:spAutoFit/>
          </a:bodyPr>
          <a:lstStyle/>
          <a:p>
            <a:r>
              <a:rPr kumimoji="1" lang="ja-JP" altLang="en-US" dirty="0"/>
              <a:t>　</a:t>
            </a:r>
            <a:r>
              <a:rPr lang="en-US" altLang="ja-JP" dirty="0"/>
              <a:t>B</a:t>
            </a:r>
            <a:r>
              <a:rPr kumimoji="1" lang="en-US" altLang="ja-JP" dirty="0"/>
              <a:t>02                  </a:t>
            </a:r>
            <a:r>
              <a:rPr lang="ja-JP" altLang="en-US" dirty="0"/>
              <a:t>数学</a:t>
            </a:r>
            <a:endParaRPr kumimoji="1" lang="ja-JP" altLang="en-US" dirty="0"/>
          </a:p>
        </p:txBody>
      </p:sp>
      <p:cxnSp>
        <p:nvCxnSpPr>
          <p:cNvPr id="18" name="直線コネクタ 17">
            <a:extLst>
              <a:ext uri="{FF2B5EF4-FFF2-40B4-BE49-F238E27FC236}">
                <a16:creationId xmlns:a16="http://schemas.microsoft.com/office/drawing/2014/main" id="{11298DCE-C146-C5E0-023F-F061F2A7F2C0}"/>
              </a:ext>
            </a:extLst>
          </p:cNvPr>
          <p:cNvCxnSpPr>
            <a:cxnSpLocks/>
          </p:cNvCxnSpPr>
          <p:nvPr/>
        </p:nvCxnSpPr>
        <p:spPr>
          <a:xfrm>
            <a:off x="3686161" y="4389152"/>
            <a:ext cx="7000755" cy="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sp>
        <p:nvSpPr>
          <p:cNvPr id="19" name="テキスト ボックス 18">
            <a:extLst>
              <a:ext uri="{FF2B5EF4-FFF2-40B4-BE49-F238E27FC236}">
                <a16:creationId xmlns:a16="http://schemas.microsoft.com/office/drawing/2014/main" id="{D1842656-324C-69FB-1833-EC5BF86CE409}"/>
              </a:ext>
            </a:extLst>
          </p:cNvPr>
          <p:cNvSpPr txBox="1"/>
          <p:nvPr/>
        </p:nvSpPr>
        <p:spPr>
          <a:xfrm>
            <a:off x="7829020" y="3347004"/>
            <a:ext cx="3283091" cy="369332"/>
          </a:xfrm>
          <a:prstGeom prst="rect">
            <a:avLst/>
          </a:prstGeom>
          <a:noFill/>
        </p:spPr>
        <p:txBody>
          <a:bodyPr wrap="square" rtlCol="0">
            <a:spAutoFit/>
          </a:bodyPr>
          <a:lstStyle/>
          <a:p>
            <a:r>
              <a:rPr kumimoji="1" lang="ja-JP" altLang="en-US" b="1" u="sng" dirty="0">
                <a:solidFill>
                  <a:srgbClr val="4B83DD"/>
                </a:solidFill>
              </a:rPr>
              <a:t>変更</a:t>
            </a:r>
            <a:r>
              <a:rPr kumimoji="1" lang="ja-JP" altLang="en-US" dirty="0">
                <a:solidFill>
                  <a:srgbClr val="4B83DD"/>
                </a:solidFill>
              </a:rPr>
              <a:t>　　　　</a:t>
            </a:r>
            <a:r>
              <a:rPr kumimoji="1" lang="ja-JP" altLang="en-US" b="1" u="sng" dirty="0">
                <a:solidFill>
                  <a:srgbClr val="4B83DD"/>
                </a:solidFill>
              </a:rPr>
              <a:t>削除</a:t>
            </a:r>
          </a:p>
        </p:txBody>
      </p:sp>
      <p:sp>
        <p:nvSpPr>
          <p:cNvPr id="20" name="テキスト ボックス 19">
            <a:extLst>
              <a:ext uri="{FF2B5EF4-FFF2-40B4-BE49-F238E27FC236}">
                <a16:creationId xmlns:a16="http://schemas.microsoft.com/office/drawing/2014/main" id="{B8B12C5B-695E-31BC-EC11-19BF4EF668B9}"/>
              </a:ext>
            </a:extLst>
          </p:cNvPr>
          <p:cNvSpPr txBox="1"/>
          <p:nvPr/>
        </p:nvSpPr>
        <p:spPr>
          <a:xfrm>
            <a:off x="7829019" y="3924944"/>
            <a:ext cx="3283091" cy="369332"/>
          </a:xfrm>
          <a:prstGeom prst="rect">
            <a:avLst/>
          </a:prstGeom>
          <a:noFill/>
        </p:spPr>
        <p:txBody>
          <a:bodyPr wrap="square" rtlCol="0">
            <a:spAutoFit/>
          </a:bodyPr>
          <a:lstStyle/>
          <a:p>
            <a:r>
              <a:rPr kumimoji="1" lang="ja-JP" altLang="en-US" b="1" u="sng" dirty="0">
                <a:solidFill>
                  <a:srgbClr val="4B83DD"/>
                </a:solidFill>
              </a:rPr>
              <a:t>変更</a:t>
            </a:r>
            <a:r>
              <a:rPr kumimoji="1" lang="ja-JP" altLang="en-US" dirty="0">
                <a:solidFill>
                  <a:srgbClr val="4B83DD"/>
                </a:solidFill>
              </a:rPr>
              <a:t>　　　　</a:t>
            </a:r>
            <a:r>
              <a:rPr kumimoji="1" lang="ja-JP" altLang="en-US" b="1" u="sng" dirty="0">
                <a:solidFill>
                  <a:srgbClr val="4B83DD"/>
                </a:solidFill>
              </a:rPr>
              <a:t>削除</a:t>
            </a:r>
          </a:p>
        </p:txBody>
      </p:sp>
      <p:sp>
        <p:nvSpPr>
          <p:cNvPr id="21" name="正方形/長方形 20">
            <a:extLst>
              <a:ext uri="{FF2B5EF4-FFF2-40B4-BE49-F238E27FC236}">
                <a16:creationId xmlns:a16="http://schemas.microsoft.com/office/drawing/2014/main" id="{F259AE81-EDEB-789D-E1A7-1DB0F6FCC490}"/>
              </a:ext>
            </a:extLst>
          </p:cNvPr>
          <p:cNvSpPr/>
          <p:nvPr/>
        </p:nvSpPr>
        <p:spPr>
          <a:xfrm>
            <a:off x="963755" y="5509534"/>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B7C13F5A-83F4-02AA-570E-5BDBCFAD0BC0}"/>
              </a:ext>
            </a:extLst>
          </p:cNvPr>
          <p:cNvSpPr txBox="1"/>
          <p:nvPr/>
        </p:nvSpPr>
        <p:spPr>
          <a:xfrm>
            <a:off x="5024127" y="5556482"/>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23" name="矢印: 上 22">
            <a:extLst>
              <a:ext uri="{FF2B5EF4-FFF2-40B4-BE49-F238E27FC236}">
                <a16:creationId xmlns:a16="http://schemas.microsoft.com/office/drawing/2014/main" id="{6D777888-BC29-9965-72B2-32DFD4D84584}"/>
              </a:ext>
            </a:extLst>
          </p:cNvPr>
          <p:cNvSpPr/>
          <p:nvPr/>
        </p:nvSpPr>
        <p:spPr>
          <a:xfrm rot="20889810">
            <a:off x="9345207" y="2304228"/>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8B66D533-1ACB-5CCE-2B1E-7009FB962732}"/>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Tree>
    <p:extLst>
      <p:ext uri="{BB962C8B-B14F-4D97-AF65-F5344CB8AC3E}">
        <p14:creationId xmlns:p14="http://schemas.microsoft.com/office/powerpoint/2010/main" val="38379991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60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par>
                          <p:cTn id="10" fill="hold">
                            <p:stCondLst>
                              <p:cond delay="1600"/>
                            </p:stCondLst>
                            <p:childTnLst>
                              <p:par>
                                <p:cTn id="11" presetID="26" presetClass="emph" presetSubtype="0" fill="hold" grpId="1" nodeType="afterEffect">
                                  <p:stCondLst>
                                    <p:cond delay="0"/>
                                  </p:stCondLst>
                                  <p:childTnLst>
                                    <p:animEffect transition="out" filter="fade">
                                      <p:cBhvr>
                                        <p:cTn id="12" dur="800" tmFilter="0, 0; .2, .5; .8, .5; 1, 0"/>
                                        <p:tgtEl>
                                          <p:spTgt spid="23"/>
                                        </p:tgtEl>
                                      </p:cBhvr>
                                    </p:animEffect>
                                    <p:animScale>
                                      <p:cBhvr>
                                        <p:cTn id="13" dur="400" autoRev="1" fill="hold"/>
                                        <p:tgtEl>
                                          <p:spTgt spid="2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線コネクタ 2">
            <a:extLst>
              <a:ext uri="{FF2B5EF4-FFF2-40B4-BE49-F238E27FC236}">
                <a16:creationId xmlns:a16="http://schemas.microsoft.com/office/drawing/2014/main" id="{2C368251-55C8-1ED5-550C-6A196643D09F}"/>
              </a:ext>
            </a:extLst>
          </p:cNvPr>
          <p:cNvCxnSpPr>
            <a:cxnSpLocks/>
          </p:cNvCxnSpPr>
          <p:nvPr/>
        </p:nvCxnSpPr>
        <p:spPr>
          <a:xfrm>
            <a:off x="3186993" y="1431184"/>
            <a:ext cx="0" cy="3670205"/>
          </a:xfrm>
          <a:prstGeom prst="line">
            <a:avLst/>
          </a:prstGeom>
        </p:spPr>
        <p:style>
          <a:lnRef idx="1">
            <a:schemeClr val="dk1"/>
          </a:lnRef>
          <a:fillRef idx="0">
            <a:schemeClr val="dk1"/>
          </a:fillRef>
          <a:effectRef idx="0">
            <a:schemeClr val="dk1"/>
          </a:effectRef>
          <a:fontRef idx="minor">
            <a:schemeClr val="tx1"/>
          </a:fontRef>
        </p:style>
      </p:cxnSp>
      <p:grpSp>
        <p:nvGrpSpPr>
          <p:cNvPr id="4" name="グループ化 3">
            <a:extLst>
              <a:ext uri="{FF2B5EF4-FFF2-40B4-BE49-F238E27FC236}">
                <a16:creationId xmlns:a16="http://schemas.microsoft.com/office/drawing/2014/main" id="{F7BC8D2E-D775-D7BD-E99B-4B444E559B93}"/>
              </a:ext>
            </a:extLst>
          </p:cNvPr>
          <p:cNvGrpSpPr/>
          <p:nvPr/>
        </p:nvGrpSpPr>
        <p:grpSpPr>
          <a:xfrm>
            <a:off x="3738371" y="1431184"/>
            <a:ext cx="7000755" cy="555171"/>
            <a:chOff x="4207329" y="1666025"/>
            <a:chExt cx="6117768" cy="555171"/>
          </a:xfrm>
        </p:grpSpPr>
        <p:sp>
          <p:nvSpPr>
            <p:cNvPr id="5" name="正方形/長方形 4">
              <a:extLst>
                <a:ext uri="{FF2B5EF4-FFF2-40B4-BE49-F238E27FC236}">
                  <a16:creationId xmlns:a16="http://schemas.microsoft.com/office/drawing/2014/main" id="{D584A39F-5FC2-97B1-02C2-FBC77140009B}"/>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6CBB2D9A-AD39-DC9A-1965-220C2E5002CE}"/>
                </a:ext>
              </a:extLst>
            </p:cNvPr>
            <p:cNvSpPr txBox="1"/>
            <p:nvPr/>
          </p:nvSpPr>
          <p:spPr>
            <a:xfrm>
              <a:off x="4343399" y="1690076"/>
              <a:ext cx="4223658" cy="461665"/>
            </a:xfrm>
            <a:prstGeom prst="rect">
              <a:avLst/>
            </a:prstGeom>
            <a:noFill/>
            <a:ln>
              <a:noFill/>
            </a:ln>
          </p:spPr>
          <p:txBody>
            <a:bodyPr wrap="square" rtlCol="0">
              <a:spAutoFit/>
            </a:bodyPr>
            <a:lstStyle/>
            <a:p>
              <a:r>
                <a:rPr kumimoji="1" lang="ja-JP" altLang="en-US" sz="2400" b="1" dirty="0"/>
                <a:t>科目情報登録</a:t>
              </a:r>
            </a:p>
          </p:txBody>
        </p:sp>
      </p:grpSp>
      <p:grpSp>
        <p:nvGrpSpPr>
          <p:cNvPr id="7" name="グループ化 6">
            <a:extLst>
              <a:ext uri="{FF2B5EF4-FFF2-40B4-BE49-F238E27FC236}">
                <a16:creationId xmlns:a16="http://schemas.microsoft.com/office/drawing/2014/main" id="{AED01BDA-A051-53AD-3509-81B2C734138B}"/>
              </a:ext>
            </a:extLst>
          </p:cNvPr>
          <p:cNvGrpSpPr/>
          <p:nvPr/>
        </p:nvGrpSpPr>
        <p:grpSpPr>
          <a:xfrm>
            <a:off x="914397" y="377594"/>
            <a:ext cx="9775371" cy="742070"/>
            <a:chOff x="914397" y="377594"/>
            <a:chExt cx="9775371" cy="742070"/>
          </a:xfrm>
        </p:grpSpPr>
        <p:sp>
          <p:nvSpPr>
            <p:cNvPr id="8" name="正方形/長方形 7">
              <a:extLst>
                <a:ext uri="{FF2B5EF4-FFF2-40B4-BE49-F238E27FC236}">
                  <a16:creationId xmlns:a16="http://schemas.microsoft.com/office/drawing/2014/main" id="{CD3A020F-BC95-A7CE-7F07-4370574F07F2}"/>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05E01A2D-A297-650E-8C77-9F7B25A0BAFD}"/>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10" name="テキスト ボックス 9">
              <a:extLst>
                <a:ext uri="{FF2B5EF4-FFF2-40B4-BE49-F238E27FC236}">
                  <a16:creationId xmlns:a16="http://schemas.microsoft.com/office/drawing/2014/main" id="{2BC76BC3-E2DC-72E8-E36C-2654D54B3118}"/>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11" name="テキスト ボックス 10">
              <a:extLst>
                <a:ext uri="{FF2B5EF4-FFF2-40B4-BE49-F238E27FC236}">
                  <a16:creationId xmlns:a16="http://schemas.microsoft.com/office/drawing/2014/main" id="{805FDE4B-CB7A-49FF-D030-E1F7FD1F0FC4}"/>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12" name="テキスト ボックス 11">
            <a:extLst>
              <a:ext uri="{FF2B5EF4-FFF2-40B4-BE49-F238E27FC236}">
                <a16:creationId xmlns:a16="http://schemas.microsoft.com/office/drawing/2014/main" id="{987AFD4E-48D7-45A5-8D66-3D570FE3D5CB}"/>
              </a:ext>
            </a:extLst>
          </p:cNvPr>
          <p:cNvSpPr txBox="1"/>
          <p:nvPr/>
        </p:nvSpPr>
        <p:spPr>
          <a:xfrm>
            <a:off x="3894080" y="2297875"/>
            <a:ext cx="1640446" cy="369332"/>
          </a:xfrm>
          <a:prstGeom prst="rect">
            <a:avLst/>
          </a:prstGeom>
          <a:noFill/>
        </p:spPr>
        <p:txBody>
          <a:bodyPr wrap="square" rtlCol="0">
            <a:spAutoFit/>
          </a:bodyPr>
          <a:lstStyle/>
          <a:p>
            <a:r>
              <a:rPr kumimoji="1" lang="ja-JP" altLang="en-US" dirty="0"/>
              <a:t>科目コード</a:t>
            </a:r>
          </a:p>
        </p:txBody>
      </p:sp>
      <p:sp>
        <p:nvSpPr>
          <p:cNvPr id="13" name="テキスト ボックス 12">
            <a:extLst>
              <a:ext uri="{FF2B5EF4-FFF2-40B4-BE49-F238E27FC236}">
                <a16:creationId xmlns:a16="http://schemas.microsoft.com/office/drawing/2014/main" id="{24D38C94-252E-9CCE-4813-E7685C04C15A}"/>
              </a:ext>
            </a:extLst>
          </p:cNvPr>
          <p:cNvSpPr txBox="1"/>
          <p:nvPr/>
        </p:nvSpPr>
        <p:spPr>
          <a:xfrm>
            <a:off x="3894080" y="3181035"/>
            <a:ext cx="1640446" cy="369332"/>
          </a:xfrm>
          <a:prstGeom prst="rect">
            <a:avLst/>
          </a:prstGeom>
          <a:noFill/>
        </p:spPr>
        <p:txBody>
          <a:bodyPr wrap="square" rtlCol="0">
            <a:spAutoFit/>
          </a:bodyPr>
          <a:lstStyle/>
          <a:p>
            <a:r>
              <a:rPr kumimoji="1" lang="ja-JP" altLang="en-US" dirty="0"/>
              <a:t>科目名</a:t>
            </a:r>
          </a:p>
        </p:txBody>
      </p:sp>
      <p:sp>
        <p:nvSpPr>
          <p:cNvPr id="14" name="四角形: 角を丸くする 13">
            <a:extLst>
              <a:ext uri="{FF2B5EF4-FFF2-40B4-BE49-F238E27FC236}">
                <a16:creationId xmlns:a16="http://schemas.microsoft.com/office/drawing/2014/main" id="{0293B021-5488-02AC-602B-48FF9634E423}"/>
              </a:ext>
            </a:extLst>
          </p:cNvPr>
          <p:cNvSpPr/>
          <p:nvPr/>
        </p:nvSpPr>
        <p:spPr>
          <a:xfrm>
            <a:off x="4052236" y="2667207"/>
            <a:ext cx="6497052" cy="3693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63A7E780-CC93-F3BC-BAB7-44E814CA31C8}"/>
              </a:ext>
            </a:extLst>
          </p:cNvPr>
          <p:cNvSpPr/>
          <p:nvPr/>
        </p:nvSpPr>
        <p:spPr>
          <a:xfrm>
            <a:off x="4052236" y="3550367"/>
            <a:ext cx="6497052" cy="3693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D3F9BE9-63DD-1982-C824-FE5CCA9A7C0B}"/>
              </a:ext>
            </a:extLst>
          </p:cNvPr>
          <p:cNvSpPr/>
          <p:nvPr/>
        </p:nvSpPr>
        <p:spPr>
          <a:xfrm>
            <a:off x="3895341" y="4289031"/>
            <a:ext cx="928290" cy="529685"/>
          </a:xfrm>
          <a:prstGeom prst="roundRect">
            <a:avLst/>
          </a:prstGeom>
          <a:solidFill>
            <a:srgbClr val="4B83D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315BECF9-8667-A2DB-9D8D-D43D3E2F18C5}"/>
              </a:ext>
            </a:extLst>
          </p:cNvPr>
          <p:cNvSpPr txBox="1"/>
          <p:nvPr/>
        </p:nvSpPr>
        <p:spPr>
          <a:xfrm>
            <a:off x="4039575" y="4387782"/>
            <a:ext cx="639821" cy="338554"/>
          </a:xfrm>
          <a:prstGeom prst="rect">
            <a:avLst/>
          </a:prstGeom>
          <a:noFill/>
        </p:spPr>
        <p:txBody>
          <a:bodyPr wrap="square" rtlCol="0">
            <a:spAutoFit/>
          </a:bodyPr>
          <a:lstStyle/>
          <a:p>
            <a:r>
              <a:rPr lang="ja-JP" altLang="en-US" sz="1600" b="1" dirty="0">
                <a:solidFill>
                  <a:schemeClr val="bg1"/>
                </a:solidFill>
              </a:rPr>
              <a:t>登録</a:t>
            </a:r>
            <a:endParaRPr kumimoji="1" lang="ja-JP" altLang="en-US" sz="1600" b="1" dirty="0">
              <a:solidFill>
                <a:schemeClr val="bg1"/>
              </a:solidFill>
            </a:endParaRPr>
          </a:p>
        </p:txBody>
      </p:sp>
      <p:sp>
        <p:nvSpPr>
          <p:cNvPr id="20" name="テキスト ボックス 19">
            <a:extLst>
              <a:ext uri="{FF2B5EF4-FFF2-40B4-BE49-F238E27FC236}">
                <a16:creationId xmlns:a16="http://schemas.microsoft.com/office/drawing/2014/main" id="{9F785E0D-8718-FCEE-3311-7322583A571C}"/>
              </a:ext>
            </a:extLst>
          </p:cNvPr>
          <p:cNvSpPr txBox="1"/>
          <p:nvPr/>
        </p:nvSpPr>
        <p:spPr>
          <a:xfrm>
            <a:off x="3854806" y="4930647"/>
            <a:ext cx="1937650" cy="369332"/>
          </a:xfrm>
          <a:prstGeom prst="rect">
            <a:avLst/>
          </a:prstGeom>
          <a:noFill/>
        </p:spPr>
        <p:txBody>
          <a:bodyPr wrap="square" rtlCol="0">
            <a:spAutoFit/>
          </a:bodyPr>
          <a:lstStyle/>
          <a:p>
            <a:r>
              <a:rPr kumimoji="1" lang="ja-JP" altLang="en-US" b="1" u="sng" dirty="0">
                <a:solidFill>
                  <a:srgbClr val="4B83DD"/>
                </a:solidFill>
              </a:rPr>
              <a:t>戻る</a:t>
            </a:r>
          </a:p>
        </p:txBody>
      </p:sp>
      <p:sp>
        <p:nvSpPr>
          <p:cNvPr id="21" name="正方形/長方形 20">
            <a:extLst>
              <a:ext uri="{FF2B5EF4-FFF2-40B4-BE49-F238E27FC236}">
                <a16:creationId xmlns:a16="http://schemas.microsoft.com/office/drawing/2014/main" id="{E827B0D3-6625-39E5-FF37-C97CFBBBF4C5}"/>
              </a:ext>
            </a:extLst>
          </p:cNvPr>
          <p:cNvSpPr/>
          <p:nvPr/>
        </p:nvSpPr>
        <p:spPr>
          <a:xfrm>
            <a:off x="904770" y="5421415"/>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5CD7DEB2-BBBC-C791-7BAB-BECED85624EF}"/>
              </a:ext>
            </a:extLst>
          </p:cNvPr>
          <p:cNvSpPr txBox="1"/>
          <p:nvPr/>
        </p:nvSpPr>
        <p:spPr>
          <a:xfrm>
            <a:off x="4965142" y="5468363"/>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23" name="テキスト ボックス 22">
            <a:extLst>
              <a:ext uri="{FF2B5EF4-FFF2-40B4-BE49-F238E27FC236}">
                <a16:creationId xmlns:a16="http://schemas.microsoft.com/office/drawing/2014/main" id="{74970284-3665-B84C-7381-AFCA6A0016BA}"/>
              </a:ext>
            </a:extLst>
          </p:cNvPr>
          <p:cNvSpPr txBox="1"/>
          <p:nvPr/>
        </p:nvSpPr>
        <p:spPr>
          <a:xfrm>
            <a:off x="4052236" y="2675561"/>
            <a:ext cx="2338939" cy="369332"/>
          </a:xfrm>
          <a:prstGeom prst="rect">
            <a:avLst/>
          </a:prstGeom>
          <a:noFill/>
        </p:spPr>
        <p:txBody>
          <a:bodyPr wrap="square" rtlCol="0">
            <a:spAutoFit/>
          </a:bodyPr>
          <a:lstStyle/>
          <a:p>
            <a:r>
              <a:rPr kumimoji="1" lang="en-US" altLang="ja-JP" dirty="0"/>
              <a:t>C02</a:t>
            </a:r>
            <a:endParaRPr kumimoji="1" lang="ja-JP" altLang="en-US" dirty="0"/>
          </a:p>
        </p:txBody>
      </p:sp>
      <p:sp>
        <p:nvSpPr>
          <p:cNvPr id="24" name="テキスト ボックス 23">
            <a:extLst>
              <a:ext uri="{FF2B5EF4-FFF2-40B4-BE49-F238E27FC236}">
                <a16:creationId xmlns:a16="http://schemas.microsoft.com/office/drawing/2014/main" id="{192742B9-F597-235A-6284-CAFE1EB8480B}"/>
              </a:ext>
            </a:extLst>
          </p:cNvPr>
          <p:cNvSpPr txBox="1"/>
          <p:nvPr/>
        </p:nvSpPr>
        <p:spPr>
          <a:xfrm>
            <a:off x="4052236" y="3542013"/>
            <a:ext cx="2338939" cy="369332"/>
          </a:xfrm>
          <a:prstGeom prst="rect">
            <a:avLst/>
          </a:prstGeom>
          <a:noFill/>
        </p:spPr>
        <p:txBody>
          <a:bodyPr wrap="square" rtlCol="0">
            <a:spAutoFit/>
          </a:bodyPr>
          <a:lstStyle/>
          <a:p>
            <a:r>
              <a:rPr lang="ja-JP" altLang="en-US" dirty="0"/>
              <a:t>英語</a:t>
            </a:r>
            <a:endParaRPr kumimoji="1" lang="ja-JP" altLang="en-US" dirty="0"/>
          </a:p>
        </p:txBody>
      </p:sp>
      <p:sp>
        <p:nvSpPr>
          <p:cNvPr id="25" name="矢印: 上 24">
            <a:extLst>
              <a:ext uri="{FF2B5EF4-FFF2-40B4-BE49-F238E27FC236}">
                <a16:creationId xmlns:a16="http://schemas.microsoft.com/office/drawing/2014/main" id="{D603ED98-7101-F47E-B435-2072FC651E88}"/>
              </a:ext>
            </a:extLst>
          </p:cNvPr>
          <p:cNvSpPr/>
          <p:nvPr/>
        </p:nvSpPr>
        <p:spPr>
          <a:xfrm rot="20889810">
            <a:off x="4234129" y="4525188"/>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58EEB396-3F82-90A0-9E4A-4AE7C4089236}"/>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Tree>
    <p:extLst>
      <p:ext uri="{BB962C8B-B14F-4D97-AF65-F5344CB8AC3E}">
        <p14:creationId xmlns:p14="http://schemas.microsoft.com/office/powerpoint/2010/main" val="72879282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inVertical)">
                                      <p:cBhvr>
                                        <p:cTn id="7" dur="500"/>
                                        <p:tgtEl>
                                          <p:spTgt spid="23"/>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barn(inVertical)">
                                      <p:cBhvr>
                                        <p:cTn id="11" dur="500"/>
                                        <p:tgtEl>
                                          <p:spTgt spid="24"/>
                                        </p:tgtEl>
                                      </p:cBhvr>
                                    </p:animEffect>
                                  </p:childTnLst>
                                </p:cTn>
                              </p:par>
                              <p:par>
                                <p:cTn id="12" presetID="42" presetClass="entr" presetSubtype="0" fill="hold" grpId="0" nodeType="withEffect">
                                  <p:stCondLst>
                                    <p:cond delay="50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700"/>
                                        <p:tgtEl>
                                          <p:spTgt spid="25"/>
                                        </p:tgtEl>
                                      </p:cBhvr>
                                    </p:animEffect>
                                    <p:anim calcmode="lin" valueType="num">
                                      <p:cBhvr>
                                        <p:cTn id="15" dur="700" fill="hold"/>
                                        <p:tgtEl>
                                          <p:spTgt spid="25"/>
                                        </p:tgtEl>
                                        <p:attrNameLst>
                                          <p:attrName>ppt_x</p:attrName>
                                        </p:attrNameLst>
                                      </p:cBhvr>
                                      <p:tavLst>
                                        <p:tav tm="0">
                                          <p:val>
                                            <p:strVal val="#ppt_x"/>
                                          </p:val>
                                        </p:tav>
                                        <p:tav tm="100000">
                                          <p:val>
                                            <p:strVal val="#ppt_x"/>
                                          </p:val>
                                        </p:tav>
                                      </p:tavLst>
                                    </p:anim>
                                    <p:anim calcmode="lin" valueType="num">
                                      <p:cBhvr>
                                        <p:cTn id="16" dur="700" fill="hold"/>
                                        <p:tgtEl>
                                          <p:spTgt spid="25"/>
                                        </p:tgtEl>
                                        <p:attrNameLst>
                                          <p:attrName>ppt_y</p:attrName>
                                        </p:attrNameLst>
                                      </p:cBhvr>
                                      <p:tavLst>
                                        <p:tav tm="0">
                                          <p:val>
                                            <p:strVal val="#ppt_y+.1"/>
                                          </p:val>
                                        </p:tav>
                                        <p:tav tm="100000">
                                          <p:val>
                                            <p:strVal val="#ppt_y"/>
                                          </p:val>
                                        </p:tav>
                                      </p:tavLst>
                                    </p:anim>
                                  </p:childTnLst>
                                </p:cTn>
                              </p:par>
                              <p:par>
                                <p:cTn id="17" presetID="26" presetClass="emph" presetSubtype="0" fill="hold" grpId="1" nodeType="withEffect">
                                  <p:stCondLst>
                                    <p:cond delay="1100"/>
                                  </p:stCondLst>
                                  <p:childTnLst>
                                    <p:animEffect transition="out" filter="fade">
                                      <p:cBhvr>
                                        <p:cTn id="18" dur="500" tmFilter="0, 0; .2, .5; .8, .5; 1, 0"/>
                                        <p:tgtEl>
                                          <p:spTgt spid="25"/>
                                        </p:tgtEl>
                                      </p:cBhvr>
                                    </p:animEffect>
                                    <p:animScale>
                                      <p:cBhvr>
                                        <p:cTn id="19" dur="250" autoRev="1" fill="hold"/>
                                        <p:tgtEl>
                                          <p:spTgt spid="25"/>
                                        </p:tgtEl>
                                      </p:cBhvr>
                                      <p:by x="105000" y="105000"/>
                                    </p:animScale>
                                  </p:childTnLst>
                                </p:cTn>
                              </p:par>
                              <p:par>
                                <p:cTn id="20" presetID="1" presetClass="emph" presetSubtype="2" fill="hold" nodeType="withEffect">
                                  <p:stCondLst>
                                    <p:cond delay="1300"/>
                                  </p:stCondLst>
                                  <p:childTnLst>
                                    <p:animClr clrSpc="rgb" dir="cw">
                                      <p:cBhvr>
                                        <p:cTn id="21" dur="500" fill="hold"/>
                                        <p:tgtEl>
                                          <p:spTgt spid="18"/>
                                        </p:tgtEl>
                                        <p:attrNameLst>
                                          <p:attrName>fillcolor</p:attrName>
                                        </p:attrNameLst>
                                      </p:cBhvr>
                                      <p:to>
                                        <a:srgbClr val="215E99"/>
                                      </p:to>
                                    </p:animClr>
                                    <p:set>
                                      <p:cBhvr>
                                        <p:cTn id="22" dur="500" fill="hold"/>
                                        <p:tgtEl>
                                          <p:spTgt spid="18"/>
                                        </p:tgtEl>
                                        <p:attrNameLst>
                                          <p:attrName>fill.type</p:attrName>
                                        </p:attrNameLst>
                                      </p:cBhvr>
                                      <p:to>
                                        <p:strVal val="solid"/>
                                      </p:to>
                                    </p:set>
                                    <p:set>
                                      <p:cBhvr>
                                        <p:cTn id="23" dur="500" fill="hold"/>
                                        <p:tgtEl>
                                          <p:spTgt spid="1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animBg="1"/>
      <p:bldP spid="25"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A637DDC2-C4F5-78A6-917D-EF78685254FA}"/>
              </a:ext>
            </a:extLst>
          </p:cNvPr>
          <p:cNvCxnSpPr>
            <a:cxnSpLocks/>
          </p:cNvCxnSpPr>
          <p:nvPr/>
        </p:nvCxnSpPr>
        <p:spPr>
          <a:xfrm>
            <a:off x="3167743" y="1328057"/>
            <a:ext cx="0" cy="3705956"/>
          </a:xfrm>
          <a:prstGeom prst="line">
            <a:avLst/>
          </a:prstGeom>
        </p:spPr>
        <p:style>
          <a:lnRef idx="1">
            <a:schemeClr val="dk1"/>
          </a:lnRef>
          <a:fillRef idx="0">
            <a:schemeClr val="dk1"/>
          </a:fillRef>
          <a:effectRef idx="0">
            <a:schemeClr val="dk1"/>
          </a:effectRef>
          <a:fontRef idx="minor">
            <a:schemeClr val="tx1"/>
          </a:fontRef>
        </p:style>
      </p:cxnSp>
      <p:grpSp>
        <p:nvGrpSpPr>
          <p:cNvPr id="3" name="グループ化 2">
            <a:extLst>
              <a:ext uri="{FF2B5EF4-FFF2-40B4-BE49-F238E27FC236}">
                <a16:creationId xmlns:a16="http://schemas.microsoft.com/office/drawing/2014/main" id="{4C9E071D-3AE5-DB3B-E463-29297298213A}"/>
              </a:ext>
            </a:extLst>
          </p:cNvPr>
          <p:cNvGrpSpPr/>
          <p:nvPr/>
        </p:nvGrpSpPr>
        <p:grpSpPr>
          <a:xfrm>
            <a:off x="914397" y="377594"/>
            <a:ext cx="9775371" cy="742070"/>
            <a:chOff x="914397" y="377594"/>
            <a:chExt cx="9775371" cy="742070"/>
          </a:xfrm>
        </p:grpSpPr>
        <p:sp>
          <p:nvSpPr>
            <p:cNvPr id="4" name="正方形/長方形 3">
              <a:extLst>
                <a:ext uri="{FF2B5EF4-FFF2-40B4-BE49-F238E27FC236}">
                  <a16:creationId xmlns:a16="http://schemas.microsoft.com/office/drawing/2014/main" id="{FBEBD62A-BD56-BC18-8E29-8DD0CA9F10E2}"/>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2A1BD0E5-E624-D8A0-AC7B-5A6A528DB03B}"/>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6" name="テキスト ボックス 5">
              <a:extLst>
                <a:ext uri="{FF2B5EF4-FFF2-40B4-BE49-F238E27FC236}">
                  <a16:creationId xmlns:a16="http://schemas.microsoft.com/office/drawing/2014/main" id="{22FDBEEB-9FB6-31BF-74B4-B57E63FA7D86}"/>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7" name="テキスト ボックス 6">
              <a:extLst>
                <a:ext uri="{FF2B5EF4-FFF2-40B4-BE49-F238E27FC236}">
                  <a16:creationId xmlns:a16="http://schemas.microsoft.com/office/drawing/2014/main" id="{B1FBFB4B-D06B-5E6E-0206-CB19C5EF2EE7}"/>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grpSp>
        <p:nvGrpSpPr>
          <p:cNvPr id="9" name="グループ化 8">
            <a:extLst>
              <a:ext uri="{FF2B5EF4-FFF2-40B4-BE49-F238E27FC236}">
                <a16:creationId xmlns:a16="http://schemas.microsoft.com/office/drawing/2014/main" id="{6E2D8EA8-B543-8A92-0616-B73F7290D3F9}"/>
              </a:ext>
            </a:extLst>
          </p:cNvPr>
          <p:cNvGrpSpPr/>
          <p:nvPr/>
        </p:nvGrpSpPr>
        <p:grpSpPr>
          <a:xfrm>
            <a:off x="3738371" y="1431184"/>
            <a:ext cx="7000755" cy="555171"/>
            <a:chOff x="4207329" y="1666025"/>
            <a:chExt cx="6117768" cy="555171"/>
          </a:xfrm>
        </p:grpSpPr>
        <p:sp>
          <p:nvSpPr>
            <p:cNvPr id="10" name="正方形/長方形 9">
              <a:extLst>
                <a:ext uri="{FF2B5EF4-FFF2-40B4-BE49-F238E27FC236}">
                  <a16:creationId xmlns:a16="http://schemas.microsoft.com/office/drawing/2014/main" id="{7C355C94-ECF5-2A2C-A2FB-D65F0A880586}"/>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A807C1AB-2422-6017-F66E-D49AF1FC3FF4}"/>
                </a:ext>
              </a:extLst>
            </p:cNvPr>
            <p:cNvSpPr txBox="1"/>
            <p:nvPr/>
          </p:nvSpPr>
          <p:spPr>
            <a:xfrm>
              <a:off x="4343399" y="1690076"/>
              <a:ext cx="4223658" cy="461665"/>
            </a:xfrm>
            <a:prstGeom prst="rect">
              <a:avLst/>
            </a:prstGeom>
            <a:noFill/>
            <a:ln>
              <a:noFill/>
            </a:ln>
          </p:spPr>
          <p:txBody>
            <a:bodyPr wrap="square" rtlCol="0">
              <a:spAutoFit/>
            </a:bodyPr>
            <a:lstStyle/>
            <a:p>
              <a:r>
                <a:rPr kumimoji="1" lang="ja-JP" altLang="en-US" sz="2400" b="1" dirty="0"/>
                <a:t>科目情報変更</a:t>
              </a:r>
            </a:p>
          </p:txBody>
        </p:sp>
      </p:grpSp>
      <p:sp>
        <p:nvSpPr>
          <p:cNvPr id="20" name="正方形/長方形 19">
            <a:extLst>
              <a:ext uri="{FF2B5EF4-FFF2-40B4-BE49-F238E27FC236}">
                <a16:creationId xmlns:a16="http://schemas.microsoft.com/office/drawing/2014/main" id="{A9CF4350-7C59-55EC-4A12-79179F63EBE1}"/>
              </a:ext>
            </a:extLst>
          </p:cNvPr>
          <p:cNvSpPr/>
          <p:nvPr/>
        </p:nvSpPr>
        <p:spPr>
          <a:xfrm>
            <a:off x="963755" y="5509534"/>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8F68F124-9DC2-3F66-4A53-EEF7DBC77119}"/>
              </a:ext>
            </a:extLst>
          </p:cNvPr>
          <p:cNvSpPr txBox="1"/>
          <p:nvPr/>
        </p:nvSpPr>
        <p:spPr>
          <a:xfrm>
            <a:off x="5024127" y="5556482"/>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25" name="テキスト ボックス 24">
            <a:extLst>
              <a:ext uri="{FF2B5EF4-FFF2-40B4-BE49-F238E27FC236}">
                <a16:creationId xmlns:a16="http://schemas.microsoft.com/office/drawing/2014/main" id="{6E87540A-2DC2-124D-FB30-F31D40A924D0}"/>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
        <p:nvSpPr>
          <p:cNvPr id="26" name="テキスト ボックス 25">
            <a:extLst>
              <a:ext uri="{FF2B5EF4-FFF2-40B4-BE49-F238E27FC236}">
                <a16:creationId xmlns:a16="http://schemas.microsoft.com/office/drawing/2014/main" id="{73C481A2-77D1-C203-18B6-571A98E04AED}"/>
              </a:ext>
            </a:extLst>
          </p:cNvPr>
          <p:cNvSpPr txBox="1"/>
          <p:nvPr/>
        </p:nvSpPr>
        <p:spPr>
          <a:xfrm>
            <a:off x="3894080" y="2338246"/>
            <a:ext cx="1668517" cy="369332"/>
          </a:xfrm>
          <a:prstGeom prst="rect">
            <a:avLst/>
          </a:prstGeom>
          <a:noFill/>
        </p:spPr>
        <p:txBody>
          <a:bodyPr wrap="square" rtlCol="0">
            <a:spAutoFit/>
          </a:bodyPr>
          <a:lstStyle/>
          <a:p>
            <a:r>
              <a:rPr lang="ja-JP" altLang="en-US" b="1" dirty="0"/>
              <a:t>科目コード　　</a:t>
            </a:r>
            <a:endParaRPr kumimoji="1" lang="ja-JP" altLang="en-US" b="1" dirty="0"/>
          </a:p>
        </p:txBody>
      </p:sp>
      <p:sp>
        <p:nvSpPr>
          <p:cNvPr id="27" name="テキスト ボックス 26">
            <a:extLst>
              <a:ext uri="{FF2B5EF4-FFF2-40B4-BE49-F238E27FC236}">
                <a16:creationId xmlns:a16="http://schemas.microsoft.com/office/drawing/2014/main" id="{42A9DF3D-B7D7-8695-44E2-FE26BEA5DAE3}"/>
              </a:ext>
            </a:extLst>
          </p:cNvPr>
          <p:cNvSpPr txBox="1"/>
          <p:nvPr/>
        </p:nvSpPr>
        <p:spPr>
          <a:xfrm>
            <a:off x="4140881" y="2781451"/>
            <a:ext cx="1766491" cy="369332"/>
          </a:xfrm>
          <a:prstGeom prst="rect">
            <a:avLst/>
          </a:prstGeom>
          <a:noFill/>
        </p:spPr>
        <p:txBody>
          <a:bodyPr wrap="square" rtlCol="0">
            <a:spAutoFit/>
          </a:bodyPr>
          <a:lstStyle/>
          <a:p>
            <a:r>
              <a:rPr kumimoji="1" lang="en-US" altLang="ja-JP" dirty="0"/>
              <a:t>B02</a:t>
            </a:r>
            <a:endParaRPr kumimoji="1" lang="ja-JP" altLang="en-US" dirty="0"/>
          </a:p>
        </p:txBody>
      </p:sp>
      <p:sp>
        <p:nvSpPr>
          <p:cNvPr id="28" name="テキスト ボックス 27">
            <a:extLst>
              <a:ext uri="{FF2B5EF4-FFF2-40B4-BE49-F238E27FC236}">
                <a16:creationId xmlns:a16="http://schemas.microsoft.com/office/drawing/2014/main" id="{114306F8-79D9-B9F3-8312-06CED201C1C7}"/>
              </a:ext>
            </a:extLst>
          </p:cNvPr>
          <p:cNvSpPr txBox="1"/>
          <p:nvPr/>
        </p:nvSpPr>
        <p:spPr>
          <a:xfrm>
            <a:off x="3894080" y="3211317"/>
            <a:ext cx="2111828" cy="369332"/>
          </a:xfrm>
          <a:prstGeom prst="rect">
            <a:avLst/>
          </a:prstGeom>
          <a:noFill/>
        </p:spPr>
        <p:txBody>
          <a:bodyPr wrap="square" rtlCol="0">
            <a:spAutoFit/>
          </a:bodyPr>
          <a:lstStyle/>
          <a:p>
            <a:r>
              <a:rPr lang="ja-JP" altLang="en-US" b="1" dirty="0"/>
              <a:t>科目名</a:t>
            </a:r>
            <a:endParaRPr kumimoji="1" lang="ja-JP" altLang="en-US" b="1" dirty="0"/>
          </a:p>
        </p:txBody>
      </p:sp>
      <p:sp>
        <p:nvSpPr>
          <p:cNvPr id="29" name="四角形: 角を丸くする 28">
            <a:extLst>
              <a:ext uri="{FF2B5EF4-FFF2-40B4-BE49-F238E27FC236}">
                <a16:creationId xmlns:a16="http://schemas.microsoft.com/office/drawing/2014/main" id="{4CF3DE02-343C-C689-CB7D-46F8B25DEFA5}"/>
              </a:ext>
            </a:extLst>
          </p:cNvPr>
          <p:cNvSpPr/>
          <p:nvPr/>
        </p:nvSpPr>
        <p:spPr>
          <a:xfrm>
            <a:off x="4027714" y="3638129"/>
            <a:ext cx="5274127" cy="3693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四角形: 角を丸くする 30">
            <a:extLst>
              <a:ext uri="{FF2B5EF4-FFF2-40B4-BE49-F238E27FC236}">
                <a16:creationId xmlns:a16="http://schemas.microsoft.com/office/drawing/2014/main" id="{E2AD8EEA-847F-02ED-89CC-68B0E8332E44}"/>
              </a:ext>
            </a:extLst>
          </p:cNvPr>
          <p:cNvSpPr/>
          <p:nvPr/>
        </p:nvSpPr>
        <p:spPr>
          <a:xfrm>
            <a:off x="3883480" y="4276994"/>
            <a:ext cx="928290" cy="529685"/>
          </a:xfrm>
          <a:prstGeom prst="roundRect">
            <a:avLst/>
          </a:prstGeom>
          <a:solidFill>
            <a:srgbClr val="4B83D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251451EA-5B51-CE04-519F-D61F9970D1D0}"/>
              </a:ext>
            </a:extLst>
          </p:cNvPr>
          <p:cNvSpPr txBox="1"/>
          <p:nvPr/>
        </p:nvSpPr>
        <p:spPr>
          <a:xfrm>
            <a:off x="4027714" y="4375745"/>
            <a:ext cx="639821" cy="338554"/>
          </a:xfrm>
          <a:prstGeom prst="rect">
            <a:avLst/>
          </a:prstGeom>
          <a:noFill/>
        </p:spPr>
        <p:txBody>
          <a:bodyPr wrap="square" rtlCol="0">
            <a:spAutoFit/>
          </a:bodyPr>
          <a:lstStyle/>
          <a:p>
            <a:r>
              <a:rPr lang="ja-JP" altLang="en-US" sz="1600" b="1" dirty="0">
                <a:solidFill>
                  <a:schemeClr val="bg1"/>
                </a:solidFill>
              </a:rPr>
              <a:t>変更</a:t>
            </a:r>
            <a:endParaRPr kumimoji="1" lang="ja-JP" altLang="en-US" sz="1600" b="1" dirty="0">
              <a:solidFill>
                <a:schemeClr val="bg1"/>
              </a:solidFill>
            </a:endParaRPr>
          </a:p>
        </p:txBody>
      </p:sp>
      <p:sp>
        <p:nvSpPr>
          <p:cNvPr id="33" name="矢印: 上 32">
            <a:extLst>
              <a:ext uri="{FF2B5EF4-FFF2-40B4-BE49-F238E27FC236}">
                <a16:creationId xmlns:a16="http://schemas.microsoft.com/office/drawing/2014/main" id="{2CD227FB-FA9F-D34F-D5AF-9E82E15E0AC8}"/>
              </a:ext>
            </a:extLst>
          </p:cNvPr>
          <p:cNvSpPr/>
          <p:nvPr/>
        </p:nvSpPr>
        <p:spPr>
          <a:xfrm rot="20889810">
            <a:off x="4222268" y="4513151"/>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492C9597-2FC6-8D6D-DB3E-57C7AB5D2B13}"/>
              </a:ext>
            </a:extLst>
          </p:cNvPr>
          <p:cNvSpPr txBox="1"/>
          <p:nvPr/>
        </p:nvSpPr>
        <p:spPr>
          <a:xfrm>
            <a:off x="3854806" y="4930647"/>
            <a:ext cx="1937650" cy="369332"/>
          </a:xfrm>
          <a:prstGeom prst="rect">
            <a:avLst/>
          </a:prstGeom>
          <a:noFill/>
        </p:spPr>
        <p:txBody>
          <a:bodyPr wrap="square" rtlCol="0">
            <a:spAutoFit/>
          </a:bodyPr>
          <a:lstStyle/>
          <a:p>
            <a:r>
              <a:rPr kumimoji="1" lang="ja-JP" altLang="en-US" b="1" u="sng" dirty="0">
                <a:solidFill>
                  <a:srgbClr val="4B83DD"/>
                </a:solidFill>
              </a:rPr>
              <a:t>戻る</a:t>
            </a:r>
          </a:p>
        </p:txBody>
      </p:sp>
      <p:sp>
        <p:nvSpPr>
          <p:cNvPr id="35" name="テキスト ボックス 34">
            <a:extLst>
              <a:ext uri="{FF2B5EF4-FFF2-40B4-BE49-F238E27FC236}">
                <a16:creationId xmlns:a16="http://schemas.microsoft.com/office/drawing/2014/main" id="{84C3B78E-6036-F40C-2FE2-307C7B71CA1A}"/>
              </a:ext>
            </a:extLst>
          </p:cNvPr>
          <p:cNvSpPr txBox="1"/>
          <p:nvPr/>
        </p:nvSpPr>
        <p:spPr>
          <a:xfrm>
            <a:off x="4049234" y="3675594"/>
            <a:ext cx="3189514" cy="369332"/>
          </a:xfrm>
          <a:prstGeom prst="rect">
            <a:avLst/>
          </a:prstGeom>
          <a:noFill/>
        </p:spPr>
        <p:txBody>
          <a:bodyPr wrap="square" rtlCol="0">
            <a:spAutoFit/>
          </a:bodyPr>
          <a:lstStyle/>
          <a:p>
            <a:r>
              <a:rPr lang="ja-JP" altLang="en-US" dirty="0"/>
              <a:t>数学</a:t>
            </a:r>
            <a:r>
              <a:rPr lang="en-US" altLang="ja-JP" dirty="0"/>
              <a:t>Ⅱ</a:t>
            </a:r>
            <a:endParaRPr kumimoji="1" lang="ja-JP" altLang="en-US" dirty="0"/>
          </a:p>
        </p:txBody>
      </p:sp>
    </p:spTree>
    <p:extLst>
      <p:ext uri="{BB962C8B-B14F-4D97-AF65-F5344CB8AC3E}">
        <p14:creationId xmlns:p14="http://schemas.microsoft.com/office/powerpoint/2010/main" val="95687760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arn(inVertical)">
                                      <p:cBhvr>
                                        <p:cTn id="7" dur="500"/>
                                        <p:tgtEl>
                                          <p:spTgt spid="35"/>
                                        </p:tgtEl>
                                      </p:cBhvr>
                                    </p:animEffect>
                                  </p:childTnLst>
                                </p:cTn>
                              </p:par>
                              <p:par>
                                <p:cTn id="8" presetID="42" presetClass="entr" presetSubtype="0" fill="hold" grpId="0" nodeType="withEffect">
                                  <p:stCondLst>
                                    <p:cond delay="50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700"/>
                                        <p:tgtEl>
                                          <p:spTgt spid="33"/>
                                        </p:tgtEl>
                                      </p:cBhvr>
                                    </p:animEffect>
                                    <p:anim calcmode="lin" valueType="num">
                                      <p:cBhvr>
                                        <p:cTn id="11" dur="700" fill="hold"/>
                                        <p:tgtEl>
                                          <p:spTgt spid="33"/>
                                        </p:tgtEl>
                                        <p:attrNameLst>
                                          <p:attrName>ppt_x</p:attrName>
                                        </p:attrNameLst>
                                      </p:cBhvr>
                                      <p:tavLst>
                                        <p:tav tm="0">
                                          <p:val>
                                            <p:strVal val="#ppt_x"/>
                                          </p:val>
                                        </p:tav>
                                        <p:tav tm="100000">
                                          <p:val>
                                            <p:strVal val="#ppt_x"/>
                                          </p:val>
                                        </p:tav>
                                      </p:tavLst>
                                    </p:anim>
                                    <p:anim calcmode="lin" valueType="num">
                                      <p:cBhvr>
                                        <p:cTn id="12" dur="700" fill="hold"/>
                                        <p:tgtEl>
                                          <p:spTgt spid="33"/>
                                        </p:tgtEl>
                                        <p:attrNameLst>
                                          <p:attrName>ppt_y</p:attrName>
                                        </p:attrNameLst>
                                      </p:cBhvr>
                                      <p:tavLst>
                                        <p:tav tm="0">
                                          <p:val>
                                            <p:strVal val="#ppt_y+.1"/>
                                          </p:val>
                                        </p:tav>
                                        <p:tav tm="100000">
                                          <p:val>
                                            <p:strVal val="#ppt_y"/>
                                          </p:val>
                                        </p:tav>
                                      </p:tavLst>
                                    </p:anim>
                                  </p:childTnLst>
                                </p:cTn>
                              </p:par>
                              <p:par>
                                <p:cTn id="13" presetID="26" presetClass="emph" presetSubtype="0" fill="hold" grpId="1" nodeType="withEffect">
                                  <p:stCondLst>
                                    <p:cond delay="1100"/>
                                  </p:stCondLst>
                                  <p:childTnLst>
                                    <p:animEffect transition="out" filter="fade">
                                      <p:cBhvr>
                                        <p:cTn id="14" dur="500" tmFilter="0, 0; .2, .5; .8, .5; 1, 0"/>
                                        <p:tgtEl>
                                          <p:spTgt spid="33"/>
                                        </p:tgtEl>
                                      </p:cBhvr>
                                    </p:animEffect>
                                    <p:animScale>
                                      <p:cBhvr>
                                        <p:cTn id="15" dur="250" autoRev="1" fill="hold"/>
                                        <p:tgtEl>
                                          <p:spTgt spid="33"/>
                                        </p:tgtEl>
                                      </p:cBhvr>
                                      <p:by x="105000" y="105000"/>
                                    </p:animScale>
                                  </p:childTnLst>
                                </p:cTn>
                              </p:par>
                              <p:par>
                                <p:cTn id="16" presetID="1" presetClass="emph" presetSubtype="2" fill="hold" nodeType="withEffect">
                                  <p:stCondLst>
                                    <p:cond delay="1200"/>
                                  </p:stCondLst>
                                  <p:childTnLst>
                                    <p:animClr clrSpc="rgb" dir="cw">
                                      <p:cBhvr>
                                        <p:cTn id="17" dur="500" fill="hold"/>
                                        <p:tgtEl>
                                          <p:spTgt spid="31"/>
                                        </p:tgtEl>
                                        <p:attrNameLst>
                                          <p:attrName>fillcolor</p:attrName>
                                        </p:attrNameLst>
                                      </p:cBhvr>
                                      <p:to>
                                        <a:srgbClr val="215E99"/>
                                      </p:to>
                                    </p:animClr>
                                    <p:set>
                                      <p:cBhvr>
                                        <p:cTn id="18" dur="500" fill="hold"/>
                                        <p:tgtEl>
                                          <p:spTgt spid="31"/>
                                        </p:tgtEl>
                                        <p:attrNameLst>
                                          <p:attrName>fill.type</p:attrName>
                                        </p:attrNameLst>
                                      </p:cBhvr>
                                      <p:to>
                                        <p:strVal val="solid"/>
                                      </p:to>
                                    </p:set>
                                    <p:set>
                                      <p:cBhvr>
                                        <p:cTn id="19" dur="500" fill="hold"/>
                                        <p:tgtEl>
                                          <p:spTgt spid="3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3" grpId="1" animBg="1"/>
      <p:bldP spid="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00FAE697-86FD-0819-D602-23D77DAC470E}"/>
              </a:ext>
            </a:extLst>
          </p:cNvPr>
          <p:cNvCxnSpPr>
            <a:cxnSpLocks/>
          </p:cNvCxnSpPr>
          <p:nvPr/>
        </p:nvCxnSpPr>
        <p:spPr>
          <a:xfrm>
            <a:off x="3167743" y="1328057"/>
            <a:ext cx="0" cy="3705956"/>
          </a:xfrm>
          <a:prstGeom prst="line">
            <a:avLst/>
          </a:prstGeom>
        </p:spPr>
        <p:style>
          <a:lnRef idx="1">
            <a:schemeClr val="dk1"/>
          </a:lnRef>
          <a:fillRef idx="0">
            <a:schemeClr val="dk1"/>
          </a:fillRef>
          <a:effectRef idx="0">
            <a:schemeClr val="dk1"/>
          </a:effectRef>
          <a:fontRef idx="minor">
            <a:schemeClr val="tx1"/>
          </a:fontRef>
        </p:style>
      </p:cxnSp>
      <p:grpSp>
        <p:nvGrpSpPr>
          <p:cNvPr id="3" name="グループ化 2">
            <a:extLst>
              <a:ext uri="{FF2B5EF4-FFF2-40B4-BE49-F238E27FC236}">
                <a16:creationId xmlns:a16="http://schemas.microsoft.com/office/drawing/2014/main" id="{41DD37F3-E812-E52B-3FEE-26B50447666E}"/>
              </a:ext>
            </a:extLst>
          </p:cNvPr>
          <p:cNvGrpSpPr/>
          <p:nvPr/>
        </p:nvGrpSpPr>
        <p:grpSpPr>
          <a:xfrm>
            <a:off x="914397" y="377594"/>
            <a:ext cx="9775371" cy="742070"/>
            <a:chOff x="914397" y="377594"/>
            <a:chExt cx="9775371" cy="742070"/>
          </a:xfrm>
        </p:grpSpPr>
        <p:sp>
          <p:nvSpPr>
            <p:cNvPr id="4" name="正方形/長方形 3">
              <a:extLst>
                <a:ext uri="{FF2B5EF4-FFF2-40B4-BE49-F238E27FC236}">
                  <a16:creationId xmlns:a16="http://schemas.microsoft.com/office/drawing/2014/main" id="{D674F9CB-B16D-555F-95DC-80C702A9E5DC}"/>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74BE5831-7D15-9B12-5772-1B80B431535F}"/>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6" name="テキスト ボックス 5">
              <a:extLst>
                <a:ext uri="{FF2B5EF4-FFF2-40B4-BE49-F238E27FC236}">
                  <a16:creationId xmlns:a16="http://schemas.microsoft.com/office/drawing/2014/main" id="{F76AC5E5-0D48-A7C9-D379-3F68DB45A4FD}"/>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7" name="テキスト ボックス 6">
              <a:extLst>
                <a:ext uri="{FF2B5EF4-FFF2-40B4-BE49-F238E27FC236}">
                  <a16:creationId xmlns:a16="http://schemas.microsoft.com/office/drawing/2014/main" id="{7B30C265-DA41-7896-660B-24BE490F89B0}"/>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grpSp>
        <p:nvGrpSpPr>
          <p:cNvPr id="8" name="グループ化 7">
            <a:extLst>
              <a:ext uri="{FF2B5EF4-FFF2-40B4-BE49-F238E27FC236}">
                <a16:creationId xmlns:a16="http://schemas.microsoft.com/office/drawing/2014/main" id="{3BBE2AF2-53FB-2CD9-6610-2D663D2BD2CE}"/>
              </a:ext>
            </a:extLst>
          </p:cNvPr>
          <p:cNvGrpSpPr/>
          <p:nvPr/>
        </p:nvGrpSpPr>
        <p:grpSpPr>
          <a:xfrm>
            <a:off x="3738371" y="1431184"/>
            <a:ext cx="7000755" cy="555171"/>
            <a:chOff x="4207329" y="1666025"/>
            <a:chExt cx="6117768" cy="555171"/>
          </a:xfrm>
        </p:grpSpPr>
        <p:sp>
          <p:nvSpPr>
            <p:cNvPr id="9" name="正方形/長方形 8">
              <a:extLst>
                <a:ext uri="{FF2B5EF4-FFF2-40B4-BE49-F238E27FC236}">
                  <a16:creationId xmlns:a16="http://schemas.microsoft.com/office/drawing/2014/main" id="{70B96481-6507-B5A5-B91D-CA281C2DE7DA}"/>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F8D1DDD2-D19E-473D-C9F8-5882B3C85A30}"/>
                </a:ext>
              </a:extLst>
            </p:cNvPr>
            <p:cNvSpPr txBox="1"/>
            <p:nvPr/>
          </p:nvSpPr>
          <p:spPr>
            <a:xfrm>
              <a:off x="4343399" y="1690076"/>
              <a:ext cx="4223658" cy="461665"/>
            </a:xfrm>
            <a:prstGeom prst="rect">
              <a:avLst/>
            </a:prstGeom>
            <a:noFill/>
            <a:ln>
              <a:noFill/>
            </a:ln>
          </p:spPr>
          <p:txBody>
            <a:bodyPr wrap="square" rtlCol="0">
              <a:spAutoFit/>
            </a:bodyPr>
            <a:lstStyle/>
            <a:p>
              <a:r>
                <a:rPr kumimoji="1" lang="ja-JP" altLang="en-US" sz="2400" b="1" dirty="0"/>
                <a:t>科目情報削除</a:t>
              </a:r>
            </a:p>
          </p:txBody>
        </p:sp>
      </p:grpSp>
      <p:sp>
        <p:nvSpPr>
          <p:cNvPr id="11" name="正方形/長方形 10">
            <a:extLst>
              <a:ext uri="{FF2B5EF4-FFF2-40B4-BE49-F238E27FC236}">
                <a16:creationId xmlns:a16="http://schemas.microsoft.com/office/drawing/2014/main" id="{A757134C-FD0A-945E-99DE-E541DA343A5C}"/>
              </a:ext>
            </a:extLst>
          </p:cNvPr>
          <p:cNvSpPr/>
          <p:nvPr/>
        </p:nvSpPr>
        <p:spPr>
          <a:xfrm>
            <a:off x="963755" y="5509534"/>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96FF66A5-C553-4C12-E7D1-3375A25AC7DA}"/>
              </a:ext>
            </a:extLst>
          </p:cNvPr>
          <p:cNvSpPr txBox="1"/>
          <p:nvPr/>
        </p:nvSpPr>
        <p:spPr>
          <a:xfrm>
            <a:off x="5024127" y="5556482"/>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13" name="テキスト ボックス 12">
            <a:extLst>
              <a:ext uri="{FF2B5EF4-FFF2-40B4-BE49-F238E27FC236}">
                <a16:creationId xmlns:a16="http://schemas.microsoft.com/office/drawing/2014/main" id="{5A1E308B-0252-F35C-85F7-B5AE28EB53E3}"/>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
        <p:nvSpPr>
          <p:cNvPr id="19" name="四角形: 角を丸くする 18">
            <a:extLst>
              <a:ext uri="{FF2B5EF4-FFF2-40B4-BE49-F238E27FC236}">
                <a16:creationId xmlns:a16="http://schemas.microsoft.com/office/drawing/2014/main" id="{FC3AC7EB-22ED-4511-47FD-E091C7FB1C1A}"/>
              </a:ext>
            </a:extLst>
          </p:cNvPr>
          <p:cNvSpPr/>
          <p:nvPr/>
        </p:nvSpPr>
        <p:spPr>
          <a:xfrm>
            <a:off x="4095837" y="2877587"/>
            <a:ext cx="928290" cy="529685"/>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9F7180C1-0926-035E-4CCA-D566491F9B75}"/>
              </a:ext>
            </a:extLst>
          </p:cNvPr>
          <p:cNvSpPr txBox="1"/>
          <p:nvPr/>
        </p:nvSpPr>
        <p:spPr>
          <a:xfrm>
            <a:off x="4240071" y="2976338"/>
            <a:ext cx="639821" cy="338554"/>
          </a:xfrm>
          <a:prstGeom prst="rect">
            <a:avLst/>
          </a:prstGeom>
          <a:noFill/>
        </p:spPr>
        <p:txBody>
          <a:bodyPr wrap="square" rtlCol="0">
            <a:spAutoFit/>
          </a:bodyPr>
          <a:lstStyle/>
          <a:p>
            <a:r>
              <a:rPr kumimoji="1" lang="ja-JP" altLang="en-US" sz="1600" b="1" dirty="0">
                <a:solidFill>
                  <a:schemeClr val="bg1"/>
                </a:solidFill>
              </a:rPr>
              <a:t>削除</a:t>
            </a:r>
          </a:p>
        </p:txBody>
      </p:sp>
      <p:sp>
        <p:nvSpPr>
          <p:cNvPr id="22" name="テキスト ボックス 21">
            <a:extLst>
              <a:ext uri="{FF2B5EF4-FFF2-40B4-BE49-F238E27FC236}">
                <a16:creationId xmlns:a16="http://schemas.microsoft.com/office/drawing/2014/main" id="{341C1E32-A38C-EB33-6C88-DA3AC0DF013D}"/>
              </a:ext>
            </a:extLst>
          </p:cNvPr>
          <p:cNvSpPr txBox="1"/>
          <p:nvPr/>
        </p:nvSpPr>
        <p:spPr>
          <a:xfrm>
            <a:off x="4016829" y="3804098"/>
            <a:ext cx="1937650" cy="369332"/>
          </a:xfrm>
          <a:prstGeom prst="rect">
            <a:avLst/>
          </a:prstGeom>
          <a:noFill/>
        </p:spPr>
        <p:txBody>
          <a:bodyPr wrap="square" rtlCol="0">
            <a:spAutoFit/>
          </a:bodyPr>
          <a:lstStyle/>
          <a:p>
            <a:r>
              <a:rPr kumimoji="1" lang="ja-JP" altLang="en-US" b="1" u="sng" dirty="0">
                <a:solidFill>
                  <a:srgbClr val="4B83DD"/>
                </a:solidFill>
              </a:rPr>
              <a:t>戻る</a:t>
            </a:r>
          </a:p>
        </p:txBody>
      </p:sp>
      <p:sp>
        <p:nvSpPr>
          <p:cNvPr id="24" name="テキスト ボックス 23">
            <a:extLst>
              <a:ext uri="{FF2B5EF4-FFF2-40B4-BE49-F238E27FC236}">
                <a16:creationId xmlns:a16="http://schemas.microsoft.com/office/drawing/2014/main" id="{7F4770A8-34F6-44C7-785A-94490707C80D}"/>
              </a:ext>
            </a:extLst>
          </p:cNvPr>
          <p:cNvSpPr txBox="1"/>
          <p:nvPr/>
        </p:nvSpPr>
        <p:spPr>
          <a:xfrm>
            <a:off x="4016829" y="2188029"/>
            <a:ext cx="5497285" cy="369332"/>
          </a:xfrm>
          <a:prstGeom prst="rect">
            <a:avLst/>
          </a:prstGeom>
          <a:noFill/>
        </p:spPr>
        <p:txBody>
          <a:bodyPr wrap="square" rtlCol="0">
            <a:spAutoFit/>
          </a:bodyPr>
          <a:lstStyle/>
          <a:p>
            <a:r>
              <a:rPr kumimoji="1" lang="ja-JP" altLang="en-US" dirty="0"/>
              <a:t>「</a:t>
            </a:r>
            <a:r>
              <a:rPr lang="ja-JP" altLang="en-US" dirty="0"/>
              <a:t>数学</a:t>
            </a:r>
            <a:r>
              <a:rPr lang="en-US" altLang="ja-JP" dirty="0"/>
              <a:t>Ⅱ</a:t>
            </a:r>
            <a:r>
              <a:rPr kumimoji="1" lang="en-US" altLang="ja-JP" dirty="0"/>
              <a:t>(</a:t>
            </a:r>
            <a:r>
              <a:rPr lang="en-US" altLang="ja-JP" dirty="0"/>
              <a:t>B</a:t>
            </a:r>
            <a:r>
              <a:rPr kumimoji="1" lang="en-US" altLang="ja-JP" dirty="0"/>
              <a:t>02)</a:t>
            </a:r>
            <a:r>
              <a:rPr kumimoji="1" lang="ja-JP" altLang="en-US" dirty="0"/>
              <a:t>」を削除してもよろしいですか</a:t>
            </a:r>
          </a:p>
        </p:txBody>
      </p:sp>
      <p:sp>
        <p:nvSpPr>
          <p:cNvPr id="25" name="矢印: 上 24">
            <a:extLst>
              <a:ext uri="{FF2B5EF4-FFF2-40B4-BE49-F238E27FC236}">
                <a16:creationId xmlns:a16="http://schemas.microsoft.com/office/drawing/2014/main" id="{2A5B1DAE-AA23-2799-685B-C2BBAF16FAD8}"/>
              </a:ext>
            </a:extLst>
          </p:cNvPr>
          <p:cNvSpPr/>
          <p:nvPr/>
        </p:nvSpPr>
        <p:spPr>
          <a:xfrm rot="20889810">
            <a:off x="4437645" y="3164061"/>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6541148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3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700"/>
                                        <p:tgtEl>
                                          <p:spTgt spid="25"/>
                                        </p:tgtEl>
                                      </p:cBhvr>
                                    </p:animEffect>
                                    <p:anim calcmode="lin" valueType="num">
                                      <p:cBhvr>
                                        <p:cTn id="8" dur="700" fill="hold"/>
                                        <p:tgtEl>
                                          <p:spTgt spid="25"/>
                                        </p:tgtEl>
                                        <p:attrNameLst>
                                          <p:attrName>ppt_x</p:attrName>
                                        </p:attrNameLst>
                                      </p:cBhvr>
                                      <p:tavLst>
                                        <p:tav tm="0">
                                          <p:val>
                                            <p:strVal val="#ppt_x"/>
                                          </p:val>
                                        </p:tav>
                                        <p:tav tm="100000">
                                          <p:val>
                                            <p:strVal val="#ppt_x"/>
                                          </p:val>
                                        </p:tav>
                                      </p:tavLst>
                                    </p:anim>
                                    <p:anim calcmode="lin" valueType="num">
                                      <p:cBhvr>
                                        <p:cTn id="9" dur="700" fill="hold"/>
                                        <p:tgtEl>
                                          <p:spTgt spid="2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25"/>
                                        </p:tgtEl>
                                      </p:cBhvr>
                                    </p:animEffect>
                                    <p:animScale>
                                      <p:cBhvr>
                                        <p:cTn id="13" dur="400" autoRev="1" fill="hold"/>
                                        <p:tgtEl>
                                          <p:spTgt spid="25"/>
                                        </p:tgtEl>
                                      </p:cBhvr>
                                      <p:by x="105000" y="105000"/>
                                    </p:animScale>
                                  </p:childTnLst>
                                </p:cTn>
                              </p:par>
                              <p:par>
                                <p:cTn id="14" presetID="30" presetClass="emph" presetSubtype="0" fill="hold" nodeType="withEffect">
                                  <p:stCondLst>
                                    <p:cond delay="0"/>
                                  </p:stCondLst>
                                  <p:childTnLst>
                                    <p:animClr clrSpc="hsl" dir="cw">
                                      <p:cBhvr override="childStyle">
                                        <p:cTn id="15" dur="500" fill="hold"/>
                                        <p:tgtEl>
                                          <p:spTgt spid="19"/>
                                        </p:tgtEl>
                                        <p:attrNameLst>
                                          <p:attrName>style.color</p:attrName>
                                        </p:attrNameLst>
                                      </p:cBhvr>
                                      <p:by>
                                        <p:hsl h="0" s="12549" l="25098"/>
                                      </p:by>
                                    </p:animClr>
                                    <p:animClr clrSpc="hsl" dir="cw">
                                      <p:cBhvr>
                                        <p:cTn id="16" dur="500" fill="hold"/>
                                        <p:tgtEl>
                                          <p:spTgt spid="19"/>
                                        </p:tgtEl>
                                        <p:attrNameLst>
                                          <p:attrName>fillcolor</p:attrName>
                                        </p:attrNameLst>
                                      </p:cBhvr>
                                      <p:by>
                                        <p:hsl h="0" s="12549" l="25098"/>
                                      </p:by>
                                    </p:animClr>
                                    <p:animClr clrSpc="hsl" dir="cw">
                                      <p:cBhvr>
                                        <p:cTn id="17" dur="500" fill="hold"/>
                                        <p:tgtEl>
                                          <p:spTgt spid="19"/>
                                        </p:tgtEl>
                                        <p:attrNameLst>
                                          <p:attrName>stroke.color</p:attrName>
                                        </p:attrNameLst>
                                      </p:cBhvr>
                                      <p:by>
                                        <p:hsl h="0" s="12549" l="25098"/>
                                      </p:by>
                                    </p:animClr>
                                    <p:set>
                                      <p:cBhvr>
                                        <p:cTn id="18" dur="500" fill="hold"/>
                                        <p:tgtEl>
                                          <p:spTgt spid="19"/>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図 29" descr="グラフィカル ユーザー インターフェイス&#10;&#10;自動的に生成された説明">
            <a:extLst>
              <a:ext uri="{FF2B5EF4-FFF2-40B4-BE49-F238E27FC236}">
                <a16:creationId xmlns:a16="http://schemas.microsoft.com/office/drawing/2014/main" id="{C870D4C3-72A6-B3F3-0877-8770F70D05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6" name="矢印: 上 25">
            <a:extLst>
              <a:ext uri="{FF2B5EF4-FFF2-40B4-BE49-F238E27FC236}">
                <a16:creationId xmlns:a16="http://schemas.microsoft.com/office/drawing/2014/main" id="{EFAD2250-4DD8-0EF8-F8E7-425A27384470}"/>
              </a:ext>
            </a:extLst>
          </p:cNvPr>
          <p:cNvSpPr/>
          <p:nvPr/>
        </p:nvSpPr>
        <p:spPr>
          <a:xfrm rot="20889810">
            <a:off x="4985487" y="5129042"/>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2685455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26"/>
                                        </p:tgtEl>
                                      </p:cBhvr>
                                    </p:animEffect>
                                    <p:animScale>
                                      <p:cBhvr>
                                        <p:cTn id="13" dur="400" autoRev="1" fill="hold"/>
                                        <p:tgtEl>
                                          <p:spTgt spid="2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BA4B44D6-036B-D8A1-1736-B6D28C33FE1E}"/>
              </a:ext>
            </a:extLst>
          </p:cNvPr>
          <p:cNvCxnSpPr>
            <a:cxnSpLocks/>
          </p:cNvCxnSpPr>
          <p:nvPr/>
        </p:nvCxnSpPr>
        <p:spPr>
          <a:xfrm>
            <a:off x="3167743" y="1328057"/>
            <a:ext cx="0" cy="3705956"/>
          </a:xfrm>
          <a:prstGeom prst="line">
            <a:avLst/>
          </a:prstGeom>
        </p:spPr>
        <p:style>
          <a:lnRef idx="1">
            <a:schemeClr val="dk1"/>
          </a:lnRef>
          <a:fillRef idx="0">
            <a:schemeClr val="dk1"/>
          </a:fillRef>
          <a:effectRef idx="0">
            <a:schemeClr val="dk1"/>
          </a:effectRef>
          <a:fontRef idx="minor">
            <a:schemeClr val="tx1"/>
          </a:fontRef>
        </p:style>
      </p:cxnSp>
      <p:grpSp>
        <p:nvGrpSpPr>
          <p:cNvPr id="3" name="グループ化 2">
            <a:extLst>
              <a:ext uri="{FF2B5EF4-FFF2-40B4-BE49-F238E27FC236}">
                <a16:creationId xmlns:a16="http://schemas.microsoft.com/office/drawing/2014/main" id="{AF4CE37C-A609-EE46-DD79-E2C3A1A0F0DC}"/>
              </a:ext>
            </a:extLst>
          </p:cNvPr>
          <p:cNvGrpSpPr/>
          <p:nvPr/>
        </p:nvGrpSpPr>
        <p:grpSpPr>
          <a:xfrm>
            <a:off x="914397" y="377594"/>
            <a:ext cx="9775371" cy="742070"/>
            <a:chOff x="914397" y="377594"/>
            <a:chExt cx="9775371" cy="742070"/>
          </a:xfrm>
        </p:grpSpPr>
        <p:sp>
          <p:nvSpPr>
            <p:cNvPr id="4" name="正方形/長方形 3">
              <a:extLst>
                <a:ext uri="{FF2B5EF4-FFF2-40B4-BE49-F238E27FC236}">
                  <a16:creationId xmlns:a16="http://schemas.microsoft.com/office/drawing/2014/main" id="{B301C0C1-1471-E8E8-D155-83952E78F876}"/>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E2FC1A81-86D7-30A5-BB6F-4A7522519BD7}"/>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6" name="テキスト ボックス 5">
              <a:extLst>
                <a:ext uri="{FF2B5EF4-FFF2-40B4-BE49-F238E27FC236}">
                  <a16:creationId xmlns:a16="http://schemas.microsoft.com/office/drawing/2014/main" id="{C71E5FE9-D406-3E57-4729-854623165951}"/>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7" name="テキスト ボックス 6">
              <a:extLst>
                <a:ext uri="{FF2B5EF4-FFF2-40B4-BE49-F238E27FC236}">
                  <a16:creationId xmlns:a16="http://schemas.microsoft.com/office/drawing/2014/main" id="{5D8AAB94-69FF-4A1C-9D74-D02791E960F6}"/>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8" name="テキスト ボックス 7">
            <a:extLst>
              <a:ext uri="{FF2B5EF4-FFF2-40B4-BE49-F238E27FC236}">
                <a16:creationId xmlns:a16="http://schemas.microsoft.com/office/drawing/2014/main" id="{32661058-A022-33FE-4879-149881C2CA34}"/>
              </a:ext>
            </a:extLst>
          </p:cNvPr>
          <p:cNvSpPr txBox="1"/>
          <p:nvPr/>
        </p:nvSpPr>
        <p:spPr>
          <a:xfrm>
            <a:off x="7903029" y="2128598"/>
            <a:ext cx="2836091" cy="338554"/>
          </a:xfrm>
          <a:prstGeom prst="rect">
            <a:avLst/>
          </a:prstGeom>
          <a:noFill/>
        </p:spPr>
        <p:txBody>
          <a:bodyPr wrap="square" rtlCol="0">
            <a:spAutoFit/>
          </a:bodyPr>
          <a:lstStyle/>
          <a:p>
            <a:r>
              <a:rPr kumimoji="1" lang="ja-JP" altLang="en-US" sz="1600" b="1" u="sng" dirty="0">
                <a:solidFill>
                  <a:srgbClr val="4B83DD"/>
                </a:solidFill>
              </a:rPr>
              <a:t>番号登録</a:t>
            </a:r>
            <a:r>
              <a:rPr kumimoji="1" lang="ja-JP" altLang="en-US" sz="1600" b="1" dirty="0">
                <a:solidFill>
                  <a:srgbClr val="4B83DD"/>
                </a:solidFill>
              </a:rPr>
              <a:t>　　　</a:t>
            </a:r>
            <a:r>
              <a:rPr kumimoji="1" lang="ja-JP" altLang="en-US" sz="1600" b="1" u="sng" dirty="0">
                <a:solidFill>
                  <a:srgbClr val="4B83DD"/>
                </a:solidFill>
              </a:rPr>
              <a:t>番号削除</a:t>
            </a:r>
          </a:p>
        </p:txBody>
      </p:sp>
      <p:grpSp>
        <p:nvGrpSpPr>
          <p:cNvPr id="9" name="グループ化 8">
            <a:extLst>
              <a:ext uri="{FF2B5EF4-FFF2-40B4-BE49-F238E27FC236}">
                <a16:creationId xmlns:a16="http://schemas.microsoft.com/office/drawing/2014/main" id="{DFC80445-3B9D-7BB8-2431-0E5662BC9CE3}"/>
              </a:ext>
            </a:extLst>
          </p:cNvPr>
          <p:cNvGrpSpPr/>
          <p:nvPr/>
        </p:nvGrpSpPr>
        <p:grpSpPr>
          <a:xfrm>
            <a:off x="3738371" y="1431184"/>
            <a:ext cx="7000755" cy="555171"/>
            <a:chOff x="4207329" y="1666025"/>
            <a:chExt cx="6117768" cy="555171"/>
          </a:xfrm>
        </p:grpSpPr>
        <p:sp>
          <p:nvSpPr>
            <p:cNvPr id="10" name="正方形/長方形 9">
              <a:extLst>
                <a:ext uri="{FF2B5EF4-FFF2-40B4-BE49-F238E27FC236}">
                  <a16:creationId xmlns:a16="http://schemas.microsoft.com/office/drawing/2014/main" id="{48331B9B-4457-E9FF-73E1-12A8E94B3424}"/>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54A6EE42-C869-95C1-EDFD-A5E287382908}"/>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クラス管理</a:t>
              </a:r>
              <a:endParaRPr kumimoji="1" lang="ja-JP" altLang="en-US" sz="2400" b="1" dirty="0"/>
            </a:p>
          </p:txBody>
        </p:sp>
      </p:grpSp>
      <p:sp>
        <p:nvSpPr>
          <p:cNvPr id="17" name="正方形/長方形 16">
            <a:extLst>
              <a:ext uri="{FF2B5EF4-FFF2-40B4-BE49-F238E27FC236}">
                <a16:creationId xmlns:a16="http://schemas.microsoft.com/office/drawing/2014/main" id="{8D0C6D4F-77D9-261A-26F1-5C9B71A5FC2E}"/>
              </a:ext>
            </a:extLst>
          </p:cNvPr>
          <p:cNvSpPr/>
          <p:nvPr/>
        </p:nvSpPr>
        <p:spPr>
          <a:xfrm>
            <a:off x="963755" y="5509534"/>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AC78F067-0B1F-AA02-6057-33BEFCFB3B53}"/>
              </a:ext>
            </a:extLst>
          </p:cNvPr>
          <p:cNvSpPr txBox="1"/>
          <p:nvPr/>
        </p:nvSpPr>
        <p:spPr>
          <a:xfrm>
            <a:off x="5024127" y="5556482"/>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22" name="テキスト ボックス 21">
            <a:extLst>
              <a:ext uri="{FF2B5EF4-FFF2-40B4-BE49-F238E27FC236}">
                <a16:creationId xmlns:a16="http://schemas.microsoft.com/office/drawing/2014/main" id="{F37B116F-32A1-A0A8-6BFB-2322905860DA}"/>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graphicFrame>
        <p:nvGraphicFramePr>
          <p:cNvPr id="24" name="表 23">
            <a:extLst>
              <a:ext uri="{FF2B5EF4-FFF2-40B4-BE49-F238E27FC236}">
                <a16:creationId xmlns:a16="http://schemas.microsoft.com/office/drawing/2014/main" id="{38039655-DB10-AC6F-AA85-A804295800AF}"/>
              </a:ext>
            </a:extLst>
          </p:cNvPr>
          <p:cNvGraphicFramePr>
            <a:graphicFrameLocks noGrp="1"/>
          </p:cNvGraphicFramePr>
          <p:nvPr>
            <p:extLst>
              <p:ext uri="{D42A27DB-BD31-4B8C-83A1-F6EECF244321}">
                <p14:modId xmlns:p14="http://schemas.microsoft.com/office/powerpoint/2010/main" val="3777127647"/>
              </p:ext>
            </p:extLst>
          </p:nvPr>
        </p:nvGraphicFramePr>
        <p:xfrm>
          <a:off x="3291114" y="2956784"/>
          <a:ext cx="7855855" cy="1832928"/>
        </p:xfrm>
        <a:graphic>
          <a:graphicData uri="http://schemas.openxmlformats.org/drawingml/2006/table">
            <a:tbl>
              <a:tblPr firstRow="1" bandRow="1">
                <a:tableStyleId>{00A15C55-8517-42AA-B614-E9B94910E393}</a:tableStyleId>
              </a:tblPr>
              <a:tblGrid>
                <a:gridCol w="1367972">
                  <a:extLst>
                    <a:ext uri="{9D8B030D-6E8A-4147-A177-3AD203B41FA5}">
                      <a16:colId xmlns:a16="http://schemas.microsoft.com/office/drawing/2014/main" val="1169930792"/>
                    </a:ext>
                  </a:extLst>
                </a:gridCol>
                <a:gridCol w="1774370">
                  <a:extLst>
                    <a:ext uri="{9D8B030D-6E8A-4147-A177-3AD203B41FA5}">
                      <a16:colId xmlns:a16="http://schemas.microsoft.com/office/drawing/2014/main" val="3416825447"/>
                    </a:ext>
                  </a:extLst>
                </a:gridCol>
                <a:gridCol w="1571171">
                  <a:extLst>
                    <a:ext uri="{9D8B030D-6E8A-4147-A177-3AD203B41FA5}">
                      <a16:colId xmlns:a16="http://schemas.microsoft.com/office/drawing/2014/main" val="1024237340"/>
                    </a:ext>
                  </a:extLst>
                </a:gridCol>
                <a:gridCol w="2108202">
                  <a:extLst>
                    <a:ext uri="{9D8B030D-6E8A-4147-A177-3AD203B41FA5}">
                      <a16:colId xmlns:a16="http://schemas.microsoft.com/office/drawing/2014/main" val="3990386928"/>
                    </a:ext>
                  </a:extLst>
                </a:gridCol>
                <a:gridCol w="1034140">
                  <a:extLst>
                    <a:ext uri="{9D8B030D-6E8A-4147-A177-3AD203B41FA5}">
                      <a16:colId xmlns:a16="http://schemas.microsoft.com/office/drawing/2014/main" val="1746375304"/>
                    </a:ext>
                  </a:extLst>
                </a:gridCol>
              </a:tblGrid>
              <a:tr h="458232">
                <a:tc>
                  <a:txBody>
                    <a:bodyPr/>
                    <a:lstStyle/>
                    <a:p>
                      <a:pPr algn="ctr"/>
                      <a:r>
                        <a:rPr kumimoji="1" lang="ja-JP" altLang="en-US" dirty="0"/>
                        <a:t>年度</a:t>
                      </a:r>
                    </a:p>
                  </a:txBody>
                  <a:tcPr>
                    <a:solidFill>
                      <a:srgbClr val="34A3FE"/>
                    </a:solidFill>
                  </a:tcPr>
                </a:tc>
                <a:tc>
                  <a:txBody>
                    <a:bodyPr/>
                    <a:lstStyle/>
                    <a:p>
                      <a:pPr algn="ctr"/>
                      <a:r>
                        <a:rPr kumimoji="1" lang="ja-JP" altLang="en-US" dirty="0"/>
                        <a:t>クラス番号</a:t>
                      </a:r>
                    </a:p>
                  </a:txBody>
                  <a:tcPr>
                    <a:solidFill>
                      <a:srgbClr val="34A3FE"/>
                    </a:solidFill>
                  </a:tcPr>
                </a:tc>
                <a:tc>
                  <a:txBody>
                    <a:bodyPr/>
                    <a:lstStyle/>
                    <a:p>
                      <a:pPr algn="ctr"/>
                      <a:r>
                        <a:rPr kumimoji="1" lang="ja-JP" altLang="en-US" dirty="0"/>
                        <a:t>専攻科目</a:t>
                      </a:r>
                    </a:p>
                  </a:txBody>
                  <a:tcPr>
                    <a:solidFill>
                      <a:srgbClr val="34A3FE"/>
                    </a:solidFill>
                  </a:tcPr>
                </a:tc>
                <a:tc>
                  <a:txBody>
                    <a:bodyPr/>
                    <a:lstStyle/>
                    <a:p>
                      <a:pPr algn="ctr"/>
                      <a:r>
                        <a:rPr kumimoji="1" lang="ja-JP" altLang="en-US" dirty="0"/>
                        <a:t>担任教師</a:t>
                      </a:r>
                    </a:p>
                  </a:txBody>
                  <a:tcPr>
                    <a:solidFill>
                      <a:srgbClr val="34A3FE"/>
                    </a:solidFill>
                  </a:tcPr>
                </a:tc>
                <a:tc>
                  <a:txBody>
                    <a:bodyPr/>
                    <a:lstStyle/>
                    <a:p>
                      <a:endParaRPr kumimoji="1" lang="ja-JP" altLang="en-US" dirty="0"/>
                    </a:p>
                  </a:txBody>
                  <a:tcPr>
                    <a:solidFill>
                      <a:srgbClr val="34A3FE"/>
                    </a:solidFill>
                  </a:tcPr>
                </a:tc>
                <a:extLst>
                  <a:ext uri="{0D108BD9-81ED-4DB2-BD59-A6C34878D82A}">
                    <a16:rowId xmlns:a16="http://schemas.microsoft.com/office/drawing/2014/main" val="2382842977"/>
                  </a:ext>
                </a:extLst>
              </a:tr>
              <a:tr h="458232">
                <a:tc>
                  <a:txBody>
                    <a:bodyPr/>
                    <a:lstStyle/>
                    <a:p>
                      <a:pPr algn="ctr"/>
                      <a:r>
                        <a:rPr kumimoji="1" lang="en-US" altLang="ja-JP" dirty="0"/>
                        <a:t>2023</a:t>
                      </a:r>
                      <a:endParaRPr kumimoji="1" lang="ja-JP" altLang="en-US" dirty="0"/>
                    </a:p>
                  </a:txBody>
                  <a:tcPr>
                    <a:solidFill>
                      <a:schemeClr val="bg2"/>
                    </a:solidFill>
                  </a:tcPr>
                </a:tc>
                <a:tc>
                  <a:txBody>
                    <a:bodyPr/>
                    <a:lstStyle/>
                    <a:p>
                      <a:pPr algn="ctr"/>
                      <a:r>
                        <a:rPr kumimoji="1" lang="en-US" altLang="ja-JP" dirty="0"/>
                        <a:t>203</a:t>
                      </a:r>
                      <a:endParaRPr kumimoji="1" lang="ja-JP" altLang="en-US" dirty="0"/>
                    </a:p>
                  </a:txBody>
                  <a:tcPr>
                    <a:solidFill>
                      <a:schemeClr val="bg2"/>
                    </a:solidFill>
                  </a:tcPr>
                </a:tc>
                <a:tc>
                  <a:txBody>
                    <a:bodyPr/>
                    <a:lstStyle/>
                    <a:p>
                      <a:pPr algn="ctr"/>
                      <a:r>
                        <a:rPr kumimoji="1" lang="ja-JP" altLang="en-US" dirty="0"/>
                        <a:t>基本情報</a:t>
                      </a:r>
                    </a:p>
                  </a:txBody>
                  <a:tcPr>
                    <a:solidFill>
                      <a:schemeClr val="bg2"/>
                    </a:solidFill>
                  </a:tcPr>
                </a:tc>
                <a:tc>
                  <a:txBody>
                    <a:bodyPr/>
                    <a:lstStyle/>
                    <a:p>
                      <a:pPr algn="ctr"/>
                      <a:r>
                        <a:rPr kumimoji="1" lang="ja-JP" altLang="en-US" dirty="0"/>
                        <a:t>大原花子</a:t>
                      </a:r>
                    </a:p>
                  </a:txBody>
                  <a:tcPr>
                    <a:solidFill>
                      <a:schemeClr val="bg2"/>
                    </a:solidFill>
                  </a:tcPr>
                </a:tc>
                <a:tc>
                  <a:txBody>
                    <a:bodyPr/>
                    <a:lstStyle/>
                    <a:p>
                      <a:endParaRPr kumimoji="1" lang="ja-JP" altLang="en-US" dirty="0"/>
                    </a:p>
                  </a:txBody>
                  <a:tcPr>
                    <a:solidFill>
                      <a:schemeClr val="bg2"/>
                    </a:solidFill>
                  </a:tcPr>
                </a:tc>
                <a:extLst>
                  <a:ext uri="{0D108BD9-81ED-4DB2-BD59-A6C34878D82A}">
                    <a16:rowId xmlns:a16="http://schemas.microsoft.com/office/drawing/2014/main" val="2630282058"/>
                  </a:ext>
                </a:extLst>
              </a:tr>
              <a:tr h="458232">
                <a:tc>
                  <a:txBody>
                    <a:bodyPr/>
                    <a:lstStyle/>
                    <a:p>
                      <a:pPr algn="ctr"/>
                      <a:r>
                        <a:rPr kumimoji="1" lang="en-US" altLang="ja-JP" dirty="0"/>
                        <a:t>2024</a:t>
                      </a:r>
                      <a:endParaRPr kumimoji="1" lang="ja-JP" altLang="en-US" dirty="0"/>
                    </a:p>
                  </a:txBody>
                  <a:tcPr>
                    <a:solidFill>
                      <a:schemeClr val="bg1">
                        <a:lumMod val="95000"/>
                      </a:schemeClr>
                    </a:solidFill>
                  </a:tcPr>
                </a:tc>
                <a:tc>
                  <a:txBody>
                    <a:bodyPr/>
                    <a:lstStyle/>
                    <a:p>
                      <a:pPr algn="ctr"/>
                      <a:r>
                        <a:rPr kumimoji="1" lang="en-US" altLang="ja-JP" dirty="0"/>
                        <a:t>203</a:t>
                      </a:r>
                      <a:endParaRPr kumimoji="1" lang="ja-JP" altLang="en-US" dirty="0"/>
                    </a:p>
                  </a:txBody>
                  <a:tcPr>
                    <a:solidFill>
                      <a:schemeClr val="bg1">
                        <a:lumMod val="95000"/>
                      </a:schemeClr>
                    </a:solidFill>
                  </a:tcPr>
                </a:tc>
                <a:tc>
                  <a:txBody>
                    <a:bodyPr/>
                    <a:lstStyle/>
                    <a:p>
                      <a:pPr algn="ctr"/>
                      <a:r>
                        <a:rPr kumimoji="1" lang="en-US" altLang="ja-JP" dirty="0"/>
                        <a:t>AI</a:t>
                      </a:r>
                      <a:endParaRPr kumimoji="1" lang="ja-JP" altLang="en-US" dirty="0"/>
                    </a:p>
                  </a:txBody>
                  <a:tcPr>
                    <a:solidFill>
                      <a:schemeClr val="bg1">
                        <a:lumMod val="95000"/>
                      </a:schemeClr>
                    </a:solidFill>
                  </a:tcPr>
                </a:tc>
                <a:tc>
                  <a:txBody>
                    <a:bodyPr/>
                    <a:lstStyle/>
                    <a:p>
                      <a:pPr algn="ctr"/>
                      <a:r>
                        <a:rPr kumimoji="1" lang="ja-JP" altLang="en-US" dirty="0"/>
                        <a:t>大原太郎</a:t>
                      </a:r>
                    </a:p>
                  </a:txBody>
                  <a:tcPr>
                    <a:solidFill>
                      <a:schemeClr val="bg1">
                        <a:lumMod val="95000"/>
                      </a:schemeClr>
                    </a:solidFill>
                  </a:tcPr>
                </a:tc>
                <a:tc>
                  <a:txBody>
                    <a:bodyPr/>
                    <a:lstStyle/>
                    <a:p>
                      <a:endParaRPr kumimoji="1" lang="ja-JP" altLang="en-US" dirty="0"/>
                    </a:p>
                  </a:txBody>
                  <a:tcPr>
                    <a:solidFill>
                      <a:schemeClr val="bg1">
                        <a:lumMod val="95000"/>
                      </a:schemeClr>
                    </a:solidFill>
                  </a:tcPr>
                </a:tc>
                <a:extLst>
                  <a:ext uri="{0D108BD9-81ED-4DB2-BD59-A6C34878D82A}">
                    <a16:rowId xmlns:a16="http://schemas.microsoft.com/office/drawing/2014/main" val="3156237550"/>
                  </a:ext>
                </a:extLst>
              </a:tr>
              <a:tr h="458232">
                <a:tc>
                  <a:txBody>
                    <a:bodyPr/>
                    <a:lstStyle/>
                    <a:p>
                      <a:pPr algn="ctr"/>
                      <a:r>
                        <a:rPr kumimoji="1" lang="en-US" altLang="ja-JP" dirty="0"/>
                        <a:t>2025</a:t>
                      </a:r>
                      <a:endParaRPr kumimoji="1" lang="ja-JP" altLang="en-US" dirty="0"/>
                    </a:p>
                  </a:txBody>
                  <a:tcPr>
                    <a:solidFill>
                      <a:schemeClr val="bg2"/>
                    </a:solidFill>
                  </a:tcPr>
                </a:tc>
                <a:tc>
                  <a:txBody>
                    <a:bodyPr/>
                    <a:lstStyle/>
                    <a:p>
                      <a:pPr algn="ctr"/>
                      <a:r>
                        <a:rPr kumimoji="1" lang="en-US" altLang="ja-JP" dirty="0"/>
                        <a:t>203</a:t>
                      </a:r>
                      <a:endParaRPr kumimoji="1" lang="ja-JP" altLang="en-US" dirty="0"/>
                    </a:p>
                  </a:txBody>
                  <a:tcPr>
                    <a:solidFill>
                      <a:schemeClr val="bg2"/>
                    </a:solidFill>
                  </a:tcPr>
                </a:tc>
                <a:tc>
                  <a:txBody>
                    <a:bodyPr/>
                    <a:lstStyle/>
                    <a:p>
                      <a:pPr algn="ctr"/>
                      <a:r>
                        <a:rPr kumimoji="1" lang="ja-JP" altLang="en-US" dirty="0"/>
                        <a:t>ー</a:t>
                      </a:r>
                    </a:p>
                  </a:txBody>
                  <a:tcPr>
                    <a:solidFill>
                      <a:schemeClr val="bg2"/>
                    </a:solidFill>
                  </a:tcPr>
                </a:tc>
                <a:tc>
                  <a:txBody>
                    <a:bodyPr/>
                    <a:lstStyle/>
                    <a:p>
                      <a:pPr algn="ctr"/>
                      <a:r>
                        <a:rPr kumimoji="1" lang="ja-JP" altLang="en-US" dirty="0"/>
                        <a:t>ー</a:t>
                      </a:r>
                    </a:p>
                  </a:txBody>
                  <a:tcPr>
                    <a:solidFill>
                      <a:schemeClr val="bg2"/>
                    </a:solidFill>
                  </a:tcPr>
                </a:tc>
                <a:tc>
                  <a:txBody>
                    <a:bodyPr/>
                    <a:lstStyle/>
                    <a:p>
                      <a:endParaRPr kumimoji="1" lang="ja-JP" altLang="en-US" dirty="0"/>
                    </a:p>
                  </a:txBody>
                  <a:tcPr>
                    <a:solidFill>
                      <a:schemeClr val="bg2"/>
                    </a:solidFill>
                  </a:tcPr>
                </a:tc>
                <a:extLst>
                  <a:ext uri="{0D108BD9-81ED-4DB2-BD59-A6C34878D82A}">
                    <a16:rowId xmlns:a16="http://schemas.microsoft.com/office/drawing/2014/main" val="232465615"/>
                  </a:ext>
                </a:extLst>
              </a:tr>
            </a:tbl>
          </a:graphicData>
        </a:graphic>
      </p:graphicFrame>
      <p:sp>
        <p:nvSpPr>
          <p:cNvPr id="25" name="テキスト ボックス 24">
            <a:extLst>
              <a:ext uri="{FF2B5EF4-FFF2-40B4-BE49-F238E27FC236}">
                <a16:creationId xmlns:a16="http://schemas.microsoft.com/office/drawing/2014/main" id="{EE52F9D6-B3B8-B4B6-D23D-43E19D9590CB}"/>
              </a:ext>
            </a:extLst>
          </p:cNvPr>
          <p:cNvSpPr txBox="1"/>
          <p:nvPr/>
        </p:nvSpPr>
        <p:spPr>
          <a:xfrm>
            <a:off x="10300424" y="3486763"/>
            <a:ext cx="658948" cy="338554"/>
          </a:xfrm>
          <a:prstGeom prst="rect">
            <a:avLst/>
          </a:prstGeom>
          <a:noFill/>
        </p:spPr>
        <p:txBody>
          <a:bodyPr wrap="square" rtlCol="0">
            <a:spAutoFit/>
          </a:bodyPr>
          <a:lstStyle/>
          <a:p>
            <a:pPr algn="ctr"/>
            <a:r>
              <a:rPr kumimoji="1" lang="ja-JP" altLang="en-US" sz="1600" b="1" u="sng" dirty="0">
                <a:solidFill>
                  <a:srgbClr val="4B83DD"/>
                </a:solidFill>
              </a:rPr>
              <a:t>編集</a:t>
            </a:r>
          </a:p>
        </p:txBody>
      </p:sp>
      <p:sp>
        <p:nvSpPr>
          <p:cNvPr id="26" name="テキスト ボックス 25">
            <a:extLst>
              <a:ext uri="{FF2B5EF4-FFF2-40B4-BE49-F238E27FC236}">
                <a16:creationId xmlns:a16="http://schemas.microsoft.com/office/drawing/2014/main" id="{030889D5-BDB6-EDD6-631F-FB0B1DA7CACC}"/>
              </a:ext>
            </a:extLst>
          </p:cNvPr>
          <p:cNvSpPr txBox="1"/>
          <p:nvPr/>
        </p:nvSpPr>
        <p:spPr>
          <a:xfrm>
            <a:off x="10300424" y="3910111"/>
            <a:ext cx="658948" cy="338554"/>
          </a:xfrm>
          <a:prstGeom prst="rect">
            <a:avLst/>
          </a:prstGeom>
          <a:noFill/>
        </p:spPr>
        <p:txBody>
          <a:bodyPr wrap="square" rtlCol="0">
            <a:spAutoFit/>
          </a:bodyPr>
          <a:lstStyle/>
          <a:p>
            <a:pPr algn="ctr"/>
            <a:r>
              <a:rPr kumimoji="1" lang="ja-JP" altLang="en-US" sz="1600" b="1" u="sng" dirty="0">
                <a:solidFill>
                  <a:srgbClr val="4B83DD"/>
                </a:solidFill>
              </a:rPr>
              <a:t>編集</a:t>
            </a:r>
          </a:p>
        </p:txBody>
      </p:sp>
      <p:sp>
        <p:nvSpPr>
          <p:cNvPr id="27" name="テキスト ボックス 26">
            <a:extLst>
              <a:ext uri="{FF2B5EF4-FFF2-40B4-BE49-F238E27FC236}">
                <a16:creationId xmlns:a16="http://schemas.microsoft.com/office/drawing/2014/main" id="{60E20D62-2FA8-44BE-E7A8-C47B5D8A7764}"/>
              </a:ext>
            </a:extLst>
          </p:cNvPr>
          <p:cNvSpPr txBox="1"/>
          <p:nvPr/>
        </p:nvSpPr>
        <p:spPr>
          <a:xfrm>
            <a:off x="10300424" y="4407934"/>
            <a:ext cx="658948" cy="338554"/>
          </a:xfrm>
          <a:prstGeom prst="rect">
            <a:avLst/>
          </a:prstGeom>
          <a:noFill/>
        </p:spPr>
        <p:txBody>
          <a:bodyPr wrap="square" rtlCol="0">
            <a:spAutoFit/>
          </a:bodyPr>
          <a:lstStyle/>
          <a:p>
            <a:pPr algn="ctr"/>
            <a:r>
              <a:rPr kumimoji="1" lang="ja-JP" altLang="en-US" sz="1600" b="1" u="sng" dirty="0">
                <a:solidFill>
                  <a:srgbClr val="4B83DD"/>
                </a:solidFill>
              </a:rPr>
              <a:t>編集</a:t>
            </a:r>
          </a:p>
        </p:txBody>
      </p:sp>
      <p:sp>
        <p:nvSpPr>
          <p:cNvPr id="28" name="矢印: 上 27">
            <a:extLst>
              <a:ext uri="{FF2B5EF4-FFF2-40B4-BE49-F238E27FC236}">
                <a16:creationId xmlns:a16="http://schemas.microsoft.com/office/drawing/2014/main" id="{921675EA-2D67-5590-830D-45D98B64CF9C}"/>
              </a:ext>
            </a:extLst>
          </p:cNvPr>
          <p:cNvSpPr/>
          <p:nvPr/>
        </p:nvSpPr>
        <p:spPr>
          <a:xfrm rot="20889810">
            <a:off x="8279645" y="2269963"/>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 角を丸くする 28">
            <a:extLst>
              <a:ext uri="{FF2B5EF4-FFF2-40B4-BE49-F238E27FC236}">
                <a16:creationId xmlns:a16="http://schemas.microsoft.com/office/drawing/2014/main" id="{57AD6A10-EC2B-1D98-780A-C69A07BE8D68}"/>
              </a:ext>
            </a:extLst>
          </p:cNvPr>
          <p:cNvSpPr/>
          <p:nvPr/>
        </p:nvSpPr>
        <p:spPr>
          <a:xfrm>
            <a:off x="4615180" y="2297875"/>
            <a:ext cx="920206" cy="29629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0BEA1B03-9631-AC42-13E5-AF865A7FF81C}"/>
              </a:ext>
            </a:extLst>
          </p:cNvPr>
          <p:cNvSpPr txBox="1"/>
          <p:nvPr/>
        </p:nvSpPr>
        <p:spPr>
          <a:xfrm>
            <a:off x="3747953" y="2261355"/>
            <a:ext cx="1139007" cy="369332"/>
          </a:xfrm>
          <a:prstGeom prst="rect">
            <a:avLst/>
          </a:prstGeom>
          <a:noFill/>
        </p:spPr>
        <p:txBody>
          <a:bodyPr wrap="square" rtlCol="0">
            <a:spAutoFit/>
          </a:bodyPr>
          <a:lstStyle/>
          <a:p>
            <a:r>
              <a:rPr kumimoji="1" lang="ja-JP" altLang="en-US" dirty="0"/>
              <a:t>年度：</a:t>
            </a:r>
          </a:p>
        </p:txBody>
      </p:sp>
      <p:cxnSp>
        <p:nvCxnSpPr>
          <p:cNvPr id="31" name="直線コネクタ 30">
            <a:extLst>
              <a:ext uri="{FF2B5EF4-FFF2-40B4-BE49-F238E27FC236}">
                <a16:creationId xmlns:a16="http://schemas.microsoft.com/office/drawing/2014/main" id="{87788323-2D95-7FBA-C5D0-7C51173EBE7C}"/>
              </a:ext>
            </a:extLst>
          </p:cNvPr>
          <p:cNvCxnSpPr>
            <a:cxnSpLocks/>
          </p:cNvCxnSpPr>
          <p:nvPr/>
        </p:nvCxnSpPr>
        <p:spPr>
          <a:xfrm>
            <a:off x="4776517" y="2467152"/>
            <a:ext cx="456288"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710412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28"/>
                                        </p:tgtEl>
                                      </p:cBhvr>
                                    </p:animEffect>
                                    <p:animScale>
                                      <p:cBhvr>
                                        <p:cTn id="13" dur="400" autoRev="1" fill="hold"/>
                                        <p:tgtEl>
                                          <p:spTgt spid="2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8"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5DDEB984-A52F-2B91-AF17-5977A8229AA5}"/>
              </a:ext>
            </a:extLst>
          </p:cNvPr>
          <p:cNvCxnSpPr>
            <a:cxnSpLocks/>
          </p:cNvCxnSpPr>
          <p:nvPr/>
        </p:nvCxnSpPr>
        <p:spPr>
          <a:xfrm>
            <a:off x="3186993" y="1431184"/>
            <a:ext cx="0" cy="3670205"/>
          </a:xfrm>
          <a:prstGeom prst="line">
            <a:avLst/>
          </a:prstGeom>
        </p:spPr>
        <p:style>
          <a:lnRef idx="1">
            <a:schemeClr val="dk1"/>
          </a:lnRef>
          <a:fillRef idx="0">
            <a:schemeClr val="dk1"/>
          </a:fillRef>
          <a:effectRef idx="0">
            <a:schemeClr val="dk1"/>
          </a:effectRef>
          <a:fontRef idx="minor">
            <a:schemeClr val="tx1"/>
          </a:fontRef>
        </p:style>
      </p:cxnSp>
      <p:grpSp>
        <p:nvGrpSpPr>
          <p:cNvPr id="3" name="グループ化 2">
            <a:extLst>
              <a:ext uri="{FF2B5EF4-FFF2-40B4-BE49-F238E27FC236}">
                <a16:creationId xmlns:a16="http://schemas.microsoft.com/office/drawing/2014/main" id="{D71A5040-33B0-140A-9C9D-77CA3DE735A9}"/>
              </a:ext>
            </a:extLst>
          </p:cNvPr>
          <p:cNvGrpSpPr/>
          <p:nvPr/>
        </p:nvGrpSpPr>
        <p:grpSpPr>
          <a:xfrm>
            <a:off x="3738371" y="1431184"/>
            <a:ext cx="7000755" cy="555171"/>
            <a:chOff x="4207329" y="1666025"/>
            <a:chExt cx="6117768" cy="555171"/>
          </a:xfrm>
        </p:grpSpPr>
        <p:sp>
          <p:nvSpPr>
            <p:cNvPr id="4" name="正方形/長方形 3">
              <a:extLst>
                <a:ext uri="{FF2B5EF4-FFF2-40B4-BE49-F238E27FC236}">
                  <a16:creationId xmlns:a16="http://schemas.microsoft.com/office/drawing/2014/main" id="{51C2BB83-A947-ED1E-E328-EE4A0935A5BB}"/>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テキスト ボックス 4">
              <a:extLst>
                <a:ext uri="{FF2B5EF4-FFF2-40B4-BE49-F238E27FC236}">
                  <a16:creationId xmlns:a16="http://schemas.microsoft.com/office/drawing/2014/main" id="{29A73221-1575-A0B0-5B79-9149487AFE92}"/>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クラス情報登録</a:t>
              </a:r>
              <a:endParaRPr lang="en-US" altLang="ja-JP" sz="2400" b="1" dirty="0"/>
            </a:p>
          </p:txBody>
        </p:sp>
      </p:grpSp>
      <p:grpSp>
        <p:nvGrpSpPr>
          <p:cNvPr id="6" name="グループ化 5">
            <a:extLst>
              <a:ext uri="{FF2B5EF4-FFF2-40B4-BE49-F238E27FC236}">
                <a16:creationId xmlns:a16="http://schemas.microsoft.com/office/drawing/2014/main" id="{4D367B73-8D95-FEF6-035E-EE9868FFFB5B}"/>
              </a:ext>
            </a:extLst>
          </p:cNvPr>
          <p:cNvGrpSpPr/>
          <p:nvPr/>
        </p:nvGrpSpPr>
        <p:grpSpPr>
          <a:xfrm>
            <a:off x="914397" y="377594"/>
            <a:ext cx="9775371" cy="742070"/>
            <a:chOff x="914397" y="377594"/>
            <a:chExt cx="9775371" cy="742070"/>
          </a:xfrm>
        </p:grpSpPr>
        <p:sp>
          <p:nvSpPr>
            <p:cNvPr id="7" name="正方形/長方形 6">
              <a:extLst>
                <a:ext uri="{FF2B5EF4-FFF2-40B4-BE49-F238E27FC236}">
                  <a16:creationId xmlns:a16="http://schemas.microsoft.com/office/drawing/2014/main" id="{00B27DD4-6F62-1DDE-E509-A1B659AB63EA}"/>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052AA92B-FB8F-7269-F1FA-212D55C3D7C9}"/>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9" name="テキスト ボックス 8">
              <a:extLst>
                <a:ext uri="{FF2B5EF4-FFF2-40B4-BE49-F238E27FC236}">
                  <a16:creationId xmlns:a16="http://schemas.microsoft.com/office/drawing/2014/main" id="{CD4A151B-F865-A361-D1C2-7CB45799D850}"/>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10" name="テキスト ボックス 9">
              <a:extLst>
                <a:ext uri="{FF2B5EF4-FFF2-40B4-BE49-F238E27FC236}">
                  <a16:creationId xmlns:a16="http://schemas.microsoft.com/office/drawing/2014/main" id="{F5BCC25F-20F0-0B39-8E5B-2B231DB74A24}"/>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12" name="テキスト ボックス 11">
            <a:extLst>
              <a:ext uri="{FF2B5EF4-FFF2-40B4-BE49-F238E27FC236}">
                <a16:creationId xmlns:a16="http://schemas.microsoft.com/office/drawing/2014/main" id="{8AE0A924-D405-95C9-17C5-EE7085B27B55}"/>
              </a:ext>
            </a:extLst>
          </p:cNvPr>
          <p:cNvSpPr txBox="1"/>
          <p:nvPr/>
        </p:nvSpPr>
        <p:spPr>
          <a:xfrm>
            <a:off x="3787543" y="2104068"/>
            <a:ext cx="1640446" cy="369332"/>
          </a:xfrm>
          <a:prstGeom prst="rect">
            <a:avLst/>
          </a:prstGeom>
          <a:noFill/>
        </p:spPr>
        <p:txBody>
          <a:bodyPr wrap="square" rtlCol="0">
            <a:spAutoFit/>
          </a:bodyPr>
          <a:lstStyle/>
          <a:p>
            <a:r>
              <a:rPr lang="ja-JP" altLang="en-US" dirty="0"/>
              <a:t>クラス番号</a:t>
            </a:r>
            <a:endParaRPr kumimoji="1" lang="ja-JP" altLang="en-US" dirty="0"/>
          </a:p>
        </p:txBody>
      </p:sp>
      <p:sp>
        <p:nvSpPr>
          <p:cNvPr id="14" name="四角形: 角を丸くする 13">
            <a:extLst>
              <a:ext uri="{FF2B5EF4-FFF2-40B4-BE49-F238E27FC236}">
                <a16:creationId xmlns:a16="http://schemas.microsoft.com/office/drawing/2014/main" id="{165B1576-C879-C8AD-BA7F-C5E51BF9C2CB}"/>
              </a:ext>
            </a:extLst>
          </p:cNvPr>
          <p:cNvSpPr/>
          <p:nvPr/>
        </p:nvSpPr>
        <p:spPr>
          <a:xfrm>
            <a:off x="3945699" y="2473400"/>
            <a:ext cx="6497052" cy="3693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8CCAB3D8-AA5C-07DC-EA56-98E2AE111445}"/>
              </a:ext>
            </a:extLst>
          </p:cNvPr>
          <p:cNvSpPr/>
          <p:nvPr/>
        </p:nvSpPr>
        <p:spPr>
          <a:xfrm>
            <a:off x="3941518" y="3170776"/>
            <a:ext cx="928290" cy="529685"/>
          </a:xfrm>
          <a:prstGeom prst="roundRect">
            <a:avLst/>
          </a:prstGeom>
          <a:solidFill>
            <a:srgbClr val="4B83D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C196EB10-BDC2-898A-E496-2A274940A7E6}"/>
              </a:ext>
            </a:extLst>
          </p:cNvPr>
          <p:cNvSpPr txBox="1"/>
          <p:nvPr/>
        </p:nvSpPr>
        <p:spPr>
          <a:xfrm>
            <a:off x="4085752" y="3269527"/>
            <a:ext cx="639821" cy="338554"/>
          </a:xfrm>
          <a:prstGeom prst="rect">
            <a:avLst/>
          </a:prstGeom>
          <a:noFill/>
        </p:spPr>
        <p:txBody>
          <a:bodyPr wrap="square" rtlCol="0">
            <a:spAutoFit/>
          </a:bodyPr>
          <a:lstStyle/>
          <a:p>
            <a:r>
              <a:rPr lang="ja-JP" altLang="en-US" sz="1600" b="1" dirty="0">
                <a:solidFill>
                  <a:schemeClr val="bg1"/>
                </a:solidFill>
              </a:rPr>
              <a:t>登録</a:t>
            </a:r>
            <a:endParaRPr kumimoji="1" lang="ja-JP" altLang="en-US" sz="1600" b="1" dirty="0">
              <a:solidFill>
                <a:schemeClr val="bg1"/>
              </a:solidFill>
            </a:endParaRPr>
          </a:p>
        </p:txBody>
      </p:sp>
      <p:sp>
        <p:nvSpPr>
          <p:cNvPr id="19" name="テキスト ボックス 18">
            <a:extLst>
              <a:ext uri="{FF2B5EF4-FFF2-40B4-BE49-F238E27FC236}">
                <a16:creationId xmlns:a16="http://schemas.microsoft.com/office/drawing/2014/main" id="{9AB3E33A-472B-C857-39B5-9141309A60F4}"/>
              </a:ext>
            </a:extLst>
          </p:cNvPr>
          <p:cNvSpPr txBox="1"/>
          <p:nvPr/>
        </p:nvSpPr>
        <p:spPr>
          <a:xfrm>
            <a:off x="3900983" y="3812392"/>
            <a:ext cx="1937650" cy="369332"/>
          </a:xfrm>
          <a:prstGeom prst="rect">
            <a:avLst/>
          </a:prstGeom>
          <a:noFill/>
        </p:spPr>
        <p:txBody>
          <a:bodyPr wrap="square" rtlCol="0">
            <a:spAutoFit/>
          </a:bodyPr>
          <a:lstStyle/>
          <a:p>
            <a:r>
              <a:rPr kumimoji="1" lang="ja-JP" altLang="en-US" b="1" u="sng" dirty="0">
                <a:solidFill>
                  <a:srgbClr val="4B83DD"/>
                </a:solidFill>
              </a:rPr>
              <a:t>戻る</a:t>
            </a:r>
          </a:p>
        </p:txBody>
      </p:sp>
      <p:sp>
        <p:nvSpPr>
          <p:cNvPr id="20" name="正方形/長方形 19">
            <a:extLst>
              <a:ext uri="{FF2B5EF4-FFF2-40B4-BE49-F238E27FC236}">
                <a16:creationId xmlns:a16="http://schemas.microsoft.com/office/drawing/2014/main" id="{4DE5D952-C6A3-724C-A701-B7742B5AA7C2}"/>
              </a:ext>
            </a:extLst>
          </p:cNvPr>
          <p:cNvSpPr/>
          <p:nvPr/>
        </p:nvSpPr>
        <p:spPr>
          <a:xfrm>
            <a:off x="904770" y="5421415"/>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27FAB673-00A9-CFB2-DE63-F1F40EED1C3C}"/>
              </a:ext>
            </a:extLst>
          </p:cNvPr>
          <p:cNvSpPr txBox="1"/>
          <p:nvPr/>
        </p:nvSpPr>
        <p:spPr>
          <a:xfrm>
            <a:off x="4965142" y="5468363"/>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23" name="テキスト ボックス 22">
            <a:extLst>
              <a:ext uri="{FF2B5EF4-FFF2-40B4-BE49-F238E27FC236}">
                <a16:creationId xmlns:a16="http://schemas.microsoft.com/office/drawing/2014/main" id="{27DADB82-BFAF-7747-F7F1-4161B707198B}"/>
              </a:ext>
            </a:extLst>
          </p:cNvPr>
          <p:cNvSpPr txBox="1"/>
          <p:nvPr/>
        </p:nvSpPr>
        <p:spPr>
          <a:xfrm>
            <a:off x="4055098" y="2491611"/>
            <a:ext cx="2338939" cy="369332"/>
          </a:xfrm>
          <a:prstGeom prst="rect">
            <a:avLst/>
          </a:prstGeom>
          <a:noFill/>
        </p:spPr>
        <p:txBody>
          <a:bodyPr wrap="square" rtlCol="0">
            <a:spAutoFit/>
          </a:bodyPr>
          <a:lstStyle/>
          <a:p>
            <a:r>
              <a:rPr lang="en-US" altLang="ja-JP" dirty="0"/>
              <a:t>205</a:t>
            </a:r>
            <a:endParaRPr kumimoji="1" lang="ja-JP" altLang="en-US" dirty="0"/>
          </a:p>
        </p:txBody>
      </p:sp>
      <p:sp>
        <p:nvSpPr>
          <p:cNvPr id="24" name="矢印: 上 23">
            <a:extLst>
              <a:ext uri="{FF2B5EF4-FFF2-40B4-BE49-F238E27FC236}">
                <a16:creationId xmlns:a16="http://schemas.microsoft.com/office/drawing/2014/main" id="{AB812DA7-B8BB-9D05-59B5-37EA9840F772}"/>
              </a:ext>
            </a:extLst>
          </p:cNvPr>
          <p:cNvSpPr/>
          <p:nvPr/>
        </p:nvSpPr>
        <p:spPr>
          <a:xfrm rot="20889810">
            <a:off x="4280306" y="3406933"/>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92D95761-EF4A-EAD8-2B60-EE6F4ACDDA05}"/>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Tree>
    <p:extLst>
      <p:ext uri="{BB962C8B-B14F-4D97-AF65-F5344CB8AC3E}">
        <p14:creationId xmlns:p14="http://schemas.microsoft.com/office/powerpoint/2010/main" val="27338814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inVertical)">
                                      <p:cBhvr>
                                        <p:cTn id="7" dur="500"/>
                                        <p:tgtEl>
                                          <p:spTgt spid="23"/>
                                        </p:tgtEl>
                                      </p:cBhvr>
                                    </p:animEffect>
                                  </p:childTnLst>
                                </p:cTn>
                              </p:par>
                              <p:par>
                                <p:cTn id="8" presetID="42" presetClass="entr" presetSubtype="0" fill="hold" grpId="0" nodeType="withEffect">
                                  <p:stCondLst>
                                    <p:cond delay="50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700"/>
                                        <p:tgtEl>
                                          <p:spTgt spid="24"/>
                                        </p:tgtEl>
                                      </p:cBhvr>
                                    </p:animEffect>
                                    <p:anim calcmode="lin" valueType="num">
                                      <p:cBhvr>
                                        <p:cTn id="11" dur="700" fill="hold"/>
                                        <p:tgtEl>
                                          <p:spTgt spid="24"/>
                                        </p:tgtEl>
                                        <p:attrNameLst>
                                          <p:attrName>ppt_x</p:attrName>
                                        </p:attrNameLst>
                                      </p:cBhvr>
                                      <p:tavLst>
                                        <p:tav tm="0">
                                          <p:val>
                                            <p:strVal val="#ppt_x"/>
                                          </p:val>
                                        </p:tav>
                                        <p:tav tm="100000">
                                          <p:val>
                                            <p:strVal val="#ppt_x"/>
                                          </p:val>
                                        </p:tav>
                                      </p:tavLst>
                                    </p:anim>
                                    <p:anim calcmode="lin" valueType="num">
                                      <p:cBhvr>
                                        <p:cTn id="12" dur="700" fill="hold"/>
                                        <p:tgtEl>
                                          <p:spTgt spid="24"/>
                                        </p:tgtEl>
                                        <p:attrNameLst>
                                          <p:attrName>ppt_y</p:attrName>
                                        </p:attrNameLst>
                                      </p:cBhvr>
                                      <p:tavLst>
                                        <p:tav tm="0">
                                          <p:val>
                                            <p:strVal val="#ppt_y+.1"/>
                                          </p:val>
                                        </p:tav>
                                        <p:tav tm="100000">
                                          <p:val>
                                            <p:strVal val="#ppt_y"/>
                                          </p:val>
                                        </p:tav>
                                      </p:tavLst>
                                    </p:anim>
                                  </p:childTnLst>
                                </p:cTn>
                              </p:par>
                              <p:par>
                                <p:cTn id="13" presetID="26" presetClass="emph" presetSubtype="0" fill="hold" grpId="1" nodeType="withEffect">
                                  <p:stCondLst>
                                    <p:cond delay="1100"/>
                                  </p:stCondLst>
                                  <p:childTnLst>
                                    <p:animEffect transition="out" filter="fade">
                                      <p:cBhvr>
                                        <p:cTn id="14" dur="500" tmFilter="0, 0; .2, .5; .8, .5; 1, 0"/>
                                        <p:tgtEl>
                                          <p:spTgt spid="24"/>
                                        </p:tgtEl>
                                      </p:cBhvr>
                                    </p:animEffect>
                                    <p:animScale>
                                      <p:cBhvr>
                                        <p:cTn id="15" dur="250" autoRev="1" fill="hold"/>
                                        <p:tgtEl>
                                          <p:spTgt spid="24"/>
                                        </p:tgtEl>
                                      </p:cBhvr>
                                      <p:by x="105000" y="105000"/>
                                    </p:animScale>
                                  </p:childTnLst>
                                </p:cTn>
                              </p:par>
                              <p:par>
                                <p:cTn id="16" presetID="1" presetClass="emph" presetSubtype="2" fill="hold" nodeType="withEffect">
                                  <p:stCondLst>
                                    <p:cond delay="1300"/>
                                  </p:stCondLst>
                                  <p:childTnLst>
                                    <p:animClr clrSpc="rgb" dir="cw">
                                      <p:cBhvr>
                                        <p:cTn id="17" dur="500" fill="hold"/>
                                        <p:tgtEl>
                                          <p:spTgt spid="17"/>
                                        </p:tgtEl>
                                        <p:attrNameLst>
                                          <p:attrName>fillcolor</p:attrName>
                                        </p:attrNameLst>
                                      </p:cBhvr>
                                      <p:to>
                                        <a:srgbClr val="215E99"/>
                                      </p:to>
                                    </p:animClr>
                                    <p:set>
                                      <p:cBhvr>
                                        <p:cTn id="18" dur="500" fill="hold"/>
                                        <p:tgtEl>
                                          <p:spTgt spid="17"/>
                                        </p:tgtEl>
                                        <p:attrNameLst>
                                          <p:attrName>fill.type</p:attrName>
                                        </p:attrNameLst>
                                      </p:cBhvr>
                                      <p:to>
                                        <p:strVal val="solid"/>
                                      </p:to>
                                    </p:set>
                                    <p:set>
                                      <p:cBhvr>
                                        <p:cTn id="19" dur="500" fill="hold"/>
                                        <p:tgtEl>
                                          <p:spTgt spid="1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24"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738693A-0A85-7ED8-4D25-A83F573ADF4E}"/>
              </a:ext>
            </a:extLst>
          </p:cNvPr>
          <p:cNvCxnSpPr>
            <a:cxnSpLocks/>
          </p:cNvCxnSpPr>
          <p:nvPr/>
        </p:nvCxnSpPr>
        <p:spPr>
          <a:xfrm>
            <a:off x="3167743" y="1328057"/>
            <a:ext cx="0" cy="3705956"/>
          </a:xfrm>
          <a:prstGeom prst="line">
            <a:avLst/>
          </a:prstGeom>
        </p:spPr>
        <p:style>
          <a:lnRef idx="1">
            <a:schemeClr val="dk1"/>
          </a:lnRef>
          <a:fillRef idx="0">
            <a:schemeClr val="dk1"/>
          </a:fillRef>
          <a:effectRef idx="0">
            <a:schemeClr val="dk1"/>
          </a:effectRef>
          <a:fontRef idx="minor">
            <a:schemeClr val="tx1"/>
          </a:fontRef>
        </p:style>
      </p:cxnSp>
      <p:grpSp>
        <p:nvGrpSpPr>
          <p:cNvPr id="3" name="グループ化 2">
            <a:extLst>
              <a:ext uri="{FF2B5EF4-FFF2-40B4-BE49-F238E27FC236}">
                <a16:creationId xmlns:a16="http://schemas.microsoft.com/office/drawing/2014/main" id="{9B3F32E5-B4DA-D793-8392-7CFEBD0645C8}"/>
              </a:ext>
            </a:extLst>
          </p:cNvPr>
          <p:cNvGrpSpPr/>
          <p:nvPr/>
        </p:nvGrpSpPr>
        <p:grpSpPr>
          <a:xfrm>
            <a:off x="914397" y="377594"/>
            <a:ext cx="9775371" cy="742070"/>
            <a:chOff x="914397" y="377594"/>
            <a:chExt cx="9775371" cy="742070"/>
          </a:xfrm>
        </p:grpSpPr>
        <p:sp>
          <p:nvSpPr>
            <p:cNvPr id="4" name="正方形/長方形 3">
              <a:extLst>
                <a:ext uri="{FF2B5EF4-FFF2-40B4-BE49-F238E27FC236}">
                  <a16:creationId xmlns:a16="http://schemas.microsoft.com/office/drawing/2014/main" id="{F9BFB7C5-0FDE-B740-973D-033B15E85C79}"/>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A3225408-C2E1-AC5E-649B-247BA333EBD8}"/>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6" name="テキスト ボックス 5">
              <a:extLst>
                <a:ext uri="{FF2B5EF4-FFF2-40B4-BE49-F238E27FC236}">
                  <a16:creationId xmlns:a16="http://schemas.microsoft.com/office/drawing/2014/main" id="{7CB552DA-B6BD-73FF-7D4C-2156C6660C05}"/>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7" name="テキスト ボックス 6">
              <a:extLst>
                <a:ext uri="{FF2B5EF4-FFF2-40B4-BE49-F238E27FC236}">
                  <a16:creationId xmlns:a16="http://schemas.microsoft.com/office/drawing/2014/main" id="{1EDFECDD-1636-4F6F-23C1-68D9293ADBC7}"/>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8" name="テキスト ボックス 7">
            <a:extLst>
              <a:ext uri="{FF2B5EF4-FFF2-40B4-BE49-F238E27FC236}">
                <a16:creationId xmlns:a16="http://schemas.microsoft.com/office/drawing/2014/main" id="{52DC56BB-EF42-A0EE-D832-53DEC4D35AB2}"/>
              </a:ext>
            </a:extLst>
          </p:cNvPr>
          <p:cNvSpPr txBox="1"/>
          <p:nvPr/>
        </p:nvSpPr>
        <p:spPr>
          <a:xfrm>
            <a:off x="7903029" y="2128598"/>
            <a:ext cx="2836091" cy="338554"/>
          </a:xfrm>
          <a:prstGeom prst="rect">
            <a:avLst/>
          </a:prstGeom>
          <a:noFill/>
        </p:spPr>
        <p:txBody>
          <a:bodyPr wrap="square" rtlCol="0">
            <a:spAutoFit/>
          </a:bodyPr>
          <a:lstStyle/>
          <a:p>
            <a:r>
              <a:rPr kumimoji="1" lang="ja-JP" altLang="en-US" sz="1600" b="1" u="sng" dirty="0">
                <a:solidFill>
                  <a:srgbClr val="4B83DD"/>
                </a:solidFill>
              </a:rPr>
              <a:t>番号登録</a:t>
            </a:r>
            <a:r>
              <a:rPr kumimoji="1" lang="ja-JP" altLang="en-US" sz="1600" b="1" dirty="0">
                <a:solidFill>
                  <a:srgbClr val="4B83DD"/>
                </a:solidFill>
              </a:rPr>
              <a:t>　　　</a:t>
            </a:r>
            <a:r>
              <a:rPr kumimoji="1" lang="ja-JP" altLang="en-US" sz="1600" b="1" u="sng" dirty="0">
                <a:solidFill>
                  <a:srgbClr val="4B83DD"/>
                </a:solidFill>
              </a:rPr>
              <a:t>番号削除</a:t>
            </a:r>
          </a:p>
        </p:txBody>
      </p:sp>
      <p:grpSp>
        <p:nvGrpSpPr>
          <p:cNvPr id="9" name="グループ化 8">
            <a:extLst>
              <a:ext uri="{FF2B5EF4-FFF2-40B4-BE49-F238E27FC236}">
                <a16:creationId xmlns:a16="http://schemas.microsoft.com/office/drawing/2014/main" id="{D6091C64-C822-0271-9D4F-BFEC4C602DFB}"/>
              </a:ext>
            </a:extLst>
          </p:cNvPr>
          <p:cNvGrpSpPr/>
          <p:nvPr/>
        </p:nvGrpSpPr>
        <p:grpSpPr>
          <a:xfrm>
            <a:off x="3738371" y="1431184"/>
            <a:ext cx="7000755" cy="555171"/>
            <a:chOff x="4207329" y="1666025"/>
            <a:chExt cx="6117768" cy="555171"/>
          </a:xfrm>
        </p:grpSpPr>
        <p:sp>
          <p:nvSpPr>
            <p:cNvPr id="10" name="正方形/長方形 9">
              <a:extLst>
                <a:ext uri="{FF2B5EF4-FFF2-40B4-BE49-F238E27FC236}">
                  <a16:creationId xmlns:a16="http://schemas.microsoft.com/office/drawing/2014/main" id="{583BB2A5-A255-E1A9-439E-221B756697FA}"/>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BAF73992-8C91-1875-D607-1C7F9C2C334A}"/>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クラス管理</a:t>
              </a:r>
              <a:endParaRPr kumimoji="1" lang="ja-JP" altLang="en-US" sz="2400" b="1" dirty="0"/>
            </a:p>
          </p:txBody>
        </p:sp>
      </p:grpSp>
      <p:sp>
        <p:nvSpPr>
          <p:cNvPr id="12" name="正方形/長方形 11">
            <a:extLst>
              <a:ext uri="{FF2B5EF4-FFF2-40B4-BE49-F238E27FC236}">
                <a16:creationId xmlns:a16="http://schemas.microsoft.com/office/drawing/2014/main" id="{43FE493A-A53F-9857-EB1A-95734960AC90}"/>
              </a:ext>
            </a:extLst>
          </p:cNvPr>
          <p:cNvSpPr/>
          <p:nvPr/>
        </p:nvSpPr>
        <p:spPr>
          <a:xfrm>
            <a:off x="963755" y="5509534"/>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0036D22E-9B70-910A-B8BE-EFFF4F7287E0}"/>
              </a:ext>
            </a:extLst>
          </p:cNvPr>
          <p:cNvSpPr txBox="1"/>
          <p:nvPr/>
        </p:nvSpPr>
        <p:spPr>
          <a:xfrm>
            <a:off x="5024127" y="5556482"/>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14" name="テキスト ボックス 13">
            <a:extLst>
              <a:ext uri="{FF2B5EF4-FFF2-40B4-BE49-F238E27FC236}">
                <a16:creationId xmlns:a16="http://schemas.microsoft.com/office/drawing/2014/main" id="{17C0FDEE-7CF5-6B6F-A7E2-1AFDC455AAE5}"/>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graphicFrame>
        <p:nvGraphicFramePr>
          <p:cNvPr id="15" name="表 14">
            <a:extLst>
              <a:ext uri="{FF2B5EF4-FFF2-40B4-BE49-F238E27FC236}">
                <a16:creationId xmlns:a16="http://schemas.microsoft.com/office/drawing/2014/main" id="{1F70C6E5-3F83-07EA-9E5E-58C7048FDCB2}"/>
              </a:ext>
            </a:extLst>
          </p:cNvPr>
          <p:cNvGraphicFramePr>
            <a:graphicFrameLocks noGrp="1"/>
          </p:cNvGraphicFramePr>
          <p:nvPr>
            <p:extLst>
              <p:ext uri="{D42A27DB-BD31-4B8C-83A1-F6EECF244321}">
                <p14:modId xmlns:p14="http://schemas.microsoft.com/office/powerpoint/2010/main" val="1033645138"/>
              </p:ext>
            </p:extLst>
          </p:nvPr>
        </p:nvGraphicFramePr>
        <p:xfrm>
          <a:off x="3291114" y="2956784"/>
          <a:ext cx="7855855" cy="1832928"/>
        </p:xfrm>
        <a:graphic>
          <a:graphicData uri="http://schemas.openxmlformats.org/drawingml/2006/table">
            <a:tbl>
              <a:tblPr firstRow="1" bandRow="1">
                <a:tableStyleId>{00A15C55-8517-42AA-B614-E9B94910E393}</a:tableStyleId>
              </a:tblPr>
              <a:tblGrid>
                <a:gridCol w="1367972">
                  <a:extLst>
                    <a:ext uri="{9D8B030D-6E8A-4147-A177-3AD203B41FA5}">
                      <a16:colId xmlns:a16="http://schemas.microsoft.com/office/drawing/2014/main" val="1169930792"/>
                    </a:ext>
                  </a:extLst>
                </a:gridCol>
                <a:gridCol w="1774370">
                  <a:extLst>
                    <a:ext uri="{9D8B030D-6E8A-4147-A177-3AD203B41FA5}">
                      <a16:colId xmlns:a16="http://schemas.microsoft.com/office/drawing/2014/main" val="3416825447"/>
                    </a:ext>
                  </a:extLst>
                </a:gridCol>
                <a:gridCol w="1571171">
                  <a:extLst>
                    <a:ext uri="{9D8B030D-6E8A-4147-A177-3AD203B41FA5}">
                      <a16:colId xmlns:a16="http://schemas.microsoft.com/office/drawing/2014/main" val="1024237340"/>
                    </a:ext>
                  </a:extLst>
                </a:gridCol>
                <a:gridCol w="2108202">
                  <a:extLst>
                    <a:ext uri="{9D8B030D-6E8A-4147-A177-3AD203B41FA5}">
                      <a16:colId xmlns:a16="http://schemas.microsoft.com/office/drawing/2014/main" val="3990386928"/>
                    </a:ext>
                  </a:extLst>
                </a:gridCol>
                <a:gridCol w="1034140">
                  <a:extLst>
                    <a:ext uri="{9D8B030D-6E8A-4147-A177-3AD203B41FA5}">
                      <a16:colId xmlns:a16="http://schemas.microsoft.com/office/drawing/2014/main" val="1746375304"/>
                    </a:ext>
                  </a:extLst>
                </a:gridCol>
              </a:tblGrid>
              <a:tr h="458232">
                <a:tc>
                  <a:txBody>
                    <a:bodyPr/>
                    <a:lstStyle/>
                    <a:p>
                      <a:pPr algn="ctr"/>
                      <a:r>
                        <a:rPr kumimoji="1" lang="ja-JP" altLang="en-US" dirty="0"/>
                        <a:t>年度</a:t>
                      </a:r>
                    </a:p>
                  </a:txBody>
                  <a:tcPr>
                    <a:solidFill>
                      <a:srgbClr val="34A3FE"/>
                    </a:solidFill>
                  </a:tcPr>
                </a:tc>
                <a:tc>
                  <a:txBody>
                    <a:bodyPr/>
                    <a:lstStyle/>
                    <a:p>
                      <a:pPr algn="ctr"/>
                      <a:r>
                        <a:rPr kumimoji="1" lang="ja-JP" altLang="en-US" dirty="0"/>
                        <a:t>クラス番号</a:t>
                      </a:r>
                    </a:p>
                  </a:txBody>
                  <a:tcPr>
                    <a:solidFill>
                      <a:srgbClr val="34A3FE"/>
                    </a:solidFill>
                  </a:tcPr>
                </a:tc>
                <a:tc>
                  <a:txBody>
                    <a:bodyPr/>
                    <a:lstStyle/>
                    <a:p>
                      <a:pPr algn="ctr"/>
                      <a:r>
                        <a:rPr kumimoji="1" lang="ja-JP" altLang="en-US" dirty="0"/>
                        <a:t>専攻科目</a:t>
                      </a:r>
                    </a:p>
                  </a:txBody>
                  <a:tcPr>
                    <a:solidFill>
                      <a:srgbClr val="34A3FE"/>
                    </a:solidFill>
                  </a:tcPr>
                </a:tc>
                <a:tc>
                  <a:txBody>
                    <a:bodyPr/>
                    <a:lstStyle/>
                    <a:p>
                      <a:pPr algn="ctr"/>
                      <a:r>
                        <a:rPr kumimoji="1" lang="ja-JP" altLang="en-US" dirty="0"/>
                        <a:t>担任教師</a:t>
                      </a:r>
                    </a:p>
                  </a:txBody>
                  <a:tcPr>
                    <a:solidFill>
                      <a:srgbClr val="34A3FE"/>
                    </a:solidFill>
                  </a:tcPr>
                </a:tc>
                <a:tc>
                  <a:txBody>
                    <a:bodyPr/>
                    <a:lstStyle/>
                    <a:p>
                      <a:endParaRPr kumimoji="1" lang="ja-JP" altLang="en-US" dirty="0"/>
                    </a:p>
                  </a:txBody>
                  <a:tcPr>
                    <a:solidFill>
                      <a:srgbClr val="34A3FE"/>
                    </a:solidFill>
                  </a:tcPr>
                </a:tc>
                <a:extLst>
                  <a:ext uri="{0D108BD9-81ED-4DB2-BD59-A6C34878D82A}">
                    <a16:rowId xmlns:a16="http://schemas.microsoft.com/office/drawing/2014/main" val="2382842977"/>
                  </a:ext>
                </a:extLst>
              </a:tr>
              <a:tr h="458232">
                <a:tc>
                  <a:txBody>
                    <a:bodyPr/>
                    <a:lstStyle/>
                    <a:p>
                      <a:pPr algn="ctr"/>
                      <a:r>
                        <a:rPr kumimoji="1" lang="en-US" altLang="ja-JP" dirty="0"/>
                        <a:t>2023</a:t>
                      </a:r>
                      <a:endParaRPr kumimoji="1" lang="ja-JP" altLang="en-US" dirty="0"/>
                    </a:p>
                  </a:txBody>
                  <a:tcPr>
                    <a:solidFill>
                      <a:schemeClr val="bg2"/>
                    </a:solidFill>
                  </a:tcPr>
                </a:tc>
                <a:tc>
                  <a:txBody>
                    <a:bodyPr/>
                    <a:lstStyle/>
                    <a:p>
                      <a:pPr algn="ctr"/>
                      <a:r>
                        <a:rPr kumimoji="1" lang="en-US" altLang="ja-JP" dirty="0"/>
                        <a:t>203</a:t>
                      </a:r>
                      <a:endParaRPr kumimoji="1" lang="ja-JP" altLang="en-US" dirty="0"/>
                    </a:p>
                  </a:txBody>
                  <a:tcPr>
                    <a:solidFill>
                      <a:schemeClr val="bg2"/>
                    </a:solidFill>
                  </a:tcPr>
                </a:tc>
                <a:tc>
                  <a:txBody>
                    <a:bodyPr/>
                    <a:lstStyle/>
                    <a:p>
                      <a:pPr algn="ctr"/>
                      <a:r>
                        <a:rPr kumimoji="1" lang="ja-JP" altLang="en-US" dirty="0"/>
                        <a:t>基本情報</a:t>
                      </a:r>
                    </a:p>
                  </a:txBody>
                  <a:tcPr>
                    <a:solidFill>
                      <a:schemeClr val="bg2"/>
                    </a:solidFill>
                  </a:tcPr>
                </a:tc>
                <a:tc>
                  <a:txBody>
                    <a:bodyPr/>
                    <a:lstStyle/>
                    <a:p>
                      <a:pPr algn="ctr"/>
                      <a:r>
                        <a:rPr kumimoji="1" lang="ja-JP" altLang="en-US" dirty="0"/>
                        <a:t>大原花子</a:t>
                      </a:r>
                    </a:p>
                  </a:txBody>
                  <a:tcPr>
                    <a:solidFill>
                      <a:schemeClr val="bg2"/>
                    </a:solidFill>
                  </a:tcPr>
                </a:tc>
                <a:tc>
                  <a:txBody>
                    <a:bodyPr/>
                    <a:lstStyle/>
                    <a:p>
                      <a:endParaRPr kumimoji="1" lang="ja-JP" altLang="en-US" dirty="0"/>
                    </a:p>
                  </a:txBody>
                  <a:tcPr>
                    <a:solidFill>
                      <a:schemeClr val="bg2"/>
                    </a:solidFill>
                  </a:tcPr>
                </a:tc>
                <a:extLst>
                  <a:ext uri="{0D108BD9-81ED-4DB2-BD59-A6C34878D82A}">
                    <a16:rowId xmlns:a16="http://schemas.microsoft.com/office/drawing/2014/main" val="2630282058"/>
                  </a:ext>
                </a:extLst>
              </a:tr>
              <a:tr h="458232">
                <a:tc>
                  <a:txBody>
                    <a:bodyPr/>
                    <a:lstStyle/>
                    <a:p>
                      <a:pPr algn="ctr"/>
                      <a:r>
                        <a:rPr kumimoji="1" lang="en-US" altLang="ja-JP" dirty="0"/>
                        <a:t>2024</a:t>
                      </a:r>
                      <a:endParaRPr kumimoji="1" lang="ja-JP" altLang="en-US" dirty="0"/>
                    </a:p>
                  </a:txBody>
                  <a:tcPr>
                    <a:solidFill>
                      <a:schemeClr val="bg1">
                        <a:lumMod val="95000"/>
                      </a:schemeClr>
                    </a:solidFill>
                  </a:tcPr>
                </a:tc>
                <a:tc>
                  <a:txBody>
                    <a:bodyPr/>
                    <a:lstStyle/>
                    <a:p>
                      <a:pPr algn="ctr"/>
                      <a:r>
                        <a:rPr kumimoji="1" lang="en-US" altLang="ja-JP" dirty="0"/>
                        <a:t>203</a:t>
                      </a:r>
                      <a:endParaRPr kumimoji="1" lang="ja-JP" altLang="en-US" dirty="0"/>
                    </a:p>
                  </a:txBody>
                  <a:tcPr>
                    <a:solidFill>
                      <a:schemeClr val="bg1">
                        <a:lumMod val="95000"/>
                      </a:schemeClr>
                    </a:solidFill>
                  </a:tcPr>
                </a:tc>
                <a:tc>
                  <a:txBody>
                    <a:bodyPr/>
                    <a:lstStyle/>
                    <a:p>
                      <a:pPr algn="ctr"/>
                      <a:r>
                        <a:rPr kumimoji="1" lang="en-US" altLang="ja-JP" dirty="0"/>
                        <a:t>AI</a:t>
                      </a:r>
                      <a:endParaRPr kumimoji="1" lang="ja-JP" altLang="en-US" dirty="0"/>
                    </a:p>
                  </a:txBody>
                  <a:tcPr>
                    <a:solidFill>
                      <a:schemeClr val="bg1">
                        <a:lumMod val="95000"/>
                      </a:schemeClr>
                    </a:solidFill>
                  </a:tcPr>
                </a:tc>
                <a:tc>
                  <a:txBody>
                    <a:bodyPr/>
                    <a:lstStyle/>
                    <a:p>
                      <a:pPr algn="ctr"/>
                      <a:r>
                        <a:rPr kumimoji="1" lang="ja-JP" altLang="en-US" dirty="0"/>
                        <a:t>大原太郎</a:t>
                      </a:r>
                    </a:p>
                  </a:txBody>
                  <a:tcPr>
                    <a:solidFill>
                      <a:schemeClr val="bg1">
                        <a:lumMod val="95000"/>
                      </a:schemeClr>
                    </a:solidFill>
                  </a:tcPr>
                </a:tc>
                <a:tc>
                  <a:txBody>
                    <a:bodyPr/>
                    <a:lstStyle/>
                    <a:p>
                      <a:endParaRPr kumimoji="1" lang="ja-JP" altLang="en-US" dirty="0"/>
                    </a:p>
                  </a:txBody>
                  <a:tcPr>
                    <a:solidFill>
                      <a:schemeClr val="bg1">
                        <a:lumMod val="95000"/>
                      </a:schemeClr>
                    </a:solidFill>
                  </a:tcPr>
                </a:tc>
                <a:extLst>
                  <a:ext uri="{0D108BD9-81ED-4DB2-BD59-A6C34878D82A}">
                    <a16:rowId xmlns:a16="http://schemas.microsoft.com/office/drawing/2014/main" val="3156237550"/>
                  </a:ext>
                </a:extLst>
              </a:tr>
              <a:tr h="458232">
                <a:tc>
                  <a:txBody>
                    <a:bodyPr/>
                    <a:lstStyle/>
                    <a:p>
                      <a:pPr algn="ctr"/>
                      <a:r>
                        <a:rPr kumimoji="1" lang="en-US" altLang="ja-JP" dirty="0"/>
                        <a:t>2025</a:t>
                      </a:r>
                      <a:endParaRPr kumimoji="1" lang="ja-JP" altLang="en-US" dirty="0"/>
                    </a:p>
                  </a:txBody>
                  <a:tcPr>
                    <a:solidFill>
                      <a:schemeClr val="bg2"/>
                    </a:solidFill>
                  </a:tcPr>
                </a:tc>
                <a:tc>
                  <a:txBody>
                    <a:bodyPr/>
                    <a:lstStyle/>
                    <a:p>
                      <a:pPr algn="ctr"/>
                      <a:r>
                        <a:rPr kumimoji="1" lang="en-US" altLang="ja-JP" dirty="0"/>
                        <a:t>203</a:t>
                      </a:r>
                      <a:endParaRPr kumimoji="1" lang="ja-JP" altLang="en-US" dirty="0"/>
                    </a:p>
                  </a:txBody>
                  <a:tcPr>
                    <a:solidFill>
                      <a:schemeClr val="bg2"/>
                    </a:solidFill>
                  </a:tcPr>
                </a:tc>
                <a:tc>
                  <a:txBody>
                    <a:bodyPr/>
                    <a:lstStyle/>
                    <a:p>
                      <a:pPr algn="ctr"/>
                      <a:r>
                        <a:rPr kumimoji="1" lang="ja-JP" altLang="en-US" dirty="0"/>
                        <a:t>ー</a:t>
                      </a:r>
                    </a:p>
                  </a:txBody>
                  <a:tcPr>
                    <a:solidFill>
                      <a:schemeClr val="bg2"/>
                    </a:solidFill>
                  </a:tcPr>
                </a:tc>
                <a:tc>
                  <a:txBody>
                    <a:bodyPr/>
                    <a:lstStyle/>
                    <a:p>
                      <a:pPr algn="ctr"/>
                      <a:r>
                        <a:rPr kumimoji="1" lang="ja-JP" altLang="en-US" dirty="0"/>
                        <a:t>ー</a:t>
                      </a:r>
                    </a:p>
                  </a:txBody>
                  <a:tcPr>
                    <a:solidFill>
                      <a:schemeClr val="bg2"/>
                    </a:solidFill>
                  </a:tcPr>
                </a:tc>
                <a:tc>
                  <a:txBody>
                    <a:bodyPr/>
                    <a:lstStyle/>
                    <a:p>
                      <a:endParaRPr kumimoji="1" lang="ja-JP" altLang="en-US" dirty="0"/>
                    </a:p>
                  </a:txBody>
                  <a:tcPr>
                    <a:solidFill>
                      <a:schemeClr val="bg2"/>
                    </a:solidFill>
                  </a:tcPr>
                </a:tc>
                <a:extLst>
                  <a:ext uri="{0D108BD9-81ED-4DB2-BD59-A6C34878D82A}">
                    <a16:rowId xmlns:a16="http://schemas.microsoft.com/office/drawing/2014/main" val="232465615"/>
                  </a:ext>
                </a:extLst>
              </a:tr>
            </a:tbl>
          </a:graphicData>
        </a:graphic>
      </p:graphicFrame>
      <p:sp>
        <p:nvSpPr>
          <p:cNvPr id="16" name="テキスト ボックス 15">
            <a:extLst>
              <a:ext uri="{FF2B5EF4-FFF2-40B4-BE49-F238E27FC236}">
                <a16:creationId xmlns:a16="http://schemas.microsoft.com/office/drawing/2014/main" id="{E1FE559A-1E66-CBF1-B4AC-B6FF86732050}"/>
              </a:ext>
            </a:extLst>
          </p:cNvPr>
          <p:cNvSpPr txBox="1"/>
          <p:nvPr/>
        </p:nvSpPr>
        <p:spPr>
          <a:xfrm>
            <a:off x="10300424" y="3486763"/>
            <a:ext cx="658948" cy="338554"/>
          </a:xfrm>
          <a:prstGeom prst="rect">
            <a:avLst/>
          </a:prstGeom>
          <a:noFill/>
        </p:spPr>
        <p:txBody>
          <a:bodyPr wrap="square" rtlCol="0">
            <a:spAutoFit/>
          </a:bodyPr>
          <a:lstStyle/>
          <a:p>
            <a:pPr algn="ctr"/>
            <a:r>
              <a:rPr kumimoji="1" lang="ja-JP" altLang="en-US" sz="1600" b="1" u="sng" dirty="0">
                <a:solidFill>
                  <a:srgbClr val="4B83DD"/>
                </a:solidFill>
              </a:rPr>
              <a:t>編集</a:t>
            </a:r>
          </a:p>
        </p:txBody>
      </p:sp>
      <p:sp>
        <p:nvSpPr>
          <p:cNvPr id="17" name="テキスト ボックス 16">
            <a:extLst>
              <a:ext uri="{FF2B5EF4-FFF2-40B4-BE49-F238E27FC236}">
                <a16:creationId xmlns:a16="http://schemas.microsoft.com/office/drawing/2014/main" id="{2CFB3B67-A89D-31F8-3D23-F296C76CF80B}"/>
              </a:ext>
            </a:extLst>
          </p:cNvPr>
          <p:cNvSpPr txBox="1"/>
          <p:nvPr/>
        </p:nvSpPr>
        <p:spPr>
          <a:xfrm>
            <a:off x="10300424" y="3910111"/>
            <a:ext cx="658948" cy="338554"/>
          </a:xfrm>
          <a:prstGeom prst="rect">
            <a:avLst/>
          </a:prstGeom>
          <a:noFill/>
        </p:spPr>
        <p:txBody>
          <a:bodyPr wrap="square" rtlCol="0">
            <a:spAutoFit/>
          </a:bodyPr>
          <a:lstStyle/>
          <a:p>
            <a:pPr algn="ctr"/>
            <a:r>
              <a:rPr kumimoji="1" lang="ja-JP" altLang="en-US" sz="1600" b="1" u="sng" dirty="0">
                <a:solidFill>
                  <a:srgbClr val="4B83DD"/>
                </a:solidFill>
              </a:rPr>
              <a:t>編集</a:t>
            </a:r>
          </a:p>
        </p:txBody>
      </p:sp>
      <p:sp>
        <p:nvSpPr>
          <p:cNvPr id="18" name="テキスト ボックス 17">
            <a:extLst>
              <a:ext uri="{FF2B5EF4-FFF2-40B4-BE49-F238E27FC236}">
                <a16:creationId xmlns:a16="http://schemas.microsoft.com/office/drawing/2014/main" id="{BEE25205-FE0D-4F5B-3B4E-C137E89131FC}"/>
              </a:ext>
            </a:extLst>
          </p:cNvPr>
          <p:cNvSpPr txBox="1"/>
          <p:nvPr/>
        </p:nvSpPr>
        <p:spPr>
          <a:xfrm>
            <a:off x="10300424" y="4407934"/>
            <a:ext cx="658948" cy="338554"/>
          </a:xfrm>
          <a:prstGeom prst="rect">
            <a:avLst/>
          </a:prstGeom>
          <a:noFill/>
        </p:spPr>
        <p:txBody>
          <a:bodyPr wrap="square" rtlCol="0">
            <a:spAutoFit/>
          </a:bodyPr>
          <a:lstStyle/>
          <a:p>
            <a:pPr algn="ctr"/>
            <a:r>
              <a:rPr kumimoji="1" lang="ja-JP" altLang="en-US" sz="1600" b="1" u="sng" dirty="0">
                <a:solidFill>
                  <a:srgbClr val="4B83DD"/>
                </a:solidFill>
              </a:rPr>
              <a:t>編集</a:t>
            </a:r>
          </a:p>
        </p:txBody>
      </p:sp>
      <p:sp>
        <p:nvSpPr>
          <p:cNvPr id="19" name="矢印: 上 18">
            <a:extLst>
              <a:ext uri="{FF2B5EF4-FFF2-40B4-BE49-F238E27FC236}">
                <a16:creationId xmlns:a16="http://schemas.microsoft.com/office/drawing/2014/main" id="{7800FE17-7360-7602-55E5-FC0CEE3DF4E0}"/>
              </a:ext>
            </a:extLst>
          </p:cNvPr>
          <p:cNvSpPr/>
          <p:nvPr/>
        </p:nvSpPr>
        <p:spPr>
          <a:xfrm rot="20889810">
            <a:off x="10504542" y="3642565"/>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48BFCCE8-49BC-649C-59DF-07DEED3CD895}"/>
              </a:ext>
            </a:extLst>
          </p:cNvPr>
          <p:cNvSpPr/>
          <p:nvPr/>
        </p:nvSpPr>
        <p:spPr>
          <a:xfrm>
            <a:off x="4615180" y="2297875"/>
            <a:ext cx="920206" cy="29629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DE82AF57-CE53-A3FB-5F56-2ABBFB74F8EC}"/>
              </a:ext>
            </a:extLst>
          </p:cNvPr>
          <p:cNvSpPr txBox="1"/>
          <p:nvPr/>
        </p:nvSpPr>
        <p:spPr>
          <a:xfrm>
            <a:off x="3747953" y="2261355"/>
            <a:ext cx="1139007" cy="369332"/>
          </a:xfrm>
          <a:prstGeom prst="rect">
            <a:avLst/>
          </a:prstGeom>
          <a:noFill/>
        </p:spPr>
        <p:txBody>
          <a:bodyPr wrap="square" rtlCol="0">
            <a:spAutoFit/>
          </a:bodyPr>
          <a:lstStyle/>
          <a:p>
            <a:r>
              <a:rPr kumimoji="1" lang="ja-JP" altLang="en-US" dirty="0"/>
              <a:t>年度：</a:t>
            </a:r>
          </a:p>
        </p:txBody>
      </p:sp>
      <p:cxnSp>
        <p:nvCxnSpPr>
          <p:cNvPr id="22" name="直線コネクタ 21">
            <a:extLst>
              <a:ext uri="{FF2B5EF4-FFF2-40B4-BE49-F238E27FC236}">
                <a16:creationId xmlns:a16="http://schemas.microsoft.com/office/drawing/2014/main" id="{197031CB-03AD-E189-4405-80E7C9AFD35A}"/>
              </a:ext>
            </a:extLst>
          </p:cNvPr>
          <p:cNvCxnSpPr>
            <a:cxnSpLocks/>
          </p:cNvCxnSpPr>
          <p:nvPr/>
        </p:nvCxnSpPr>
        <p:spPr>
          <a:xfrm>
            <a:off x="4776517" y="2467152"/>
            <a:ext cx="456288"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904661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19"/>
                                        </p:tgtEl>
                                      </p:cBhvr>
                                    </p:animEffect>
                                    <p:animScale>
                                      <p:cBhvr>
                                        <p:cTn id="13" dur="400" autoRev="1" fill="hold"/>
                                        <p:tgtEl>
                                          <p:spTgt spid="1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a:extLst>
              <a:ext uri="{FF2B5EF4-FFF2-40B4-BE49-F238E27FC236}">
                <a16:creationId xmlns:a16="http://schemas.microsoft.com/office/drawing/2014/main" id="{0B6ECD2B-246F-7071-D501-6A391A7DDAFC}"/>
              </a:ext>
            </a:extLst>
          </p:cNvPr>
          <p:cNvGrpSpPr/>
          <p:nvPr/>
        </p:nvGrpSpPr>
        <p:grpSpPr>
          <a:xfrm>
            <a:off x="914397" y="377594"/>
            <a:ext cx="9775371" cy="742070"/>
            <a:chOff x="914397" y="377594"/>
            <a:chExt cx="9775371" cy="742070"/>
          </a:xfrm>
        </p:grpSpPr>
        <p:sp>
          <p:nvSpPr>
            <p:cNvPr id="3" name="正方形/長方形 2">
              <a:extLst>
                <a:ext uri="{FF2B5EF4-FFF2-40B4-BE49-F238E27FC236}">
                  <a16:creationId xmlns:a16="http://schemas.microsoft.com/office/drawing/2014/main" id="{F29711E9-8A35-DB2B-CBCF-2E49F4FF1136}"/>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75972BB-D753-F410-8E06-D97DAA926E18}"/>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5" name="テキスト ボックス 4">
              <a:extLst>
                <a:ext uri="{FF2B5EF4-FFF2-40B4-BE49-F238E27FC236}">
                  <a16:creationId xmlns:a16="http://schemas.microsoft.com/office/drawing/2014/main" id="{110B00D5-20D1-9CD2-224D-B85B625CB5FE}"/>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6" name="テキスト ボックス 5">
              <a:extLst>
                <a:ext uri="{FF2B5EF4-FFF2-40B4-BE49-F238E27FC236}">
                  <a16:creationId xmlns:a16="http://schemas.microsoft.com/office/drawing/2014/main" id="{AB8028DE-8C24-31FE-A819-720A589153B5}"/>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cxnSp>
        <p:nvCxnSpPr>
          <p:cNvPr id="7" name="直線コネクタ 6">
            <a:extLst>
              <a:ext uri="{FF2B5EF4-FFF2-40B4-BE49-F238E27FC236}">
                <a16:creationId xmlns:a16="http://schemas.microsoft.com/office/drawing/2014/main" id="{A1F68535-661F-8AB3-842D-C40163F8693A}"/>
              </a:ext>
            </a:extLst>
          </p:cNvPr>
          <p:cNvCxnSpPr>
            <a:cxnSpLocks/>
          </p:cNvCxnSpPr>
          <p:nvPr/>
        </p:nvCxnSpPr>
        <p:spPr>
          <a:xfrm>
            <a:off x="3167743" y="1328057"/>
            <a:ext cx="0" cy="4931229"/>
          </a:xfrm>
          <a:prstGeom prst="line">
            <a:avLst/>
          </a:prstGeom>
        </p:spPr>
        <p:style>
          <a:lnRef idx="1">
            <a:schemeClr val="dk1"/>
          </a:lnRef>
          <a:fillRef idx="0">
            <a:schemeClr val="dk1"/>
          </a:fillRef>
          <a:effectRef idx="0">
            <a:schemeClr val="dk1"/>
          </a:effectRef>
          <a:fontRef idx="minor">
            <a:schemeClr val="tx1"/>
          </a:fontRef>
        </p:style>
      </p:cxnSp>
      <p:grpSp>
        <p:nvGrpSpPr>
          <p:cNvPr id="8" name="グループ化 7">
            <a:extLst>
              <a:ext uri="{FF2B5EF4-FFF2-40B4-BE49-F238E27FC236}">
                <a16:creationId xmlns:a16="http://schemas.microsoft.com/office/drawing/2014/main" id="{7D14AC54-59ED-E1AB-4D0E-C1C42983351E}"/>
              </a:ext>
            </a:extLst>
          </p:cNvPr>
          <p:cNvGrpSpPr/>
          <p:nvPr/>
        </p:nvGrpSpPr>
        <p:grpSpPr>
          <a:xfrm>
            <a:off x="3689013" y="1414990"/>
            <a:ext cx="7000755" cy="555171"/>
            <a:chOff x="4207329" y="1666025"/>
            <a:chExt cx="6117768" cy="555171"/>
          </a:xfrm>
        </p:grpSpPr>
        <p:sp>
          <p:nvSpPr>
            <p:cNvPr id="9" name="正方形/長方形 8">
              <a:extLst>
                <a:ext uri="{FF2B5EF4-FFF2-40B4-BE49-F238E27FC236}">
                  <a16:creationId xmlns:a16="http://schemas.microsoft.com/office/drawing/2014/main" id="{91040019-13ED-233F-6A26-3F818360815D}"/>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4130FEC5-C96F-E569-942E-3D8A818E8109}"/>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クラス情報変更</a:t>
              </a:r>
              <a:endParaRPr kumimoji="1" lang="ja-JP" altLang="en-US" sz="2400" b="1" dirty="0"/>
            </a:p>
          </p:txBody>
        </p:sp>
      </p:grpSp>
      <p:sp>
        <p:nvSpPr>
          <p:cNvPr id="17" name="テキスト ボックス 16">
            <a:extLst>
              <a:ext uri="{FF2B5EF4-FFF2-40B4-BE49-F238E27FC236}">
                <a16:creationId xmlns:a16="http://schemas.microsoft.com/office/drawing/2014/main" id="{5D5ED823-A557-EA3F-AA6D-8CD1C1F2E531}"/>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cxnSp>
        <p:nvCxnSpPr>
          <p:cNvPr id="25" name="直線コネクタ 24">
            <a:extLst>
              <a:ext uri="{FF2B5EF4-FFF2-40B4-BE49-F238E27FC236}">
                <a16:creationId xmlns:a16="http://schemas.microsoft.com/office/drawing/2014/main" id="{6941B636-4B2F-F8E0-FA0F-992DD4D1D772}"/>
              </a:ext>
            </a:extLst>
          </p:cNvPr>
          <p:cNvCxnSpPr/>
          <p:nvPr/>
        </p:nvCxnSpPr>
        <p:spPr>
          <a:xfrm>
            <a:off x="3509959" y="2851514"/>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820C06FF-0F33-49BA-0DF6-72C7EE894C49}"/>
              </a:ext>
            </a:extLst>
          </p:cNvPr>
          <p:cNvCxnSpPr/>
          <p:nvPr/>
        </p:nvCxnSpPr>
        <p:spPr>
          <a:xfrm>
            <a:off x="3509959" y="3276057"/>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8C910CD0-1F01-CBF3-E14B-AA63C8096A54}"/>
              </a:ext>
            </a:extLst>
          </p:cNvPr>
          <p:cNvCxnSpPr/>
          <p:nvPr/>
        </p:nvCxnSpPr>
        <p:spPr>
          <a:xfrm>
            <a:off x="3509959" y="3721510"/>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5185D9A9-5068-34EE-B56F-44722A12A3B3}"/>
              </a:ext>
            </a:extLst>
          </p:cNvPr>
          <p:cNvCxnSpPr/>
          <p:nvPr/>
        </p:nvCxnSpPr>
        <p:spPr>
          <a:xfrm>
            <a:off x="3509959" y="4166891"/>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D7B8AB6D-2C8B-DA4F-F799-BAD11209435C}"/>
              </a:ext>
            </a:extLst>
          </p:cNvPr>
          <p:cNvCxnSpPr/>
          <p:nvPr/>
        </p:nvCxnSpPr>
        <p:spPr>
          <a:xfrm>
            <a:off x="3509959" y="4591434"/>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F58A4DEA-C82E-FA05-9386-9F538EAB6251}"/>
              </a:ext>
            </a:extLst>
          </p:cNvPr>
          <p:cNvCxnSpPr/>
          <p:nvPr/>
        </p:nvCxnSpPr>
        <p:spPr>
          <a:xfrm>
            <a:off x="3509959" y="5092177"/>
            <a:ext cx="7327333"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943FEB48-2470-EA0C-1E56-D9F63FFDFE1A}"/>
              </a:ext>
            </a:extLst>
          </p:cNvPr>
          <p:cNvSpPr txBox="1"/>
          <p:nvPr/>
        </p:nvSpPr>
        <p:spPr>
          <a:xfrm>
            <a:off x="3425264" y="5920732"/>
            <a:ext cx="1114080" cy="338545"/>
          </a:xfrm>
          <a:prstGeom prst="rect">
            <a:avLst/>
          </a:prstGeom>
          <a:noFill/>
        </p:spPr>
        <p:txBody>
          <a:bodyPr wrap="square" rtlCol="0">
            <a:spAutoFit/>
          </a:bodyPr>
          <a:lstStyle/>
          <a:p>
            <a:r>
              <a:rPr lang="ja-JP" altLang="en-US" sz="1600" b="1" u="sng" dirty="0">
                <a:solidFill>
                  <a:srgbClr val="4B83DD"/>
                </a:solidFill>
              </a:rPr>
              <a:t>戻る</a:t>
            </a:r>
            <a:endParaRPr kumimoji="1" lang="ja-JP" altLang="en-US" sz="1600" b="1" u="sng" dirty="0">
              <a:solidFill>
                <a:srgbClr val="4B83DD"/>
              </a:solidFill>
            </a:endParaRPr>
          </a:p>
        </p:txBody>
      </p:sp>
      <p:sp>
        <p:nvSpPr>
          <p:cNvPr id="41" name="テキスト ボックス 40">
            <a:extLst>
              <a:ext uri="{FF2B5EF4-FFF2-40B4-BE49-F238E27FC236}">
                <a16:creationId xmlns:a16="http://schemas.microsoft.com/office/drawing/2014/main" id="{164A4B73-24DA-4DCE-EB7C-9665641FD40C}"/>
              </a:ext>
            </a:extLst>
          </p:cNvPr>
          <p:cNvSpPr txBox="1"/>
          <p:nvPr/>
        </p:nvSpPr>
        <p:spPr>
          <a:xfrm>
            <a:off x="8567056" y="5919636"/>
            <a:ext cx="1959430" cy="338554"/>
          </a:xfrm>
          <a:prstGeom prst="rect">
            <a:avLst/>
          </a:prstGeom>
          <a:noFill/>
        </p:spPr>
        <p:txBody>
          <a:bodyPr wrap="square" rtlCol="0">
            <a:spAutoFit/>
          </a:bodyPr>
          <a:lstStyle/>
          <a:p>
            <a:r>
              <a:rPr kumimoji="1" lang="ja-JP" altLang="en-US" sz="1600" b="1" u="sng" dirty="0">
                <a:solidFill>
                  <a:srgbClr val="4B83DD"/>
                </a:solidFill>
              </a:rPr>
              <a:t>変更</a:t>
            </a:r>
            <a:r>
              <a:rPr kumimoji="1" lang="ja-JP" altLang="en-US" sz="1600" b="1" dirty="0">
                <a:solidFill>
                  <a:srgbClr val="4B83DD"/>
                </a:solidFill>
              </a:rPr>
              <a:t>　　　　</a:t>
            </a:r>
            <a:r>
              <a:rPr kumimoji="1" lang="ja-JP" altLang="en-US" sz="1600" b="1" u="sng" dirty="0">
                <a:solidFill>
                  <a:srgbClr val="4B83DD"/>
                </a:solidFill>
              </a:rPr>
              <a:t>削除</a:t>
            </a:r>
          </a:p>
        </p:txBody>
      </p:sp>
      <p:sp>
        <p:nvSpPr>
          <p:cNvPr id="42" name="テキスト ボックス 41">
            <a:extLst>
              <a:ext uri="{FF2B5EF4-FFF2-40B4-BE49-F238E27FC236}">
                <a16:creationId xmlns:a16="http://schemas.microsoft.com/office/drawing/2014/main" id="{B9D87E96-E2A6-8C44-3C63-97ABD11339C7}"/>
              </a:ext>
            </a:extLst>
          </p:cNvPr>
          <p:cNvSpPr txBox="1"/>
          <p:nvPr/>
        </p:nvSpPr>
        <p:spPr>
          <a:xfrm>
            <a:off x="3425264" y="2492829"/>
            <a:ext cx="2213533" cy="369332"/>
          </a:xfrm>
          <a:prstGeom prst="rect">
            <a:avLst/>
          </a:prstGeom>
          <a:noFill/>
        </p:spPr>
        <p:txBody>
          <a:bodyPr wrap="square" rtlCol="0">
            <a:spAutoFit/>
          </a:bodyPr>
          <a:lstStyle/>
          <a:p>
            <a:r>
              <a:rPr kumimoji="1" lang="ja-JP" altLang="en-US" b="1" dirty="0"/>
              <a:t>年度</a:t>
            </a:r>
            <a:endParaRPr kumimoji="1" lang="en-US" altLang="ja-JP" b="1" dirty="0"/>
          </a:p>
        </p:txBody>
      </p:sp>
      <p:sp>
        <p:nvSpPr>
          <p:cNvPr id="43" name="テキスト ボックス 42">
            <a:extLst>
              <a:ext uri="{FF2B5EF4-FFF2-40B4-BE49-F238E27FC236}">
                <a16:creationId xmlns:a16="http://schemas.microsoft.com/office/drawing/2014/main" id="{2964267C-172D-9843-4592-7960F49066ED}"/>
              </a:ext>
            </a:extLst>
          </p:cNvPr>
          <p:cNvSpPr txBox="1"/>
          <p:nvPr/>
        </p:nvSpPr>
        <p:spPr>
          <a:xfrm>
            <a:off x="3432577" y="2906798"/>
            <a:ext cx="2213533" cy="369332"/>
          </a:xfrm>
          <a:prstGeom prst="rect">
            <a:avLst/>
          </a:prstGeom>
          <a:noFill/>
        </p:spPr>
        <p:txBody>
          <a:bodyPr wrap="square" rtlCol="0">
            <a:spAutoFit/>
          </a:bodyPr>
          <a:lstStyle/>
          <a:p>
            <a:r>
              <a:rPr kumimoji="1" lang="ja-JP" altLang="en-US" b="1" dirty="0"/>
              <a:t>クラス番号</a:t>
            </a:r>
            <a:endParaRPr kumimoji="1" lang="en-US" altLang="ja-JP" b="1" dirty="0"/>
          </a:p>
        </p:txBody>
      </p:sp>
      <p:sp>
        <p:nvSpPr>
          <p:cNvPr id="44" name="テキスト ボックス 43">
            <a:extLst>
              <a:ext uri="{FF2B5EF4-FFF2-40B4-BE49-F238E27FC236}">
                <a16:creationId xmlns:a16="http://schemas.microsoft.com/office/drawing/2014/main" id="{43ACEEEE-5EC4-C1DE-23D7-37215E275130}"/>
              </a:ext>
            </a:extLst>
          </p:cNvPr>
          <p:cNvSpPr txBox="1"/>
          <p:nvPr/>
        </p:nvSpPr>
        <p:spPr>
          <a:xfrm>
            <a:off x="3425264" y="3352178"/>
            <a:ext cx="2213533" cy="369332"/>
          </a:xfrm>
          <a:prstGeom prst="rect">
            <a:avLst/>
          </a:prstGeom>
          <a:noFill/>
        </p:spPr>
        <p:txBody>
          <a:bodyPr wrap="square" rtlCol="0">
            <a:spAutoFit/>
          </a:bodyPr>
          <a:lstStyle/>
          <a:p>
            <a:r>
              <a:rPr lang="ja-JP" altLang="en-US" b="1" dirty="0"/>
              <a:t>コース</a:t>
            </a:r>
            <a:endParaRPr kumimoji="1" lang="en-US" altLang="ja-JP" b="1" dirty="0"/>
          </a:p>
        </p:txBody>
      </p:sp>
      <p:sp>
        <p:nvSpPr>
          <p:cNvPr id="45" name="テキスト ボックス 44">
            <a:extLst>
              <a:ext uri="{FF2B5EF4-FFF2-40B4-BE49-F238E27FC236}">
                <a16:creationId xmlns:a16="http://schemas.microsoft.com/office/drawing/2014/main" id="{9BD292F8-2F52-8C08-6D48-3AB2C2AA4042}"/>
              </a:ext>
            </a:extLst>
          </p:cNvPr>
          <p:cNvSpPr txBox="1"/>
          <p:nvPr/>
        </p:nvSpPr>
        <p:spPr>
          <a:xfrm>
            <a:off x="3432577" y="3766075"/>
            <a:ext cx="2213533" cy="369332"/>
          </a:xfrm>
          <a:prstGeom prst="rect">
            <a:avLst/>
          </a:prstGeom>
          <a:noFill/>
        </p:spPr>
        <p:txBody>
          <a:bodyPr wrap="square" rtlCol="0">
            <a:spAutoFit/>
          </a:bodyPr>
          <a:lstStyle/>
          <a:p>
            <a:r>
              <a:rPr lang="ja-JP" altLang="en-US" b="1" dirty="0"/>
              <a:t>担任教師</a:t>
            </a:r>
            <a:endParaRPr kumimoji="1" lang="en-US" altLang="ja-JP" b="1" dirty="0"/>
          </a:p>
        </p:txBody>
      </p:sp>
      <p:sp>
        <p:nvSpPr>
          <p:cNvPr id="46" name="テキスト ボックス 45">
            <a:extLst>
              <a:ext uri="{FF2B5EF4-FFF2-40B4-BE49-F238E27FC236}">
                <a16:creationId xmlns:a16="http://schemas.microsoft.com/office/drawing/2014/main" id="{D0BB63F3-730C-30A0-CA88-B946853723B6}"/>
              </a:ext>
            </a:extLst>
          </p:cNvPr>
          <p:cNvSpPr txBox="1"/>
          <p:nvPr/>
        </p:nvSpPr>
        <p:spPr>
          <a:xfrm>
            <a:off x="3432577" y="4244219"/>
            <a:ext cx="2213533" cy="369332"/>
          </a:xfrm>
          <a:prstGeom prst="rect">
            <a:avLst/>
          </a:prstGeom>
          <a:noFill/>
        </p:spPr>
        <p:txBody>
          <a:bodyPr wrap="square" rtlCol="0">
            <a:spAutoFit/>
          </a:bodyPr>
          <a:lstStyle/>
          <a:p>
            <a:r>
              <a:rPr lang="ja-JP" altLang="en-US" b="1" dirty="0"/>
              <a:t>在籍校</a:t>
            </a:r>
            <a:endParaRPr kumimoji="1" lang="en-US" altLang="ja-JP" b="1" dirty="0"/>
          </a:p>
        </p:txBody>
      </p:sp>
      <p:sp>
        <p:nvSpPr>
          <p:cNvPr id="47" name="テキスト ボックス 46">
            <a:extLst>
              <a:ext uri="{FF2B5EF4-FFF2-40B4-BE49-F238E27FC236}">
                <a16:creationId xmlns:a16="http://schemas.microsoft.com/office/drawing/2014/main" id="{328B7E93-C3D8-2A69-39CC-7E39E664C584}"/>
              </a:ext>
            </a:extLst>
          </p:cNvPr>
          <p:cNvSpPr txBox="1"/>
          <p:nvPr/>
        </p:nvSpPr>
        <p:spPr>
          <a:xfrm>
            <a:off x="3432577" y="4690878"/>
            <a:ext cx="2213533" cy="369332"/>
          </a:xfrm>
          <a:prstGeom prst="rect">
            <a:avLst/>
          </a:prstGeom>
          <a:noFill/>
        </p:spPr>
        <p:txBody>
          <a:bodyPr wrap="square" rtlCol="0">
            <a:spAutoFit/>
          </a:bodyPr>
          <a:lstStyle/>
          <a:p>
            <a:r>
              <a:rPr kumimoji="1" lang="ja-JP" altLang="en-US" dirty="0"/>
              <a:t>　</a:t>
            </a:r>
            <a:r>
              <a:rPr kumimoji="1" lang="ja-JP" altLang="en-US" b="1" dirty="0"/>
              <a:t>所属生徒</a:t>
            </a:r>
            <a:endParaRPr kumimoji="1" lang="en-US" altLang="ja-JP" b="1" dirty="0"/>
          </a:p>
        </p:txBody>
      </p:sp>
      <p:sp>
        <p:nvSpPr>
          <p:cNvPr id="48" name="二等辺三角形 47">
            <a:extLst>
              <a:ext uri="{FF2B5EF4-FFF2-40B4-BE49-F238E27FC236}">
                <a16:creationId xmlns:a16="http://schemas.microsoft.com/office/drawing/2014/main" id="{363E35A7-D8AA-4BDD-CA2F-B7597EBDBB12}"/>
              </a:ext>
            </a:extLst>
          </p:cNvPr>
          <p:cNvSpPr/>
          <p:nvPr/>
        </p:nvSpPr>
        <p:spPr>
          <a:xfrm rot="5400000">
            <a:off x="3495983" y="4777341"/>
            <a:ext cx="212896" cy="173163"/>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ボックス 48">
            <a:extLst>
              <a:ext uri="{FF2B5EF4-FFF2-40B4-BE49-F238E27FC236}">
                <a16:creationId xmlns:a16="http://schemas.microsoft.com/office/drawing/2014/main" id="{EED600F0-F521-0B1F-1C52-72059742BBB7}"/>
              </a:ext>
            </a:extLst>
          </p:cNvPr>
          <p:cNvSpPr txBox="1"/>
          <p:nvPr/>
        </p:nvSpPr>
        <p:spPr>
          <a:xfrm>
            <a:off x="7986377" y="2492829"/>
            <a:ext cx="2213533" cy="369332"/>
          </a:xfrm>
          <a:prstGeom prst="rect">
            <a:avLst/>
          </a:prstGeom>
          <a:noFill/>
        </p:spPr>
        <p:txBody>
          <a:bodyPr wrap="square" rtlCol="0">
            <a:spAutoFit/>
          </a:bodyPr>
          <a:lstStyle/>
          <a:p>
            <a:r>
              <a:rPr lang="en-US" altLang="ja-JP" dirty="0"/>
              <a:t>2023</a:t>
            </a:r>
            <a:endParaRPr kumimoji="1" lang="en-US" altLang="ja-JP" dirty="0"/>
          </a:p>
        </p:txBody>
      </p:sp>
      <p:sp>
        <p:nvSpPr>
          <p:cNvPr id="50" name="テキスト ボックス 49">
            <a:extLst>
              <a:ext uri="{FF2B5EF4-FFF2-40B4-BE49-F238E27FC236}">
                <a16:creationId xmlns:a16="http://schemas.microsoft.com/office/drawing/2014/main" id="{330FE701-AAF5-251A-BCEF-DD66E38BAD9E}"/>
              </a:ext>
            </a:extLst>
          </p:cNvPr>
          <p:cNvSpPr txBox="1"/>
          <p:nvPr/>
        </p:nvSpPr>
        <p:spPr>
          <a:xfrm>
            <a:off x="7993691" y="2906725"/>
            <a:ext cx="2213533" cy="369332"/>
          </a:xfrm>
          <a:prstGeom prst="rect">
            <a:avLst/>
          </a:prstGeom>
          <a:noFill/>
        </p:spPr>
        <p:txBody>
          <a:bodyPr wrap="square" rtlCol="0">
            <a:spAutoFit/>
          </a:bodyPr>
          <a:lstStyle/>
          <a:p>
            <a:r>
              <a:rPr lang="en-US" altLang="ja-JP" dirty="0"/>
              <a:t>203</a:t>
            </a:r>
            <a:endParaRPr kumimoji="1" lang="en-US" altLang="ja-JP" dirty="0"/>
          </a:p>
        </p:txBody>
      </p:sp>
      <p:sp>
        <p:nvSpPr>
          <p:cNvPr id="51" name="テキスト ボックス 50">
            <a:extLst>
              <a:ext uri="{FF2B5EF4-FFF2-40B4-BE49-F238E27FC236}">
                <a16:creationId xmlns:a16="http://schemas.microsoft.com/office/drawing/2014/main" id="{C5BD49D6-4531-B03F-0202-6F623F6075ED}"/>
              </a:ext>
            </a:extLst>
          </p:cNvPr>
          <p:cNvSpPr txBox="1"/>
          <p:nvPr/>
        </p:nvSpPr>
        <p:spPr>
          <a:xfrm>
            <a:off x="7986378" y="3352105"/>
            <a:ext cx="2213533" cy="369332"/>
          </a:xfrm>
          <a:prstGeom prst="rect">
            <a:avLst/>
          </a:prstGeom>
          <a:noFill/>
        </p:spPr>
        <p:txBody>
          <a:bodyPr wrap="square" rtlCol="0">
            <a:spAutoFit/>
          </a:bodyPr>
          <a:lstStyle/>
          <a:p>
            <a:r>
              <a:rPr lang="ja-JP" altLang="en-US" dirty="0"/>
              <a:t>基本情報</a:t>
            </a:r>
            <a:endParaRPr kumimoji="1" lang="en-US" altLang="ja-JP" dirty="0"/>
          </a:p>
        </p:txBody>
      </p:sp>
      <p:sp>
        <p:nvSpPr>
          <p:cNvPr id="52" name="テキスト ボックス 51">
            <a:extLst>
              <a:ext uri="{FF2B5EF4-FFF2-40B4-BE49-F238E27FC236}">
                <a16:creationId xmlns:a16="http://schemas.microsoft.com/office/drawing/2014/main" id="{3B2F82C3-A2B2-B244-86D2-68BFA777767C}"/>
              </a:ext>
            </a:extLst>
          </p:cNvPr>
          <p:cNvSpPr txBox="1"/>
          <p:nvPr/>
        </p:nvSpPr>
        <p:spPr>
          <a:xfrm>
            <a:off x="7993691" y="3766002"/>
            <a:ext cx="2213533" cy="369332"/>
          </a:xfrm>
          <a:prstGeom prst="rect">
            <a:avLst/>
          </a:prstGeom>
          <a:noFill/>
        </p:spPr>
        <p:txBody>
          <a:bodyPr wrap="square" rtlCol="0">
            <a:spAutoFit/>
          </a:bodyPr>
          <a:lstStyle/>
          <a:p>
            <a:r>
              <a:rPr lang="ja-JP" altLang="en-US" dirty="0"/>
              <a:t>大原花子</a:t>
            </a:r>
            <a:endParaRPr kumimoji="1" lang="en-US" altLang="ja-JP" dirty="0"/>
          </a:p>
        </p:txBody>
      </p:sp>
      <p:sp>
        <p:nvSpPr>
          <p:cNvPr id="53" name="テキスト ボックス 52">
            <a:extLst>
              <a:ext uri="{FF2B5EF4-FFF2-40B4-BE49-F238E27FC236}">
                <a16:creationId xmlns:a16="http://schemas.microsoft.com/office/drawing/2014/main" id="{551875D9-1CF9-133E-23EE-07354F5BC239}"/>
              </a:ext>
            </a:extLst>
          </p:cNvPr>
          <p:cNvSpPr txBox="1"/>
          <p:nvPr/>
        </p:nvSpPr>
        <p:spPr>
          <a:xfrm>
            <a:off x="7993691" y="4244146"/>
            <a:ext cx="2213533" cy="369332"/>
          </a:xfrm>
          <a:prstGeom prst="rect">
            <a:avLst/>
          </a:prstGeom>
          <a:noFill/>
        </p:spPr>
        <p:txBody>
          <a:bodyPr wrap="square" rtlCol="0">
            <a:spAutoFit/>
          </a:bodyPr>
          <a:lstStyle/>
          <a:p>
            <a:r>
              <a:rPr kumimoji="1" lang="ja-JP" altLang="en-US" dirty="0"/>
              <a:t>大宮校</a:t>
            </a:r>
            <a:endParaRPr kumimoji="1" lang="en-US" altLang="ja-JP" dirty="0"/>
          </a:p>
        </p:txBody>
      </p:sp>
      <p:sp>
        <p:nvSpPr>
          <p:cNvPr id="54" name="テキスト ボックス 53">
            <a:extLst>
              <a:ext uri="{FF2B5EF4-FFF2-40B4-BE49-F238E27FC236}">
                <a16:creationId xmlns:a16="http://schemas.microsoft.com/office/drawing/2014/main" id="{D244A80E-4BA5-8E72-2FC4-631297927F34}"/>
              </a:ext>
            </a:extLst>
          </p:cNvPr>
          <p:cNvSpPr txBox="1"/>
          <p:nvPr/>
        </p:nvSpPr>
        <p:spPr>
          <a:xfrm>
            <a:off x="4695315" y="4700729"/>
            <a:ext cx="2213533" cy="369332"/>
          </a:xfrm>
          <a:prstGeom prst="rect">
            <a:avLst/>
          </a:prstGeom>
          <a:noFill/>
        </p:spPr>
        <p:txBody>
          <a:bodyPr wrap="square" rtlCol="0">
            <a:spAutoFit/>
          </a:bodyPr>
          <a:lstStyle/>
          <a:p>
            <a:r>
              <a:rPr kumimoji="1" lang="ja-JP" altLang="en-US" b="1" dirty="0"/>
              <a:t>３名</a:t>
            </a:r>
            <a:endParaRPr kumimoji="1" lang="en-US" altLang="ja-JP" b="1" dirty="0"/>
          </a:p>
        </p:txBody>
      </p:sp>
      <p:sp>
        <p:nvSpPr>
          <p:cNvPr id="11" name="矢印: 右 10">
            <a:extLst>
              <a:ext uri="{FF2B5EF4-FFF2-40B4-BE49-F238E27FC236}">
                <a16:creationId xmlns:a16="http://schemas.microsoft.com/office/drawing/2014/main" id="{EE657DA2-2792-BCE1-FCD4-342C3E426CD3}"/>
              </a:ext>
            </a:extLst>
          </p:cNvPr>
          <p:cNvSpPr/>
          <p:nvPr/>
        </p:nvSpPr>
        <p:spPr>
          <a:xfrm>
            <a:off x="8162395" y="5919636"/>
            <a:ext cx="515592" cy="342125"/>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矢印: 右 11">
            <a:extLst>
              <a:ext uri="{FF2B5EF4-FFF2-40B4-BE49-F238E27FC236}">
                <a16:creationId xmlns:a16="http://schemas.microsoft.com/office/drawing/2014/main" id="{610B66B7-5431-570D-B18C-599D35C81BE9}"/>
              </a:ext>
            </a:extLst>
          </p:cNvPr>
          <p:cNvSpPr/>
          <p:nvPr/>
        </p:nvSpPr>
        <p:spPr>
          <a:xfrm>
            <a:off x="9344440" y="5919636"/>
            <a:ext cx="515592" cy="342125"/>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6185253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E9A07AF2-FC34-4644-AA43-89502704DF31}"/>
              </a:ext>
            </a:extLst>
          </p:cNvPr>
          <p:cNvCxnSpPr>
            <a:cxnSpLocks/>
          </p:cNvCxnSpPr>
          <p:nvPr/>
        </p:nvCxnSpPr>
        <p:spPr>
          <a:xfrm>
            <a:off x="3167743" y="1328057"/>
            <a:ext cx="0" cy="3705956"/>
          </a:xfrm>
          <a:prstGeom prst="line">
            <a:avLst/>
          </a:prstGeom>
        </p:spPr>
        <p:style>
          <a:lnRef idx="1">
            <a:schemeClr val="dk1"/>
          </a:lnRef>
          <a:fillRef idx="0">
            <a:schemeClr val="dk1"/>
          </a:fillRef>
          <a:effectRef idx="0">
            <a:schemeClr val="dk1"/>
          </a:effectRef>
          <a:fontRef idx="minor">
            <a:schemeClr val="tx1"/>
          </a:fontRef>
        </p:style>
      </p:cxnSp>
      <p:grpSp>
        <p:nvGrpSpPr>
          <p:cNvPr id="3" name="グループ化 2">
            <a:extLst>
              <a:ext uri="{FF2B5EF4-FFF2-40B4-BE49-F238E27FC236}">
                <a16:creationId xmlns:a16="http://schemas.microsoft.com/office/drawing/2014/main" id="{B7325D37-3C9F-F2CF-F1E9-61A9CEC4A4FE}"/>
              </a:ext>
            </a:extLst>
          </p:cNvPr>
          <p:cNvGrpSpPr/>
          <p:nvPr/>
        </p:nvGrpSpPr>
        <p:grpSpPr>
          <a:xfrm>
            <a:off x="914397" y="377594"/>
            <a:ext cx="9775371" cy="742070"/>
            <a:chOff x="914397" y="377594"/>
            <a:chExt cx="9775371" cy="742070"/>
          </a:xfrm>
        </p:grpSpPr>
        <p:sp>
          <p:nvSpPr>
            <p:cNvPr id="4" name="正方形/長方形 3">
              <a:extLst>
                <a:ext uri="{FF2B5EF4-FFF2-40B4-BE49-F238E27FC236}">
                  <a16:creationId xmlns:a16="http://schemas.microsoft.com/office/drawing/2014/main" id="{45800E08-6B47-7A34-3637-285DB8F8F0CD}"/>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137C262A-16C3-F585-020E-B68945CA20B0}"/>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6" name="テキスト ボックス 5">
              <a:extLst>
                <a:ext uri="{FF2B5EF4-FFF2-40B4-BE49-F238E27FC236}">
                  <a16:creationId xmlns:a16="http://schemas.microsoft.com/office/drawing/2014/main" id="{3819FDCC-301A-EAAB-44CD-6E4ADD082F4C}"/>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7" name="テキスト ボックス 6">
              <a:extLst>
                <a:ext uri="{FF2B5EF4-FFF2-40B4-BE49-F238E27FC236}">
                  <a16:creationId xmlns:a16="http://schemas.microsoft.com/office/drawing/2014/main" id="{DBDCFB9F-D03E-690C-62AA-B97F7EA97C3B}"/>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8" name="テキスト ボックス 7">
            <a:extLst>
              <a:ext uri="{FF2B5EF4-FFF2-40B4-BE49-F238E27FC236}">
                <a16:creationId xmlns:a16="http://schemas.microsoft.com/office/drawing/2014/main" id="{ED5D5651-F1D9-7B07-E716-7B199101D31F}"/>
              </a:ext>
            </a:extLst>
          </p:cNvPr>
          <p:cNvSpPr txBox="1"/>
          <p:nvPr/>
        </p:nvSpPr>
        <p:spPr>
          <a:xfrm>
            <a:off x="7903029" y="2128598"/>
            <a:ext cx="2836091" cy="338554"/>
          </a:xfrm>
          <a:prstGeom prst="rect">
            <a:avLst/>
          </a:prstGeom>
          <a:noFill/>
        </p:spPr>
        <p:txBody>
          <a:bodyPr wrap="square" rtlCol="0">
            <a:spAutoFit/>
          </a:bodyPr>
          <a:lstStyle/>
          <a:p>
            <a:r>
              <a:rPr kumimoji="1" lang="ja-JP" altLang="en-US" sz="1600" b="1" u="sng" dirty="0">
                <a:solidFill>
                  <a:srgbClr val="4B83DD"/>
                </a:solidFill>
              </a:rPr>
              <a:t>番号登録</a:t>
            </a:r>
            <a:r>
              <a:rPr kumimoji="1" lang="ja-JP" altLang="en-US" sz="1600" b="1" dirty="0">
                <a:solidFill>
                  <a:srgbClr val="4B83DD"/>
                </a:solidFill>
              </a:rPr>
              <a:t>　　　</a:t>
            </a:r>
            <a:r>
              <a:rPr kumimoji="1" lang="ja-JP" altLang="en-US" sz="1600" b="1" u="sng" dirty="0">
                <a:solidFill>
                  <a:srgbClr val="4B83DD"/>
                </a:solidFill>
              </a:rPr>
              <a:t>番号削除</a:t>
            </a:r>
          </a:p>
        </p:txBody>
      </p:sp>
      <p:grpSp>
        <p:nvGrpSpPr>
          <p:cNvPr id="9" name="グループ化 8">
            <a:extLst>
              <a:ext uri="{FF2B5EF4-FFF2-40B4-BE49-F238E27FC236}">
                <a16:creationId xmlns:a16="http://schemas.microsoft.com/office/drawing/2014/main" id="{F952F969-9EE7-BFC4-9740-6902E34496A6}"/>
              </a:ext>
            </a:extLst>
          </p:cNvPr>
          <p:cNvGrpSpPr/>
          <p:nvPr/>
        </p:nvGrpSpPr>
        <p:grpSpPr>
          <a:xfrm>
            <a:off x="3738371" y="1431184"/>
            <a:ext cx="7000755" cy="555171"/>
            <a:chOff x="4207329" y="1666025"/>
            <a:chExt cx="6117768" cy="555171"/>
          </a:xfrm>
        </p:grpSpPr>
        <p:sp>
          <p:nvSpPr>
            <p:cNvPr id="10" name="正方形/長方形 9">
              <a:extLst>
                <a:ext uri="{FF2B5EF4-FFF2-40B4-BE49-F238E27FC236}">
                  <a16:creationId xmlns:a16="http://schemas.microsoft.com/office/drawing/2014/main" id="{2DFE2820-E537-49CB-7013-4EB320CFFDB3}"/>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774BD635-57EE-041D-6A39-1C5F1DDAD000}"/>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クラス管理</a:t>
              </a:r>
              <a:endParaRPr kumimoji="1" lang="ja-JP" altLang="en-US" sz="2400" b="1" dirty="0"/>
            </a:p>
          </p:txBody>
        </p:sp>
      </p:grpSp>
      <p:sp>
        <p:nvSpPr>
          <p:cNvPr id="12" name="テキスト ボックス 11">
            <a:extLst>
              <a:ext uri="{FF2B5EF4-FFF2-40B4-BE49-F238E27FC236}">
                <a16:creationId xmlns:a16="http://schemas.microsoft.com/office/drawing/2014/main" id="{7F21DFFD-D8E9-5F3F-27A0-47B423950828}"/>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graphicFrame>
        <p:nvGraphicFramePr>
          <p:cNvPr id="13" name="表 12">
            <a:extLst>
              <a:ext uri="{FF2B5EF4-FFF2-40B4-BE49-F238E27FC236}">
                <a16:creationId xmlns:a16="http://schemas.microsoft.com/office/drawing/2014/main" id="{82B60287-2364-C2AE-2D8C-42EA6849ED54}"/>
              </a:ext>
            </a:extLst>
          </p:cNvPr>
          <p:cNvGraphicFramePr>
            <a:graphicFrameLocks noGrp="1"/>
          </p:cNvGraphicFramePr>
          <p:nvPr/>
        </p:nvGraphicFramePr>
        <p:xfrm>
          <a:off x="3291114" y="2956784"/>
          <a:ext cx="7855855" cy="3207624"/>
        </p:xfrm>
        <a:graphic>
          <a:graphicData uri="http://schemas.openxmlformats.org/drawingml/2006/table">
            <a:tbl>
              <a:tblPr firstRow="1" bandRow="1">
                <a:tableStyleId>{00A15C55-8517-42AA-B614-E9B94910E393}</a:tableStyleId>
              </a:tblPr>
              <a:tblGrid>
                <a:gridCol w="1367972">
                  <a:extLst>
                    <a:ext uri="{9D8B030D-6E8A-4147-A177-3AD203B41FA5}">
                      <a16:colId xmlns:a16="http://schemas.microsoft.com/office/drawing/2014/main" val="1169930792"/>
                    </a:ext>
                  </a:extLst>
                </a:gridCol>
                <a:gridCol w="1774370">
                  <a:extLst>
                    <a:ext uri="{9D8B030D-6E8A-4147-A177-3AD203B41FA5}">
                      <a16:colId xmlns:a16="http://schemas.microsoft.com/office/drawing/2014/main" val="3416825447"/>
                    </a:ext>
                  </a:extLst>
                </a:gridCol>
                <a:gridCol w="1571171">
                  <a:extLst>
                    <a:ext uri="{9D8B030D-6E8A-4147-A177-3AD203B41FA5}">
                      <a16:colId xmlns:a16="http://schemas.microsoft.com/office/drawing/2014/main" val="1024237340"/>
                    </a:ext>
                  </a:extLst>
                </a:gridCol>
                <a:gridCol w="2108202">
                  <a:extLst>
                    <a:ext uri="{9D8B030D-6E8A-4147-A177-3AD203B41FA5}">
                      <a16:colId xmlns:a16="http://schemas.microsoft.com/office/drawing/2014/main" val="3990386928"/>
                    </a:ext>
                  </a:extLst>
                </a:gridCol>
                <a:gridCol w="1034140">
                  <a:extLst>
                    <a:ext uri="{9D8B030D-6E8A-4147-A177-3AD203B41FA5}">
                      <a16:colId xmlns:a16="http://schemas.microsoft.com/office/drawing/2014/main" val="1746375304"/>
                    </a:ext>
                  </a:extLst>
                </a:gridCol>
              </a:tblGrid>
              <a:tr h="458232">
                <a:tc>
                  <a:txBody>
                    <a:bodyPr/>
                    <a:lstStyle/>
                    <a:p>
                      <a:pPr algn="ctr"/>
                      <a:r>
                        <a:rPr kumimoji="1" lang="ja-JP" altLang="en-US" dirty="0"/>
                        <a:t>年度</a:t>
                      </a:r>
                    </a:p>
                  </a:txBody>
                  <a:tcPr>
                    <a:solidFill>
                      <a:srgbClr val="34A3FE"/>
                    </a:solidFill>
                  </a:tcPr>
                </a:tc>
                <a:tc>
                  <a:txBody>
                    <a:bodyPr/>
                    <a:lstStyle/>
                    <a:p>
                      <a:pPr algn="ctr"/>
                      <a:r>
                        <a:rPr kumimoji="1" lang="ja-JP" altLang="en-US" dirty="0"/>
                        <a:t>クラス番号</a:t>
                      </a:r>
                    </a:p>
                  </a:txBody>
                  <a:tcPr>
                    <a:solidFill>
                      <a:srgbClr val="34A3FE"/>
                    </a:solidFill>
                  </a:tcPr>
                </a:tc>
                <a:tc>
                  <a:txBody>
                    <a:bodyPr/>
                    <a:lstStyle/>
                    <a:p>
                      <a:pPr algn="ctr"/>
                      <a:r>
                        <a:rPr kumimoji="1" lang="ja-JP" altLang="en-US" dirty="0"/>
                        <a:t>専攻科目</a:t>
                      </a:r>
                    </a:p>
                  </a:txBody>
                  <a:tcPr>
                    <a:solidFill>
                      <a:srgbClr val="34A3FE"/>
                    </a:solidFill>
                  </a:tcPr>
                </a:tc>
                <a:tc>
                  <a:txBody>
                    <a:bodyPr/>
                    <a:lstStyle/>
                    <a:p>
                      <a:pPr algn="ctr"/>
                      <a:r>
                        <a:rPr kumimoji="1" lang="ja-JP" altLang="en-US" dirty="0"/>
                        <a:t>担任教師</a:t>
                      </a:r>
                    </a:p>
                  </a:txBody>
                  <a:tcPr>
                    <a:solidFill>
                      <a:srgbClr val="34A3FE"/>
                    </a:solidFill>
                  </a:tcPr>
                </a:tc>
                <a:tc>
                  <a:txBody>
                    <a:bodyPr/>
                    <a:lstStyle/>
                    <a:p>
                      <a:endParaRPr kumimoji="1" lang="ja-JP" altLang="en-US" dirty="0"/>
                    </a:p>
                  </a:txBody>
                  <a:tcPr>
                    <a:solidFill>
                      <a:srgbClr val="34A3FE"/>
                    </a:solidFill>
                  </a:tcPr>
                </a:tc>
                <a:extLst>
                  <a:ext uri="{0D108BD9-81ED-4DB2-BD59-A6C34878D82A}">
                    <a16:rowId xmlns:a16="http://schemas.microsoft.com/office/drawing/2014/main" val="2382842977"/>
                  </a:ext>
                </a:extLst>
              </a:tr>
              <a:tr h="458232">
                <a:tc>
                  <a:txBody>
                    <a:bodyPr/>
                    <a:lstStyle/>
                    <a:p>
                      <a:pPr algn="ctr"/>
                      <a:r>
                        <a:rPr kumimoji="1" lang="en-US" altLang="ja-JP" dirty="0"/>
                        <a:t>2023</a:t>
                      </a:r>
                      <a:endParaRPr kumimoji="1" lang="ja-JP" altLang="en-US" dirty="0"/>
                    </a:p>
                  </a:txBody>
                  <a:tcPr>
                    <a:solidFill>
                      <a:schemeClr val="bg2"/>
                    </a:solidFill>
                  </a:tcPr>
                </a:tc>
                <a:tc>
                  <a:txBody>
                    <a:bodyPr/>
                    <a:lstStyle/>
                    <a:p>
                      <a:pPr algn="ctr"/>
                      <a:r>
                        <a:rPr kumimoji="1" lang="en-US" altLang="ja-JP" dirty="0"/>
                        <a:t>203</a:t>
                      </a:r>
                      <a:endParaRPr kumimoji="1" lang="ja-JP" altLang="en-US" dirty="0"/>
                    </a:p>
                  </a:txBody>
                  <a:tcPr>
                    <a:solidFill>
                      <a:schemeClr val="bg2"/>
                    </a:solidFill>
                  </a:tcPr>
                </a:tc>
                <a:tc>
                  <a:txBody>
                    <a:bodyPr/>
                    <a:lstStyle/>
                    <a:p>
                      <a:pPr algn="ctr"/>
                      <a:r>
                        <a:rPr kumimoji="1" lang="ja-JP" altLang="en-US" dirty="0"/>
                        <a:t>基本情報</a:t>
                      </a:r>
                    </a:p>
                  </a:txBody>
                  <a:tcPr>
                    <a:solidFill>
                      <a:schemeClr val="bg2"/>
                    </a:solidFill>
                  </a:tcPr>
                </a:tc>
                <a:tc>
                  <a:txBody>
                    <a:bodyPr/>
                    <a:lstStyle/>
                    <a:p>
                      <a:pPr algn="ctr"/>
                      <a:r>
                        <a:rPr kumimoji="1" lang="ja-JP" altLang="en-US" dirty="0"/>
                        <a:t>大原花子</a:t>
                      </a:r>
                    </a:p>
                  </a:txBody>
                  <a:tcPr>
                    <a:solidFill>
                      <a:schemeClr val="bg2"/>
                    </a:solidFill>
                  </a:tcPr>
                </a:tc>
                <a:tc>
                  <a:txBody>
                    <a:bodyPr/>
                    <a:lstStyle/>
                    <a:p>
                      <a:endParaRPr kumimoji="1" lang="ja-JP" altLang="en-US" dirty="0"/>
                    </a:p>
                  </a:txBody>
                  <a:tcPr>
                    <a:solidFill>
                      <a:schemeClr val="bg2"/>
                    </a:solidFill>
                  </a:tcPr>
                </a:tc>
                <a:extLst>
                  <a:ext uri="{0D108BD9-81ED-4DB2-BD59-A6C34878D82A}">
                    <a16:rowId xmlns:a16="http://schemas.microsoft.com/office/drawing/2014/main" val="2630282058"/>
                  </a:ext>
                </a:extLst>
              </a:tr>
              <a:tr h="458232">
                <a:tc>
                  <a:txBody>
                    <a:bodyPr/>
                    <a:lstStyle/>
                    <a:p>
                      <a:pPr algn="ctr"/>
                      <a:r>
                        <a:rPr kumimoji="1" lang="en-US" altLang="ja-JP" dirty="0"/>
                        <a:t>2023</a:t>
                      </a:r>
                      <a:endParaRPr kumimoji="1" lang="ja-JP" altLang="en-US" dirty="0"/>
                    </a:p>
                  </a:txBody>
                  <a:tcPr>
                    <a:solidFill>
                      <a:schemeClr val="bg1">
                        <a:lumMod val="95000"/>
                      </a:schemeClr>
                    </a:solidFill>
                  </a:tcPr>
                </a:tc>
                <a:tc>
                  <a:txBody>
                    <a:bodyPr/>
                    <a:lstStyle/>
                    <a:p>
                      <a:pPr algn="ctr"/>
                      <a:r>
                        <a:rPr kumimoji="1" lang="en-US" altLang="ja-JP" dirty="0"/>
                        <a:t>205</a:t>
                      </a:r>
                      <a:endParaRPr kumimoji="1" lang="ja-JP" altLang="en-US" dirty="0"/>
                    </a:p>
                  </a:txBody>
                  <a:tcPr>
                    <a:solidFill>
                      <a:schemeClr val="bg1">
                        <a:lumMod val="95000"/>
                      </a:schemeClr>
                    </a:solidFill>
                  </a:tcPr>
                </a:tc>
                <a:tc>
                  <a:txBody>
                    <a:bodyPr/>
                    <a:lstStyle/>
                    <a:p>
                      <a:pPr algn="ctr"/>
                      <a:r>
                        <a:rPr kumimoji="1" lang="ja-JP" altLang="en-US" dirty="0"/>
                        <a:t>ー</a:t>
                      </a:r>
                    </a:p>
                  </a:txBody>
                  <a:tcPr>
                    <a:solidFill>
                      <a:schemeClr val="bg1">
                        <a:lumMod val="95000"/>
                      </a:schemeClr>
                    </a:solidFill>
                  </a:tcPr>
                </a:tc>
                <a:tc>
                  <a:txBody>
                    <a:bodyPr/>
                    <a:lstStyle/>
                    <a:p>
                      <a:pPr algn="ctr"/>
                      <a:r>
                        <a:rPr kumimoji="1" lang="ja-JP" altLang="en-US" dirty="0"/>
                        <a:t>ー</a:t>
                      </a:r>
                    </a:p>
                  </a:txBody>
                  <a:tcPr>
                    <a:solidFill>
                      <a:schemeClr val="bg1">
                        <a:lumMod val="95000"/>
                      </a:schemeClr>
                    </a:solidFill>
                  </a:tcPr>
                </a:tc>
                <a:tc>
                  <a:txBody>
                    <a:bodyPr/>
                    <a:lstStyle/>
                    <a:p>
                      <a:endParaRPr kumimoji="1" lang="ja-JP" altLang="en-US" dirty="0"/>
                    </a:p>
                  </a:txBody>
                  <a:tcPr>
                    <a:solidFill>
                      <a:schemeClr val="bg1">
                        <a:lumMod val="95000"/>
                      </a:schemeClr>
                    </a:solidFill>
                  </a:tcPr>
                </a:tc>
                <a:extLst>
                  <a:ext uri="{0D108BD9-81ED-4DB2-BD59-A6C34878D82A}">
                    <a16:rowId xmlns:a16="http://schemas.microsoft.com/office/drawing/2014/main" val="3156237550"/>
                  </a:ext>
                </a:extLst>
              </a:tr>
              <a:tr h="458232">
                <a:tc>
                  <a:txBody>
                    <a:bodyPr/>
                    <a:lstStyle/>
                    <a:p>
                      <a:pPr algn="ctr"/>
                      <a:r>
                        <a:rPr kumimoji="1" lang="en-US" altLang="ja-JP" dirty="0"/>
                        <a:t>2024</a:t>
                      </a:r>
                      <a:endParaRPr kumimoji="1" lang="ja-JP" altLang="en-US" dirty="0"/>
                    </a:p>
                  </a:txBody>
                  <a:tcPr>
                    <a:solidFill>
                      <a:schemeClr val="bg2"/>
                    </a:solidFill>
                  </a:tcPr>
                </a:tc>
                <a:tc>
                  <a:txBody>
                    <a:bodyPr/>
                    <a:lstStyle/>
                    <a:p>
                      <a:pPr algn="ctr"/>
                      <a:r>
                        <a:rPr kumimoji="1" lang="en-US" altLang="ja-JP" dirty="0"/>
                        <a:t>203</a:t>
                      </a:r>
                      <a:endParaRPr kumimoji="1" lang="ja-JP" altLang="en-US" dirty="0"/>
                    </a:p>
                  </a:txBody>
                  <a:tcPr>
                    <a:solidFill>
                      <a:schemeClr val="bg2"/>
                    </a:solidFill>
                  </a:tcPr>
                </a:tc>
                <a:tc>
                  <a:txBody>
                    <a:bodyPr/>
                    <a:lstStyle/>
                    <a:p>
                      <a:pPr algn="ctr"/>
                      <a:r>
                        <a:rPr kumimoji="1" lang="en-US" altLang="ja-JP" dirty="0"/>
                        <a:t>AI</a:t>
                      </a:r>
                      <a:endParaRPr kumimoji="1" lang="ja-JP" altLang="en-US" dirty="0"/>
                    </a:p>
                  </a:txBody>
                  <a:tcPr>
                    <a:solidFill>
                      <a:schemeClr val="bg2"/>
                    </a:solidFill>
                  </a:tcPr>
                </a:tc>
                <a:tc>
                  <a:txBody>
                    <a:bodyPr/>
                    <a:lstStyle/>
                    <a:p>
                      <a:pPr algn="ctr"/>
                      <a:r>
                        <a:rPr kumimoji="1" lang="ja-JP" altLang="en-US" dirty="0"/>
                        <a:t>大原太郎</a:t>
                      </a:r>
                    </a:p>
                  </a:txBody>
                  <a:tcPr>
                    <a:solidFill>
                      <a:schemeClr val="bg2"/>
                    </a:solidFill>
                  </a:tcPr>
                </a:tc>
                <a:tc>
                  <a:txBody>
                    <a:bodyPr/>
                    <a:lstStyle/>
                    <a:p>
                      <a:endParaRPr kumimoji="1" lang="ja-JP" altLang="en-US" dirty="0"/>
                    </a:p>
                  </a:txBody>
                  <a:tcPr>
                    <a:solidFill>
                      <a:schemeClr val="bg2"/>
                    </a:solidFill>
                  </a:tcPr>
                </a:tc>
                <a:extLst>
                  <a:ext uri="{0D108BD9-81ED-4DB2-BD59-A6C34878D82A}">
                    <a16:rowId xmlns:a16="http://schemas.microsoft.com/office/drawing/2014/main" val="232465615"/>
                  </a:ext>
                </a:extLst>
              </a:tr>
              <a:tr h="458232">
                <a:tc>
                  <a:txBody>
                    <a:bodyPr/>
                    <a:lstStyle/>
                    <a:p>
                      <a:pPr algn="ctr"/>
                      <a:r>
                        <a:rPr kumimoji="1" lang="en-US" altLang="ja-JP" dirty="0"/>
                        <a:t>2024</a:t>
                      </a:r>
                      <a:endParaRPr kumimoji="1" lang="ja-JP" altLang="en-US" dirty="0"/>
                    </a:p>
                  </a:txBody>
                  <a:tcPr>
                    <a:solidFill>
                      <a:schemeClr val="bg2"/>
                    </a:solidFill>
                  </a:tcPr>
                </a:tc>
                <a:tc>
                  <a:txBody>
                    <a:bodyPr/>
                    <a:lstStyle/>
                    <a:p>
                      <a:pPr algn="ctr"/>
                      <a:r>
                        <a:rPr kumimoji="1" lang="en-US" altLang="ja-JP" dirty="0"/>
                        <a:t>205</a:t>
                      </a:r>
                      <a:endParaRPr kumimoji="1" lang="ja-JP" altLang="en-US" dirty="0"/>
                    </a:p>
                  </a:txBody>
                  <a:tcPr>
                    <a:solidFill>
                      <a:schemeClr val="bg2"/>
                    </a:solidFill>
                  </a:tcPr>
                </a:tc>
                <a:tc>
                  <a:txBody>
                    <a:bodyPr/>
                    <a:lstStyle/>
                    <a:p>
                      <a:pPr algn="ctr"/>
                      <a:r>
                        <a:rPr kumimoji="1" lang="ja-JP" altLang="en-US" dirty="0"/>
                        <a:t>ー</a:t>
                      </a:r>
                    </a:p>
                  </a:txBody>
                  <a:tcPr>
                    <a:solidFill>
                      <a:schemeClr val="bg2"/>
                    </a:solidFill>
                  </a:tcPr>
                </a:tc>
                <a:tc>
                  <a:txBody>
                    <a:bodyPr/>
                    <a:lstStyle/>
                    <a:p>
                      <a:pPr algn="ctr"/>
                      <a:r>
                        <a:rPr kumimoji="1" lang="ja-JP" altLang="en-US" dirty="0"/>
                        <a:t>ー</a:t>
                      </a:r>
                    </a:p>
                  </a:txBody>
                  <a:tcPr>
                    <a:solidFill>
                      <a:schemeClr val="bg2"/>
                    </a:solidFill>
                  </a:tcPr>
                </a:tc>
                <a:tc>
                  <a:txBody>
                    <a:bodyPr/>
                    <a:lstStyle/>
                    <a:p>
                      <a:endParaRPr kumimoji="1" lang="ja-JP" altLang="en-US" dirty="0"/>
                    </a:p>
                  </a:txBody>
                  <a:tcPr>
                    <a:solidFill>
                      <a:schemeClr val="bg2"/>
                    </a:solidFill>
                  </a:tcPr>
                </a:tc>
                <a:extLst>
                  <a:ext uri="{0D108BD9-81ED-4DB2-BD59-A6C34878D82A}">
                    <a16:rowId xmlns:a16="http://schemas.microsoft.com/office/drawing/2014/main" val="1342827987"/>
                  </a:ext>
                </a:extLst>
              </a:tr>
              <a:tr h="458232">
                <a:tc>
                  <a:txBody>
                    <a:bodyPr/>
                    <a:lstStyle/>
                    <a:p>
                      <a:pPr algn="ctr"/>
                      <a:r>
                        <a:rPr kumimoji="1" lang="en-US" altLang="ja-JP" dirty="0"/>
                        <a:t>2025</a:t>
                      </a:r>
                      <a:endParaRPr kumimoji="1" lang="ja-JP" altLang="en-US" dirty="0"/>
                    </a:p>
                  </a:txBody>
                  <a:tcPr>
                    <a:solidFill>
                      <a:schemeClr val="bg2"/>
                    </a:solidFill>
                  </a:tcPr>
                </a:tc>
                <a:tc>
                  <a:txBody>
                    <a:bodyPr/>
                    <a:lstStyle/>
                    <a:p>
                      <a:pPr algn="ctr"/>
                      <a:r>
                        <a:rPr kumimoji="1" lang="en-US" altLang="ja-JP" dirty="0"/>
                        <a:t>203</a:t>
                      </a:r>
                      <a:endParaRPr kumimoji="1" lang="ja-JP" altLang="en-US" dirty="0"/>
                    </a:p>
                  </a:txBody>
                  <a:tcPr>
                    <a:solidFill>
                      <a:schemeClr val="bg2"/>
                    </a:solidFill>
                  </a:tcPr>
                </a:tc>
                <a:tc>
                  <a:txBody>
                    <a:bodyPr/>
                    <a:lstStyle/>
                    <a:p>
                      <a:pPr algn="ctr"/>
                      <a:r>
                        <a:rPr kumimoji="1" lang="ja-JP" altLang="en-US" dirty="0"/>
                        <a:t>ー</a:t>
                      </a:r>
                    </a:p>
                  </a:txBody>
                  <a:tcPr>
                    <a:solidFill>
                      <a:schemeClr val="bg2"/>
                    </a:solidFill>
                  </a:tcPr>
                </a:tc>
                <a:tc>
                  <a:txBody>
                    <a:bodyPr/>
                    <a:lstStyle/>
                    <a:p>
                      <a:pPr algn="ctr"/>
                      <a:r>
                        <a:rPr kumimoji="1" lang="ja-JP" altLang="en-US" dirty="0"/>
                        <a:t>ー</a:t>
                      </a:r>
                    </a:p>
                  </a:txBody>
                  <a:tcPr>
                    <a:solidFill>
                      <a:schemeClr val="bg2"/>
                    </a:solidFill>
                  </a:tcPr>
                </a:tc>
                <a:tc>
                  <a:txBody>
                    <a:bodyPr/>
                    <a:lstStyle/>
                    <a:p>
                      <a:endParaRPr kumimoji="1" lang="ja-JP" altLang="en-US" dirty="0"/>
                    </a:p>
                  </a:txBody>
                  <a:tcPr>
                    <a:solidFill>
                      <a:schemeClr val="bg2"/>
                    </a:solidFill>
                  </a:tcPr>
                </a:tc>
                <a:extLst>
                  <a:ext uri="{0D108BD9-81ED-4DB2-BD59-A6C34878D82A}">
                    <a16:rowId xmlns:a16="http://schemas.microsoft.com/office/drawing/2014/main" val="2510647185"/>
                  </a:ext>
                </a:extLst>
              </a:tr>
              <a:tr h="458232">
                <a:tc>
                  <a:txBody>
                    <a:bodyPr/>
                    <a:lstStyle/>
                    <a:p>
                      <a:pPr algn="ctr"/>
                      <a:r>
                        <a:rPr kumimoji="1" lang="en-US" altLang="ja-JP" dirty="0"/>
                        <a:t>2025</a:t>
                      </a:r>
                      <a:endParaRPr kumimoji="1" lang="ja-JP" altLang="en-US" dirty="0"/>
                    </a:p>
                  </a:txBody>
                  <a:tcPr>
                    <a:solidFill>
                      <a:schemeClr val="bg2"/>
                    </a:solidFill>
                  </a:tcPr>
                </a:tc>
                <a:tc>
                  <a:txBody>
                    <a:bodyPr/>
                    <a:lstStyle/>
                    <a:p>
                      <a:pPr algn="ctr"/>
                      <a:r>
                        <a:rPr kumimoji="1" lang="en-US" altLang="ja-JP" dirty="0"/>
                        <a:t>205</a:t>
                      </a:r>
                      <a:endParaRPr kumimoji="1" lang="ja-JP" altLang="en-US" dirty="0"/>
                    </a:p>
                  </a:txBody>
                  <a:tcPr>
                    <a:solidFill>
                      <a:schemeClr val="bg2"/>
                    </a:solidFill>
                  </a:tcPr>
                </a:tc>
                <a:tc>
                  <a:txBody>
                    <a:bodyPr/>
                    <a:lstStyle/>
                    <a:p>
                      <a:pPr algn="ctr"/>
                      <a:r>
                        <a:rPr kumimoji="1" lang="ja-JP" altLang="en-US" dirty="0"/>
                        <a:t>ー</a:t>
                      </a:r>
                    </a:p>
                  </a:txBody>
                  <a:tcPr>
                    <a:solidFill>
                      <a:schemeClr val="bg2"/>
                    </a:solidFill>
                  </a:tcPr>
                </a:tc>
                <a:tc>
                  <a:txBody>
                    <a:bodyPr/>
                    <a:lstStyle/>
                    <a:p>
                      <a:pPr algn="ctr"/>
                      <a:r>
                        <a:rPr kumimoji="1" lang="ja-JP" altLang="en-US" dirty="0"/>
                        <a:t>ー</a:t>
                      </a:r>
                    </a:p>
                  </a:txBody>
                  <a:tcPr>
                    <a:solidFill>
                      <a:schemeClr val="bg2"/>
                    </a:solidFill>
                  </a:tcPr>
                </a:tc>
                <a:tc>
                  <a:txBody>
                    <a:bodyPr/>
                    <a:lstStyle/>
                    <a:p>
                      <a:endParaRPr kumimoji="1" lang="ja-JP" altLang="en-US" dirty="0"/>
                    </a:p>
                  </a:txBody>
                  <a:tcPr>
                    <a:solidFill>
                      <a:schemeClr val="bg2"/>
                    </a:solidFill>
                  </a:tcPr>
                </a:tc>
                <a:extLst>
                  <a:ext uri="{0D108BD9-81ED-4DB2-BD59-A6C34878D82A}">
                    <a16:rowId xmlns:a16="http://schemas.microsoft.com/office/drawing/2014/main" val="870193898"/>
                  </a:ext>
                </a:extLst>
              </a:tr>
            </a:tbl>
          </a:graphicData>
        </a:graphic>
      </p:graphicFrame>
      <p:sp>
        <p:nvSpPr>
          <p:cNvPr id="14" name="テキスト ボックス 13">
            <a:extLst>
              <a:ext uri="{FF2B5EF4-FFF2-40B4-BE49-F238E27FC236}">
                <a16:creationId xmlns:a16="http://schemas.microsoft.com/office/drawing/2014/main" id="{8A8CB15B-6227-8B48-5D95-B90D6D37FA29}"/>
              </a:ext>
            </a:extLst>
          </p:cNvPr>
          <p:cNvSpPr txBox="1"/>
          <p:nvPr/>
        </p:nvSpPr>
        <p:spPr>
          <a:xfrm>
            <a:off x="10300424" y="3486763"/>
            <a:ext cx="658948" cy="338554"/>
          </a:xfrm>
          <a:prstGeom prst="rect">
            <a:avLst/>
          </a:prstGeom>
          <a:noFill/>
        </p:spPr>
        <p:txBody>
          <a:bodyPr wrap="square" rtlCol="0">
            <a:spAutoFit/>
          </a:bodyPr>
          <a:lstStyle/>
          <a:p>
            <a:pPr algn="ctr"/>
            <a:r>
              <a:rPr kumimoji="1" lang="ja-JP" altLang="en-US" sz="1600" b="1" u="sng" dirty="0">
                <a:solidFill>
                  <a:srgbClr val="4B83DD"/>
                </a:solidFill>
              </a:rPr>
              <a:t>編集</a:t>
            </a:r>
          </a:p>
        </p:txBody>
      </p:sp>
      <p:sp>
        <p:nvSpPr>
          <p:cNvPr id="15" name="テキスト ボックス 14">
            <a:extLst>
              <a:ext uri="{FF2B5EF4-FFF2-40B4-BE49-F238E27FC236}">
                <a16:creationId xmlns:a16="http://schemas.microsoft.com/office/drawing/2014/main" id="{D30C5E95-AC4C-F364-4F7E-788132667047}"/>
              </a:ext>
            </a:extLst>
          </p:cNvPr>
          <p:cNvSpPr txBox="1"/>
          <p:nvPr/>
        </p:nvSpPr>
        <p:spPr>
          <a:xfrm>
            <a:off x="10300424" y="3947395"/>
            <a:ext cx="658948" cy="338554"/>
          </a:xfrm>
          <a:prstGeom prst="rect">
            <a:avLst/>
          </a:prstGeom>
          <a:noFill/>
        </p:spPr>
        <p:txBody>
          <a:bodyPr wrap="square" rtlCol="0">
            <a:spAutoFit/>
          </a:bodyPr>
          <a:lstStyle/>
          <a:p>
            <a:pPr algn="ctr"/>
            <a:r>
              <a:rPr kumimoji="1" lang="ja-JP" altLang="en-US" sz="1600" b="1" u="sng" dirty="0">
                <a:solidFill>
                  <a:srgbClr val="4B83DD"/>
                </a:solidFill>
              </a:rPr>
              <a:t>編集</a:t>
            </a:r>
          </a:p>
        </p:txBody>
      </p:sp>
      <p:sp>
        <p:nvSpPr>
          <p:cNvPr id="16" name="テキスト ボックス 15">
            <a:extLst>
              <a:ext uri="{FF2B5EF4-FFF2-40B4-BE49-F238E27FC236}">
                <a16:creationId xmlns:a16="http://schemas.microsoft.com/office/drawing/2014/main" id="{75A0933D-1FA9-BC39-5CFF-6BC9445D5011}"/>
              </a:ext>
            </a:extLst>
          </p:cNvPr>
          <p:cNvSpPr txBox="1"/>
          <p:nvPr/>
        </p:nvSpPr>
        <p:spPr>
          <a:xfrm>
            <a:off x="10300424" y="4407934"/>
            <a:ext cx="658948" cy="338554"/>
          </a:xfrm>
          <a:prstGeom prst="rect">
            <a:avLst/>
          </a:prstGeom>
          <a:noFill/>
        </p:spPr>
        <p:txBody>
          <a:bodyPr wrap="square" rtlCol="0">
            <a:spAutoFit/>
          </a:bodyPr>
          <a:lstStyle/>
          <a:p>
            <a:pPr algn="ctr"/>
            <a:r>
              <a:rPr kumimoji="1" lang="ja-JP" altLang="en-US" sz="1600" b="1" u="sng" dirty="0">
                <a:solidFill>
                  <a:srgbClr val="4B83DD"/>
                </a:solidFill>
              </a:rPr>
              <a:t>編集</a:t>
            </a:r>
          </a:p>
        </p:txBody>
      </p:sp>
      <p:sp>
        <p:nvSpPr>
          <p:cNvPr id="17" name="矢印: 上 16">
            <a:extLst>
              <a:ext uri="{FF2B5EF4-FFF2-40B4-BE49-F238E27FC236}">
                <a16:creationId xmlns:a16="http://schemas.microsoft.com/office/drawing/2014/main" id="{62AAD182-E9B4-7859-051B-EAB81575A09A}"/>
              </a:ext>
            </a:extLst>
          </p:cNvPr>
          <p:cNvSpPr/>
          <p:nvPr/>
        </p:nvSpPr>
        <p:spPr>
          <a:xfrm rot="20889810">
            <a:off x="9678457" y="2319507"/>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C453E02D-D490-9515-1EE0-956173D37CD9}"/>
              </a:ext>
            </a:extLst>
          </p:cNvPr>
          <p:cNvSpPr txBox="1"/>
          <p:nvPr/>
        </p:nvSpPr>
        <p:spPr>
          <a:xfrm>
            <a:off x="10300424" y="4827902"/>
            <a:ext cx="658948" cy="338554"/>
          </a:xfrm>
          <a:prstGeom prst="rect">
            <a:avLst/>
          </a:prstGeom>
          <a:noFill/>
        </p:spPr>
        <p:txBody>
          <a:bodyPr wrap="square" rtlCol="0">
            <a:spAutoFit/>
          </a:bodyPr>
          <a:lstStyle/>
          <a:p>
            <a:pPr algn="ctr"/>
            <a:r>
              <a:rPr kumimoji="1" lang="ja-JP" altLang="en-US" sz="1600" b="1" u="sng" dirty="0">
                <a:solidFill>
                  <a:srgbClr val="4B83DD"/>
                </a:solidFill>
              </a:rPr>
              <a:t>編集</a:t>
            </a:r>
          </a:p>
        </p:txBody>
      </p:sp>
      <p:sp>
        <p:nvSpPr>
          <p:cNvPr id="19" name="テキスト ボックス 18">
            <a:extLst>
              <a:ext uri="{FF2B5EF4-FFF2-40B4-BE49-F238E27FC236}">
                <a16:creationId xmlns:a16="http://schemas.microsoft.com/office/drawing/2014/main" id="{EBEA4DB2-9D2B-258C-4619-D28E4BEC4556}"/>
              </a:ext>
            </a:extLst>
          </p:cNvPr>
          <p:cNvSpPr txBox="1"/>
          <p:nvPr/>
        </p:nvSpPr>
        <p:spPr>
          <a:xfrm>
            <a:off x="10300424" y="5308701"/>
            <a:ext cx="658948" cy="338554"/>
          </a:xfrm>
          <a:prstGeom prst="rect">
            <a:avLst/>
          </a:prstGeom>
          <a:noFill/>
        </p:spPr>
        <p:txBody>
          <a:bodyPr wrap="square" rtlCol="0">
            <a:spAutoFit/>
          </a:bodyPr>
          <a:lstStyle/>
          <a:p>
            <a:pPr algn="ctr"/>
            <a:r>
              <a:rPr kumimoji="1" lang="ja-JP" altLang="en-US" sz="1600" b="1" u="sng" dirty="0">
                <a:solidFill>
                  <a:srgbClr val="4B83DD"/>
                </a:solidFill>
              </a:rPr>
              <a:t>編集</a:t>
            </a:r>
          </a:p>
        </p:txBody>
      </p:sp>
      <p:sp>
        <p:nvSpPr>
          <p:cNvPr id="20" name="テキスト ボックス 19">
            <a:extLst>
              <a:ext uri="{FF2B5EF4-FFF2-40B4-BE49-F238E27FC236}">
                <a16:creationId xmlns:a16="http://schemas.microsoft.com/office/drawing/2014/main" id="{F75E92D8-06D6-3C11-59D2-A7E5F4377AD3}"/>
              </a:ext>
            </a:extLst>
          </p:cNvPr>
          <p:cNvSpPr txBox="1"/>
          <p:nvPr/>
        </p:nvSpPr>
        <p:spPr>
          <a:xfrm>
            <a:off x="10300424" y="5749073"/>
            <a:ext cx="658948" cy="338554"/>
          </a:xfrm>
          <a:prstGeom prst="rect">
            <a:avLst/>
          </a:prstGeom>
          <a:noFill/>
        </p:spPr>
        <p:txBody>
          <a:bodyPr wrap="square" rtlCol="0">
            <a:spAutoFit/>
          </a:bodyPr>
          <a:lstStyle/>
          <a:p>
            <a:pPr algn="ctr"/>
            <a:r>
              <a:rPr kumimoji="1" lang="ja-JP" altLang="en-US" sz="1600" b="1" u="sng" dirty="0">
                <a:solidFill>
                  <a:srgbClr val="4B83DD"/>
                </a:solidFill>
              </a:rPr>
              <a:t>編集</a:t>
            </a:r>
          </a:p>
        </p:txBody>
      </p:sp>
      <p:sp>
        <p:nvSpPr>
          <p:cNvPr id="21" name="四角形: 角を丸くする 20">
            <a:extLst>
              <a:ext uri="{FF2B5EF4-FFF2-40B4-BE49-F238E27FC236}">
                <a16:creationId xmlns:a16="http://schemas.microsoft.com/office/drawing/2014/main" id="{A93FE8BD-10A3-BA3A-9BDA-D6AA968DCCC3}"/>
              </a:ext>
            </a:extLst>
          </p:cNvPr>
          <p:cNvSpPr/>
          <p:nvPr/>
        </p:nvSpPr>
        <p:spPr>
          <a:xfrm>
            <a:off x="4615180" y="2297875"/>
            <a:ext cx="920206" cy="29629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28247E3D-72B8-7601-0A17-0270F974C3B8}"/>
              </a:ext>
            </a:extLst>
          </p:cNvPr>
          <p:cNvSpPr txBox="1"/>
          <p:nvPr/>
        </p:nvSpPr>
        <p:spPr>
          <a:xfrm>
            <a:off x="3747953" y="2261355"/>
            <a:ext cx="1139007" cy="369332"/>
          </a:xfrm>
          <a:prstGeom prst="rect">
            <a:avLst/>
          </a:prstGeom>
          <a:noFill/>
        </p:spPr>
        <p:txBody>
          <a:bodyPr wrap="square" rtlCol="0">
            <a:spAutoFit/>
          </a:bodyPr>
          <a:lstStyle/>
          <a:p>
            <a:r>
              <a:rPr kumimoji="1" lang="ja-JP" altLang="en-US" dirty="0"/>
              <a:t>年度：</a:t>
            </a:r>
          </a:p>
        </p:txBody>
      </p:sp>
      <p:cxnSp>
        <p:nvCxnSpPr>
          <p:cNvPr id="23" name="直線コネクタ 22">
            <a:extLst>
              <a:ext uri="{FF2B5EF4-FFF2-40B4-BE49-F238E27FC236}">
                <a16:creationId xmlns:a16="http://schemas.microsoft.com/office/drawing/2014/main" id="{B15CC3BC-64C6-BEA4-55DB-570BD4322673}"/>
              </a:ext>
            </a:extLst>
          </p:cNvPr>
          <p:cNvCxnSpPr>
            <a:cxnSpLocks/>
          </p:cNvCxnSpPr>
          <p:nvPr/>
        </p:nvCxnSpPr>
        <p:spPr>
          <a:xfrm>
            <a:off x="4776517" y="2467152"/>
            <a:ext cx="456288" cy="0"/>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75061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17"/>
                                        </p:tgtEl>
                                      </p:cBhvr>
                                    </p:animEffect>
                                    <p:animScale>
                                      <p:cBhvr>
                                        <p:cTn id="13" dur="400" autoRev="1" fill="hold"/>
                                        <p:tgtEl>
                                          <p:spTgt spid="17"/>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22" presetClass="exit" presetSubtype="4" fill="hold" nodeType="clickEffect">
                                  <p:stCondLst>
                                    <p:cond delay="0"/>
                                  </p:stCondLst>
                                  <p:childTnLst>
                                    <p:animEffect transition="out" filter="wipe(down)">
                                      <p:cBhvr>
                                        <p:cTn id="17" dur="500"/>
                                        <p:tgtEl>
                                          <p:spTgt spid="23"/>
                                        </p:tgtEl>
                                      </p:cBhvr>
                                    </p:animEffect>
                                    <p:set>
                                      <p:cBhvr>
                                        <p:cTn id="18"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図 30" descr="グラフィカル ユーザー インターフェイス&#10;&#10;自動的に生成された説明">
            <a:extLst>
              <a:ext uri="{FF2B5EF4-FFF2-40B4-BE49-F238E27FC236}">
                <a16:creationId xmlns:a16="http://schemas.microsoft.com/office/drawing/2014/main" id="{05EFE453-F907-017E-E880-81C607CDBC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2" name="矢印: 上 31">
            <a:extLst>
              <a:ext uri="{FF2B5EF4-FFF2-40B4-BE49-F238E27FC236}">
                <a16:creationId xmlns:a16="http://schemas.microsoft.com/office/drawing/2014/main" id="{891DF095-F12A-28E4-0318-0A054EA7A97A}"/>
              </a:ext>
            </a:extLst>
          </p:cNvPr>
          <p:cNvSpPr/>
          <p:nvPr/>
        </p:nvSpPr>
        <p:spPr>
          <a:xfrm rot="20889810">
            <a:off x="7151744" y="5194356"/>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478449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32"/>
                                        </p:tgtEl>
                                      </p:cBhvr>
                                    </p:animEffect>
                                    <p:animScale>
                                      <p:cBhvr>
                                        <p:cTn id="13" dur="400" autoRev="1" fill="hold"/>
                                        <p:tgtEl>
                                          <p:spTgt spid="3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60641F4E-C425-8D79-B2EF-A77ADE39A6DE}"/>
              </a:ext>
            </a:extLst>
          </p:cNvPr>
          <p:cNvCxnSpPr>
            <a:cxnSpLocks/>
          </p:cNvCxnSpPr>
          <p:nvPr/>
        </p:nvCxnSpPr>
        <p:spPr>
          <a:xfrm>
            <a:off x="3167743" y="1328057"/>
            <a:ext cx="0" cy="3705956"/>
          </a:xfrm>
          <a:prstGeom prst="line">
            <a:avLst/>
          </a:prstGeom>
        </p:spPr>
        <p:style>
          <a:lnRef idx="1">
            <a:schemeClr val="dk1"/>
          </a:lnRef>
          <a:fillRef idx="0">
            <a:schemeClr val="dk1"/>
          </a:fillRef>
          <a:effectRef idx="0">
            <a:schemeClr val="dk1"/>
          </a:effectRef>
          <a:fontRef idx="minor">
            <a:schemeClr val="tx1"/>
          </a:fontRef>
        </p:style>
      </p:cxnSp>
      <p:grpSp>
        <p:nvGrpSpPr>
          <p:cNvPr id="3" name="グループ化 2">
            <a:extLst>
              <a:ext uri="{FF2B5EF4-FFF2-40B4-BE49-F238E27FC236}">
                <a16:creationId xmlns:a16="http://schemas.microsoft.com/office/drawing/2014/main" id="{FCD4E6BD-6354-CB96-FE0F-C9231D9D0537}"/>
              </a:ext>
            </a:extLst>
          </p:cNvPr>
          <p:cNvGrpSpPr/>
          <p:nvPr/>
        </p:nvGrpSpPr>
        <p:grpSpPr>
          <a:xfrm>
            <a:off x="914397" y="377594"/>
            <a:ext cx="9775371" cy="742070"/>
            <a:chOff x="914397" y="377594"/>
            <a:chExt cx="9775371" cy="742070"/>
          </a:xfrm>
        </p:grpSpPr>
        <p:sp>
          <p:nvSpPr>
            <p:cNvPr id="4" name="正方形/長方形 3">
              <a:extLst>
                <a:ext uri="{FF2B5EF4-FFF2-40B4-BE49-F238E27FC236}">
                  <a16:creationId xmlns:a16="http://schemas.microsoft.com/office/drawing/2014/main" id="{E0CB4848-A313-7F5C-625D-A71D38A08FE5}"/>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17F5C426-8001-1610-253E-D41D97CE70A9}"/>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6" name="テキスト ボックス 5">
              <a:extLst>
                <a:ext uri="{FF2B5EF4-FFF2-40B4-BE49-F238E27FC236}">
                  <a16:creationId xmlns:a16="http://schemas.microsoft.com/office/drawing/2014/main" id="{68869F29-F09E-6101-D64E-232CA9498347}"/>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7" name="テキスト ボックス 6">
              <a:extLst>
                <a:ext uri="{FF2B5EF4-FFF2-40B4-BE49-F238E27FC236}">
                  <a16:creationId xmlns:a16="http://schemas.microsoft.com/office/drawing/2014/main" id="{C9E0BF7B-295F-21BB-E8E7-60DFE406F340}"/>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8" name="テキスト ボックス 7">
            <a:extLst>
              <a:ext uri="{FF2B5EF4-FFF2-40B4-BE49-F238E27FC236}">
                <a16:creationId xmlns:a16="http://schemas.microsoft.com/office/drawing/2014/main" id="{A0D7648D-2024-E533-6F07-C4297D3BCB6F}"/>
              </a:ext>
            </a:extLst>
          </p:cNvPr>
          <p:cNvSpPr txBox="1"/>
          <p:nvPr/>
        </p:nvSpPr>
        <p:spPr>
          <a:xfrm>
            <a:off x="9301841" y="2128598"/>
            <a:ext cx="1981200" cy="338554"/>
          </a:xfrm>
          <a:prstGeom prst="rect">
            <a:avLst/>
          </a:prstGeom>
          <a:noFill/>
        </p:spPr>
        <p:txBody>
          <a:bodyPr wrap="square" rtlCol="0">
            <a:spAutoFit/>
          </a:bodyPr>
          <a:lstStyle/>
          <a:p>
            <a:r>
              <a:rPr lang="ja-JP" altLang="en-US" sz="1600" b="1" u="sng" dirty="0">
                <a:solidFill>
                  <a:srgbClr val="4B83DD"/>
                </a:solidFill>
              </a:rPr>
              <a:t>新規登録</a:t>
            </a:r>
            <a:endParaRPr kumimoji="1" lang="ja-JP" altLang="en-US" sz="1600" b="1" u="sng" dirty="0">
              <a:solidFill>
                <a:srgbClr val="4B83DD"/>
              </a:solidFill>
            </a:endParaRPr>
          </a:p>
        </p:txBody>
      </p:sp>
      <p:grpSp>
        <p:nvGrpSpPr>
          <p:cNvPr id="9" name="グループ化 8">
            <a:extLst>
              <a:ext uri="{FF2B5EF4-FFF2-40B4-BE49-F238E27FC236}">
                <a16:creationId xmlns:a16="http://schemas.microsoft.com/office/drawing/2014/main" id="{A99D1C2C-60B6-813C-95D3-3F7265DA7A1E}"/>
              </a:ext>
            </a:extLst>
          </p:cNvPr>
          <p:cNvGrpSpPr/>
          <p:nvPr/>
        </p:nvGrpSpPr>
        <p:grpSpPr>
          <a:xfrm>
            <a:off x="3738371" y="1431184"/>
            <a:ext cx="7000755" cy="555171"/>
            <a:chOff x="4207329" y="1666025"/>
            <a:chExt cx="6117768" cy="555171"/>
          </a:xfrm>
        </p:grpSpPr>
        <p:sp>
          <p:nvSpPr>
            <p:cNvPr id="10" name="正方形/長方形 9">
              <a:extLst>
                <a:ext uri="{FF2B5EF4-FFF2-40B4-BE49-F238E27FC236}">
                  <a16:creationId xmlns:a16="http://schemas.microsoft.com/office/drawing/2014/main" id="{FF5D8730-3ED4-B974-DAE8-045C795CEDF6}"/>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3115FEB3-37C5-2D39-EE99-DD2906E32896}"/>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コース管理</a:t>
              </a:r>
              <a:endParaRPr kumimoji="1" lang="ja-JP" altLang="en-US" sz="2400" b="1" dirty="0"/>
            </a:p>
          </p:txBody>
        </p:sp>
      </p:grpSp>
      <p:sp>
        <p:nvSpPr>
          <p:cNvPr id="12" name="正方形/長方形 11">
            <a:extLst>
              <a:ext uri="{FF2B5EF4-FFF2-40B4-BE49-F238E27FC236}">
                <a16:creationId xmlns:a16="http://schemas.microsoft.com/office/drawing/2014/main" id="{E39E509E-E077-F1FA-5913-D07D99C5C0A6}"/>
              </a:ext>
            </a:extLst>
          </p:cNvPr>
          <p:cNvSpPr/>
          <p:nvPr/>
        </p:nvSpPr>
        <p:spPr>
          <a:xfrm>
            <a:off x="963755" y="5509534"/>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D89F8652-56A7-DAAC-A4F7-1468C8FE5D23}"/>
              </a:ext>
            </a:extLst>
          </p:cNvPr>
          <p:cNvSpPr txBox="1"/>
          <p:nvPr/>
        </p:nvSpPr>
        <p:spPr>
          <a:xfrm>
            <a:off x="5024127" y="5556482"/>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14" name="テキスト ボックス 13">
            <a:extLst>
              <a:ext uri="{FF2B5EF4-FFF2-40B4-BE49-F238E27FC236}">
                <a16:creationId xmlns:a16="http://schemas.microsoft.com/office/drawing/2014/main" id="{9FF80B90-7370-27C9-F8B8-9342B78C15DC}"/>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graphicFrame>
        <p:nvGraphicFramePr>
          <p:cNvPr id="15" name="表 14">
            <a:extLst>
              <a:ext uri="{FF2B5EF4-FFF2-40B4-BE49-F238E27FC236}">
                <a16:creationId xmlns:a16="http://schemas.microsoft.com/office/drawing/2014/main" id="{9974457C-72D6-DCA5-2CA4-7806E652EA0C}"/>
              </a:ext>
            </a:extLst>
          </p:cNvPr>
          <p:cNvGraphicFramePr>
            <a:graphicFrameLocks noGrp="1"/>
          </p:cNvGraphicFramePr>
          <p:nvPr>
            <p:extLst>
              <p:ext uri="{D42A27DB-BD31-4B8C-83A1-F6EECF244321}">
                <p14:modId xmlns:p14="http://schemas.microsoft.com/office/powerpoint/2010/main" val="1053178602"/>
              </p:ext>
            </p:extLst>
          </p:nvPr>
        </p:nvGraphicFramePr>
        <p:xfrm>
          <a:off x="3447143" y="2859113"/>
          <a:ext cx="7242624" cy="1483360"/>
        </p:xfrm>
        <a:graphic>
          <a:graphicData uri="http://schemas.openxmlformats.org/drawingml/2006/table">
            <a:tbl>
              <a:tblPr firstRow="1" bandRow="1">
                <a:tableStyleId>{00A15C55-8517-42AA-B614-E9B94910E393}</a:tableStyleId>
              </a:tblPr>
              <a:tblGrid>
                <a:gridCol w="1810656">
                  <a:extLst>
                    <a:ext uri="{9D8B030D-6E8A-4147-A177-3AD203B41FA5}">
                      <a16:colId xmlns:a16="http://schemas.microsoft.com/office/drawing/2014/main" val="3574988834"/>
                    </a:ext>
                  </a:extLst>
                </a:gridCol>
                <a:gridCol w="2884715">
                  <a:extLst>
                    <a:ext uri="{9D8B030D-6E8A-4147-A177-3AD203B41FA5}">
                      <a16:colId xmlns:a16="http://schemas.microsoft.com/office/drawing/2014/main" val="3229351846"/>
                    </a:ext>
                  </a:extLst>
                </a:gridCol>
                <a:gridCol w="1317172">
                  <a:extLst>
                    <a:ext uri="{9D8B030D-6E8A-4147-A177-3AD203B41FA5}">
                      <a16:colId xmlns:a16="http://schemas.microsoft.com/office/drawing/2014/main" val="1650379889"/>
                    </a:ext>
                  </a:extLst>
                </a:gridCol>
                <a:gridCol w="1230081">
                  <a:extLst>
                    <a:ext uri="{9D8B030D-6E8A-4147-A177-3AD203B41FA5}">
                      <a16:colId xmlns:a16="http://schemas.microsoft.com/office/drawing/2014/main" val="2802289642"/>
                    </a:ext>
                  </a:extLst>
                </a:gridCol>
              </a:tblGrid>
              <a:tr h="370840">
                <a:tc>
                  <a:txBody>
                    <a:bodyPr/>
                    <a:lstStyle/>
                    <a:p>
                      <a:r>
                        <a:rPr kumimoji="1" lang="ja-JP" altLang="en-US" dirty="0"/>
                        <a:t>コースコード</a:t>
                      </a:r>
                    </a:p>
                  </a:txBody>
                  <a:tcPr>
                    <a:solidFill>
                      <a:srgbClr val="34A3FE"/>
                    </a:solidFill>
                  </a:tcPr>
                </a:tc>
                <a:tc>
                  <a:txBody>
                    <a:bodyPr/>
                    <a:lstStyle/>
                    <a:p>
                      <a:r>
                        <a:rPr kumimoji="1" lang="ja-JP" altLang="en-US" dirty="0"/>
                        <a:t>コース名</a:t>
                      </a:r>
                    </a:p>
                  </a:txBody>
                  <a:tcPr>
                    <a:solidFill>
                      <a:srgbClr val="34A3FE"/>
                    </a:solidFill>
                  </a:tcPr>
                </a:tc>
                <a:tc>
                  <a:txBody>
                    <a:bodyPr/>
                    <a:lstStyle/>
                    <a:p>
                      <a:endParaRPr kumimoji="1" lang="ja-JP" altLang="en-US" dirty="0"/>
                    </a:p>
                  </a:txBody>
                  <a:tcPr>
                    <a:solidFill>
                      <a:srgbClr val="34A3FE"/>
                    </a:solidFill>
                  </a:tcPr>
                </a:tc>
                <a:tc>
                  <a:txBody>
                    <a:bodyPr/>
                    <a:lstStyle/>
                    <a:p>
                      <a:endParaRPr kumimoji="1" lang="ja-JP" altLang="en-US" dirty="0"/>
                    </a:p>
                  </a:txBody>
                  <a:tcPr>
                    <a:solidFill>
                      <a:srgbClr val="34A3FE"/>
                    </a:solidFill>
                  </a:tcPr>
                </a:tc>
                <a:extLst>
                  <a:ext uri="{0D108BD9-81ED-4DB2-BD59-A6C34878D82A}">
                    <a16:rowId xmlns:a16="http://schemas.microsoft.com/office/drawing/2014/main" val="2571459163"/>
                  </a:ext>
                </a:extLst>
              </a:tr>
              <a:tr h="370840">
                <a:tc>
                  <a:txBody>
                    <a:bodyPr/>
                    <a:lstStyle/>
                    <a:p>
                      <a:r>
                        <a:rPr kumimoji="1" lang="en-US" altLang="ja-JP" dirty="0"/>
                        <a:t>SED</a:t>
                      </a:r>
                      <a:endParaRPr kumimoji="1" lang="ja-JP" altLang="en-US" dirty="0"/>
                    </a:p>
                  </a:txBody>
                  <a:tcPr>
                    <a:solidFill>
                      <a:schemeClr val="bg2">
                        <a:lumMod val="90000"/>
                      </a:schemeClr>
                    </a:solidFill>
                  </a:tcPr>
                </a:tc>
                <a:tc>
                  <a:txBody>
                    <a:bodyPr/>
                    <a:lstStyle/>
                    <a:p>
                      <a:r>
                        <a:rPr kumimoji="1" lang="ja-JP" altLang="en-US" dirty="0"/>
                        <a:t>システム開発</a:t>
                      </a:r>
                    </a:p>
                  </a:txBody>
                  <a:tcPr>
                    <a:solidFill>
                      <a:schemeClr val="bg2">
                        <a:lumMod val="90000"/>
                      </a:schemeClr>
                    </a:solidFill>
                  </a:tcPr>
                </a:tc>
                <a:tc>
                  <a:txBody>
                    <a:bodyPr/>
                    <a:lstStyle/>
                    <a:p>
                      <a:endParaRPr kumimoji="1" lang="ja-JP" altLang="en-US" dirty="0"/>
                    </a:p>
                  </a:txBody>
                  <a:tcPr>
                    <a:solidFill>
                      <a:schemeClr val="bg2">
                        <a:lumMod val="90000"/>
                      </a:schemeClr>
                    </a:solidFill>
                  </a:tcPr>
                </a:tc>
                <a:tc>
                  <a:txBody>
                    <a:bodyPr/>
                    <a:lstStyle/>
                    <a:p>
                      <a:endParaRPr kumimoji="1" lang="ja-JP" altLang="en-US" dirty="0"/>
                    </a:p>
                  </a:txBody>
                  <a:tcPr>
                    <a:solidFill>
                      <a:schemeClr val="bg2">
                        <a:lumMod val="90000"/>
                      </a:schemeClr>
                    </a:solidFill>
                  </a:tcPr>
                </a:tc>
                <a:extLst>
                  <a:ext uri="{0D108BD9-81ED-4DB2-BD59-A6C34878D82A}">
                    <a16:rowId xmlns:a16="http://schemas.microsoft.com/office/drawing/2014/main" val="1721554902"/>
                  </a:ext>
                </a:extLst>
              </a:tr>
              <a:tr h="370840">
                <a:tc>
                  <a:txBody>
                    <a:bodyPr/>
                    <a:lstStyle/>
                    <a:p>
                      <a:r>
                        <a:rPr kumimoji="1" lang="en-US" altLang="ja-JP" dirty="0"/>
                        <a:t>AID</a:t>
                      </a:r>
                      <a:endParaRPr kumimoji="1" lang="ja-JP" altLang="en-US" dirty="0"/>
                    </a:p>
                  </a:txBody>
                  <a:tcPr>
                    <a:solidFill>
                      <a:schemeClr val="bg1">
                        <a:lumMod val="95000"/>
                      </a:schemeClr>
                    </a:solidFill>
                  </a:tcPr>
                </a:tc>
                <a:tc>
                  <a:txBody>
                    <a:bodyPr/>
                    <a:lstStyle/>
                    <a:p>
                      <a:r>
                        <a:rPr kumimoji="1" lang="en-US" altLang="ja-JP" dirty="0"/>
                        <a:t>AI</a:t>
                      </a:r>
                      <a:r>
                        <a:rPr kumimoji="1" lang="ja-JP" altLang="en-US" dirty="0"/>
                        <a:t>開発</a:t>
                      </a:r>
                    </a:p>
                  </a:txBody>
                  <a:tcPr>
                    <a:solidFill>
                      <a:schemeClr val="bg1">
                        <a:lumMod val="95000"/>
                      </a:schemeClr>
                    </a:solidFill>
                  </a:tcPr>
                </a:tc>
                <a:tc>
                  <a:txBody>
                    <a:bodyPr/>
                    <a:lstStyle/>
                    <a:p>
                      <a:endParaRPr kumimoji="1" lang="ja-JP" altLang="en-US" dirty="0"/>
                    </a:p>
                  </a:txBody>
                  <a:tcPr>
                    <a:solidFill>
                      <a:schemeClr val="bg1">
                        <a:lumMod val="95000"/>
                      </a:schemeClr>
                    </a:solidFill>
                  </a:tcPr>
                </a:tc>
                <a:tc>
                  <a:txBody>
                    <a:bodyPr/>
                    <a:lstStyle/>
                    <a:p>
                      <a:endParaRPr kumimoji="1" lang="ja-JP" altLang="en-US" dirty="0"/>
                    </a:p>
                  </a:txBody>
                  <a:tcPr>
                    <a:solidFill>
                      <a:schemeClr val="bg1">
                        <a:lumMod val="95000"/>
                      </a:schemeClr>
                    </a:solidFill>
                  </a:tcPr>
                </a:tc>
                <a:extLst>
                  <a:ext uri="{0D108BD9-81ED-4DB2-BD59-A6C34878D82A}">
                    <a16:rowId xmlns:a16="http://schemas.microsoft.com/office/drawing/2014/main" val="1861899299"/>
                  </a:ext>
                </a:extLst>
              </a:tr>
              <a:tr h="370840">
                <a:tc>
                  <a:txBody>
                    <a:bodyPr/>
                    <a:lstStyle/>
                    <a:p>
                      <a:r>
                        <a:rPr kumimoji="1" lang="en-US" altLang="ja-JP" dirty="0"/>
                        <a:t>FES</a:t>
                      </a:r>
                      <a:endParaRPr kumimoji="1" lang="ja-JP" altLang="en-US" dirty="0"/>
                    </a:p>
                  </a:txBody>
                  <a:tcPr>
                    <a:solidFill>
                      <a:schemeClr val="bg2">
                        <a:lumMod val="90000"/>
                      </a:schemeClr>
                    </a:solidFill>
                  </a:tcPr>
                </a:tc>
                <a:tc>
                  <a:txBody>
                    <a:bodyPr/>
                    <a:lstStyle/>
                    <a:p>
                      <a:r>
                        <a:rPr kumimoji="1" lang="ja-JP" altLang="en-US" dirty="0"/>
                        <a:t>基本情報</a:t>
                      </a:r>
                    </a:p>
                  </a:txBody>
                  <a:tcPr>
                    <a:solidFill>
                      <a:schemeClr val="bg2">
                        <a:lumMod val="90000"/>
                      </a:schemeClr>
                    </a:solidFill>
                  </a:tcPr>
                </a:tc>
                <a:tc>
                  <a:txBody>
                    <a:bodyPr/>
                    <a:lstStyle/>
                    <a:p>
                      <a:endParaRPr kumimoji="1" lang="ja-JP" altLang="en-US" dirty="0"/>
                    </a:p>
                  </a:txBody>
                  <a:tcPr>
                    <a:solidFill>
                      <a:schemeClr val="bg2">
                        <a:lumMod val="90000"/>
                      </a:schemeClr>
                    </a:solidFill>
                  </a:tcPr>
                </a:tc>
                <a:tc>
                  <a:txBody>
                    <a:bodyPr/>
                    <a:lstStyle/>
                    <a:p>
                      <a:endParaRPr kumimoji="1" lang="ja-JP" altLang="en-US" dirty="0"/>
                    </a:p>
                  </a:txBody>
                  <a:tcPr>
                    <a:solidFill>
                      <a:schemeClr val="bg2">
                        <a:lumMod val="90000"/>
                      </a:schemeClr>
                    </a:solidFill>
                  </a:tcPr>
                </a:tc>
                <a:extLst>
                  <a:ext uri="{0D108BD9-81ED-4DB2-BD59-A6C34878D82A}">
                    <a16:rowId xmlns:a16="http://schemas.microsoft.com/office/drawing/2014/main" val="3625746312"/>
                  </a:ext>
                </a:extLst>
              </a:tr>
            </a:tbl>
          </a:graphicData>
        </a:graphic>
      </p:graphicFrame>
      <p:sp>
        <p:nvSpPr>
          <p:cNvPr id="16" name="テキスト ボックス 15">
            <a:extLst>
              <a:ext uri="{FF2B5EF4-FFF2-40B4-BE49-F238E27FC236}">
                <a16:creationId xmlns:a16="http://schemas.microsoft.com/office/drawing/2014/main" id="{9041A7A0-ECC2-9A3F-8162-9AD8660B432E}"/>
              </a:ext>
            </a:extLst>
          </p:cNvPr>
          <p:cNvSpPr txBox="1"/>
          <p:nvPr/>
        </p:nvSpPr>
        <p:spPr>
          <a:xfrm>
            <a:off x="8397871" y="3264817"/>
            <a:ext cx="658948" cy="338554"/>
          </a:xfrm>
          <a:prstGeom prst="rect">
            <a:avLst/>
          </a:prstGeom>
          <a:noFill/>
        </p:spPr>
        <p:txBody>
          <a:bodyPr wrap="square" rtlCol="0">
            <a:spAutoFit/>
          </a:bodyPr>
          <a:lstStyle/>
          <a:p>
            <a:pPr algn="ctr"/>
            <a:r>
              <a:rPr kumimoji="1" lang="ja-JP" altLang="en-US" sz="1600" b="1" u="sng" dirty="0">
                <a:solidFill>
                  <a:srgbClr val="4B83DD"/>
                </a:solidFill>
              </a:rPr>
              <a:t>編集</a:t>
            </a:r>
          </a:p>
        </p:txBody>
      </p:sp>
      <p:sp>
        <p:nvSpPr>
          <p:cNvPr id="17" name="テキスト ボックス 16">
            <a:extLst>
              <a:ext uri="{FF2B5EF4-FFF2-40B4-BE49-F238E27FC236}">
                <a16:creationId xmlns:a16="http://schemas.microsoft.com/office/drawing/2014/main" id="{7D6EE003-921E-4EF8-B6CC-31424991DC8B}"/>
              </a:ext>
            </a:extLst>
          </p:cNvPr>
          <p:cNvSpPr txBox="1"/>
          <p:nvPr/>
        </p:nvSpPr>
        <p:spPr>
          <a:xfrm>
            <a:off x="9769471" y="3264817"/>
            <a:ext cx="658948" cy="338554"/>
          </a:xfrm>
          <a:prstGeom prst="rect">
            <a:avLst/>
          </a:prstGeom>
          <a:noFill/>
        </p:spPr>
        <p:txBody>
          <a:bodyPr wrap="square" rtlCol="0">
            <a:spAutoFit/>
          </a:bodyPr>
          <a:lstStyle/>
          <a:p>
            <a:pPr algn="ctr"/>
            <a:r>
              <a:rPr lang="ja-JP" altLang="en-US" sz="1600" b="1" u="sng" dirty="0">
                <a:solidFill>
                  <a:srgbClr val="4B83DD"/>
                </a:solidFill>
              </a:rPr>
              <a:t>削除</a:t>
            </a:r>
            <a:endParaRPr kumimoji="1" lang="ja-JP" altLang="en-US" sz="1600" b="1" u="sng" dirty="0">
              <a:solidFill>
                <a:srgbClr val="4B83DD"/>
              </a:solidFill>
            </a:endParaRPr>
          </a:p>
        </p:txBody>
      </p:sp>
      <p:sp>
        <p:nvSpPr>
          <p:cNvPr id="18" name="テキスト ボックス 17">
            <a:extLst>
              <a:ext uri="{FF2B5EF4-FFF2-40B4-BE49-F238E27FC236}">
                <a16:creationId xmlns:a16="http://schemas.microsoft.com/office/drawing/2014/main" id="{D59D2462-3C5D-280E-0681-9C0FC25ED134}"/>
              </a:ext>
            </a:extLst>
          </p:cNvPr>
          <p:cNvSpPr txBox="1"/>
          <p:nvPr/>
        </p:nvSpPr>
        <p:spPr>
          <a:xfrm>
            <a:off x="8408661" y="3633079"/>
            <a:ext cx="658948" cy="338554"/>
          </a:xfrm>
          <a:prstGeom prst="rect">
            <a:avLst/>
          </a:prstGeom>
          <a:noFill/>
        </p:spPr>
        <p:txBody>
          <a:bodyPr wrap="square" rtlCol="0">
            <a:spAutoFit/>
          </a:bodyPr>
          <a:lstStyle/>
          <a:p>
            <a:pPr algn="ctr"/>
            <a:r>
              <a:rPr kumimoji="1" lang="ja-JP" altLang="en-US" sz="1600" b="1" u="sng" dirty="0">
                <a:solidFill>
                  <a:srgbClr val="4B83DD"/>
                </a:solidFill>
              </a:rPr>
              <a:t>編集</a:t>
            </a:r>
          </a:p>
        </p:txBody>
      </p:sp>
      <p:sp>
        <p:nvSpPr>
          <p:cNvPr id="19" name="テキスト ボックス 18">
            <a:extLst>
              <a:ext uri="{FF2B5EF4-FFF2-40B4-BE49-F238E27FC236}">
                <a16:creationId xmlns:a16="http://schemas.microsoft.com/office/drawing/2014/main" id="{31C2CB5D-76CB-9DFD-0CB5-E5084B4DD0E6}"/>
              </a:ext>
            </a:extLst>
          </p:cNvPr>
          <p:cNvSpPr txBox="1"/>
          <p:nvPr/>
        </p:nvSpPr>
        <p:spPr>
          <a:xfrm>
            <a:off x="9780261" y="3633079"/>
            <a:ext cx="658948" cy="338554"/>
          </a:xfrm>
          <a:prstGeom prst="rect">
            <a:avLst/>
          </a:prstGeom>
          <a:noFill/>
        </p:spPr>
        <p:txBody>
          <a:bodyPr wrap="square" rtlCol="0">
            <a:spAutoFit/>
          </a:bodyPr>
          <a:lstStyle/>
          <a:p>
            <a:pPr algn="ctr"/>
            <a:r>
              <a:rPr lang="ja-JP" altLang="en-US" sz="1600" b="1" u="sng" dirty="0">
                <a:solidFill>
                  <a:srgbClr val="4B83DD"/>
                </a:solidFill>
              </a:rPr>
              <a:t>削除</a:t>
            </a:r>
            <a:endParaRPr kumimoji="1" lang="ja-JP" altLang="en-US" sz="1600" b="1" u="sng" dirty="0">
              <a:solidFill>
                <a:srgbClr val="4B83DD"/>
              </a:solidFill>
            </a:endParaRPr>
          </a:p>
        </p:txBody>
      </p:sp>
      <p:sp>
        <p:nvSpPr>
          <p:cNvPr id="21" name="テキスト ボックス 20">
            <a:extLst>
              <a:ext uri="{FF2B5EF4-FFF2-40B4-BE49-F238E27FC236}">
                <a16:creationId xmlns:a16="http://schemas.microsoft.com/office/drawing/2014/main" id="{F4D26537-D473-A410-FDEC-A2496E8AE366}"/>
              </a:ext>
            </a:extLst>
          </p:cNvPr>
          <p:cNvSpPr txBox="1"/>
          <p:nvPr/>
        </p:nvSpPr>
        <p:spPr>
          <a:xfrm>
            <a:off x="8408661" y="3987776"/>
            <a:ext cx="658948" cy="338554"/>
          </a:xfrm>
          <a:prstGeom prst="rect">
            <a:avLst/>
          </a:prstGeom>
          <a:noFill/>
        </p:spPr>
        <p:txBody>
          <a:bodyPr wrap="square" rtlCol="0">
            <a:spAutoFit/>
          </a:bodyPr>
          <a:lstStyle/>
          <a:p>
            <a:pPr algn="ctr"/>
            <a:r>
              <a:rPr kumimoji="1" lang="ja-JP" altLang="en-US" sz="1600" b="1" u="sng" dirty="0">
                <a:solidFill>
                  <a:srgbClr val="4B83DD"/>
                </a:solidFill>
              </a:rPr>
              <a:t>編集</a:t>
            </a:r>
          </a:p>
        </p:txBody>
      </p:sp>
      <p:sp>
        <p:nvSpPr>
          <p:cNvPr id="22" name="テキスト ボックス 21">
            <a:extLst>
              <a:ext uri="{FF2B5EF4-FFF2-40B4-BE49-F238E27FC236}">
                <a16:creationId xmlns:a16="http://schemas.microsoft.com/office/drawing/2014/main" id="{36AA9ED8-8EF8-C2EE-CA85-F51EE306AF57}"/>
              </a:ext>
            </a:extLst>
          </p:cNvPr>
          <p:cNvSpPr txBox="1"/>
          <p:nvPr/>
        </p:nvSpPr>
        <p:spPr>
          <a:xfrm>
            <a:off x="9780261" y="3987776"/>
            <a:ext cx="658948" cy="338554"/>
          </a:xfrm>
          <a:prstGeom prst="rect">
            <a:avLst/>
          </a:prstGeom>
          <a:noFill/>
        </p:spPr>
        <p:txBody>
          <a:bodyPr wrap="square" rtlCol="0">
            <a:spAutoFit/>
          </a:bodyPr>
          <a:lstStyle/>
          <a:p>
            <a:pPr algn="ctr"/>
            <a:r>
              <a:rPr lang="ja-JP" altLang="en-US" sz="1600" b="1" u="sng" dirty="0">
                <a:solidFill>
                  <a:srgbClr val="4B83DD"/>
                </a:solidFill>
              </a:rPr>
              <a:t>削除</a:t>
            </a:r>
            <a:endParaRPr kumimoji="1" lang="ja-JP" altLang="en-US" sz="1600" b="1" u="sng" dirty="0">
              <a:solidFill>
                <a:srgbClr val="4B83DD"/>
              </a:solidFill>
            </a:endParaRPr>
          </a:p>
        </p:txBody>
      </p:sp>
      <p:sp>
        <p:nvSpPr>
          <p:cNvPr id="23" name="吹き出し: 円形 22">
            <a:extLst>
              <a:ext uri="{FF2B5EF4-FFF2-40B4-BE49-F238E27FC236}">
                <a16:creationId xmlns:a16="http://schemas.microsoft.com/office/drawing/2014/main" id="{326B470F-AFC2-40DC-861C-788CF59F6972}"/>
              </a:ext>
            </a:extLst>
          </p:cNvPr>
          <p:cNvSpPr/>
          <p:nvPr/>
        </p:nvSpPr>
        <p:spPr>
          <a:xfrm>
            <a:off x="6222903" y="1566756"/>
            <a:ext cx="2231571" cy="1483360"/>
          </a:xfrm>
          <a:prstGeom prst="wedgeEllipseCallout">
            <a:avLst>
              <a:gd name="adj1" fmla="val 48923"/>
              <a:gd name="adj2" fmla="val 6323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4" name="テキスト ボックス 23">
            <a:extLst>
              <a:ext uri="{FF2B5EF4-FFF2-40B4-BE49-F238E27FC236}">
                <a16:creationId xmlns:a16="http://schemas.microsoft.com/office/drawing/2014/main" id="{BA0E9072-8081-7EA5-13FA-1E28889A89B9}"/>
              </a:ext>
            </a:extLst>
          </p:cNvPr>
          <p:cNvSpPr txBox="1"/>
          <p:nvPr/>
        </p:nvSpPr>
        <p:spPr>
          <a:xfrm>
            <a:off x="6382655" y="1960935"/>
            <a:ext cx="2109393" cy="646331"/>
          </a:xfrm>
          <a:prstGeom prst="rect">
            <a:avLst/>
          </a:prstGeom>
          <a:noFill/>
        </p:spPr>
        <p:txBody>
          <a:bodyPr wrap="square" rtlCol="0">
            <a:spAutoFit/>
          </a:bodyPr>
          <a:lstStyle/>
          <a:p>
            <a:r>
              <a:rPr lang="ja-JP" altLang="en-US" dirty="0"/>
              <a:t>機能は</a:t>
            </a:r>
            <a:endParaRPr lang="en-US" altLang="ja-JP" dirty="0"/>
          </a:p>
          <a:p>
            <a:r>
              <a:rPr kumimoji="1" lang="ja-JP" altLang="en-US" dirty="0"/>
              <a:t>科目管理と</a:t>
            </a:r>
            <a:r>
              <a:rPr lang="ja-JP" altLang="en-US" dirty="0"/>
              <a:t>一緒！</a:t>
            </a:r>
            <a:endParaRPr kumimoji="1" lang="en-US" altLang="ja-JP" dirty="0"/>
          </a:p>
        </p:txBody>
      </p:sp>
    </p:spTree>
    <p:extLst>
      <p:ext uri="{BB962C8B-B14F-4D97-AF65-F5344CB8AC3E}">
        <p14:creationId xmlns:p14="http://schemas.microsoft.com/office/powerpoint/2010/main" val="38985864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図 30" descr="グラフィカル ユーザー インターフェイス&#10;&#10;自動的に生成された説明">
            <a:extLst>
              <a:ext uri="{FF2B5EF4-FFF2-40B4-BE49-F238E27FC236}">
                <a16:creationId xmlns:a16="http://schemas.microsoft.com/office/drawing/2014/main" id="{ADF5CAF8-E301-CA1A-DADC-64DEC5ABEF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6" name="矢印: 上 25">
            <a:extLst>
              <a:ext uri="{FF2B5EF4-FFF2-40B4-BE49-F238E27FC236}">
                <a16:creationId xmlns:a16="http://schemas.microsoft.com/office/drawing/2014/main" id="{1C5F27D6-46B5-43F7-8705-209FA3D6E496}"/>
              </a:ext>
            </a:extLst>
          </p:cNvPr>
          <p:cNvSpPr/>
          <p:nvPr/>
        </p:nvSpPr>
        <p:spPr>
          <a:xfrm rot="20889810">
            <a:off x="9165599" y="5090281"/>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9753549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26"/>
                                        </p:tgtEl>
                                      </p:cBhvr>
                                    </p:animEffect>
                                    <p:animScale>
                                      <p:cBhvr>
                                        <p:cTn id="13" dur="400" autoRev="1" fill="hold"/>
                                        <p:tgtEl>
                                          <p:spTgt spid="2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33FCE250-150F-EC3A-5C20-A0B4BD024F9D}"/>
              </a:ext>
            </a:extLst>
          </p:cNvPr>
          <p:cNvCxnSpPr>
            <a:cxnSpLocks/>
          </p:cNvCxnSpPr>
          <p:nvPr/>
        </p:nvCxnSpPr>
        <p:spPr>
          <a:xfrm>
            <a:off x="3167743" y="1328057"/>
            <a:ext cx="0" cy="3705956"/>
          </a:xfrm>
          <a:prstGeom prst="line">
            <a:avLst/>
          </a:prstGeom>
        </p:spPr>
        <p:style>
          <a:lnRef idx="1">
            <a:schemeClr val="dk1"/>
          </a:lnRef>
          <a:fillRef idx="0">
            <a:schemeClr val="dk1"/>
          </a:fillRef>
          <a:effectRef idx="0">
            <a:schemeClr val="dk1"/>
          </a:effectRef>
          <a:fontRef idx="minor">
            <a:schemeClr val="tx1"/>
          </a:fontRef>
        </p:style>
      </p:cxnSp>
      <p:grpSp>
        <p:nvGrpSpPr>
          <p:cNvPr id="3" name="グループ化 2">
            <a:extLst>
              <a:ext uri="{FF2B5EF4-FFF2-40B4-BE49-F238E27FC236}">
                <a16:creationId xmlns:a16="http://schemas.microsoft.com/office/drawing/2014/main" id="{759A5EAB-C5F4-4368-DD12-3527DEC7099E}"/>
              </a:ext>
            </a:extLst>
          </p:cNvPr>
          <p:cNvGrpSpPr/>
          <p:nvPr/>
        </p:nvGrpSpPr>
        <p:grpSpPr>
          <a:xfrm>
            <a:off x="914397" y="377594"/>
            <a:ext cx="9775371" cy="742070"/>
            <a:chOff x="914397" y="377594"/>
            <a:chExt cx="9775371" cy="742070"/>
          </a:xfrm>
        </p:grpSpPr>
        <p:sp>
          <p:nvSpPr>
            <p:cNvPr id="4" name="正方形/長方形 3">
              <a:extLst>
                <a:ext uri="{FF2B5EF4-FFF2-40B4-BE49-F238E27FC236}">
                  <a16:creationId xmlns:a16="http://schemas.microsoft.com/office/drawing/2014/main" id="{89FD4C56-80E8-A190-128B-1EE909120C9C}"/>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9106C58E-1787-AA60-6006-6F056D02B48F}"/>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6" name="テキスト ボックス 5">
              <a:extLst>
                <a:ext uri="{FF2B5EF4-FFF2-40B4-BE49-F238E27FC236}">
                  <a16:creationId xmlns:a16="http://schemas.microsoft.com/office/drawing/2014/main" id="{CEE2FAD7-9ADB-B98C-AA69-7C6EA4307DFD}"/>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7" name="テキスト ボックス 6">
              <a:extLst>
                <a:ext uri="{FF2B5EF4-FFF2-40B4-BE49-F238E27FC236}">
                  <a16:creationId xmlns:a16="http://schemas.microsoft.com/office/drawing/2014/main" id="{F219FF67-D496-ADFB-41AC-8980C4DB3C5F}"/>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8" name="テキスト ボックス 7">
            <a:extLst>
              <a:ext uri="{FF2B5EF4-FFF2-40B4-BE49-F238E27FC236}">
                <a16:creationId xmlns:a16="http://schemas.microsoft.com/office/drawing/2014/main" id="{21720229-90E4-2173-54B5-AF5BF5988109}"/>
              </a:ext>
            </a:extLst>
          </p:cNvPr>
          <p:cNvSpPr txBox="1"/>
          <p:nvPr/>
        </p:nvSpPr>
        <p:spPr>
          <a:xfrm>
            <a:off x="9301841" y="2128598"/>
            <a:ext cx="1981200" cy="338554"/>
          </a:xfrm>
          <a:prstGeom prst="rect">
            <a:avLst/>
          </a:prstGeom>
          <a:noFill/>
        </p:spPr>
        <p:txBody>
          <a:bodyPr wrap="square" rtlCol="0">
            <a:spAutoFit/>
          </a:bodyPr>
          <a:lstStyle/>
          <a:p>
            <a:r>
              <a:rPr lang="ja-JP" altLang="en-US" sz="1600" b="1" u="sng" dirty="0">
                <a:solidFill>
                  <a:srgbClr val="4B83DD"/>
                </a:solidFill>
              </a:rPr>
              <a:t>新規登録</a:t>
            </a:r>
            <a:endParaRPr kumimoji="1" lang="ja-JP" altLang="en-US" sz="1600" b="1" u="sng" dirty="0">
              <a:solidFill>
                <a:srgbClr val="4B83DD"/>
              </a:solidFill>
            </a:endParaRPr>
          </a:p>
        </p:txBody>
      </p:sp>
      <p:grpSp>
        <p:nvGrpSpPr>
          <p:cNvPr id="9" name="グループ化 8">
            <a:extLst>
              <a:ext uri="{FF2B5EF4-FFF2-40B4-BE49-F238E27FC236}">
                <a16:creationId xmlns:a16="http://schemas.microsoft.com/office/drawing/2014/main" id="{E43CCCAE-0DFD-5BF9-E3FB-B9ED7A2C6A72}"/>
              </a:ext>
            </a:extLst>
          </p:cNvPr>
          <p:cNvGrpSpPr/>
          <p:nvPr/>
        </p:nvGrpSpPr>
        <p:grpSpPr>
          <a:xfrm>
            <a:off x="3738371" y="1431184"/>
            <a:ext cx="7000755" cy="555171"/>
            <a:chOff x="4207329" y="1666025"/>
            <a:chExt cx="6117768" cy="555171"/>
          </a:xfrm>
        </p:grpSpPr>
        <p:sp>
          <p:nvSpPr>
            <p:cNvPr id="10" name="正方形/長方形 9">
              <a:extLst>
                <a:ext uri="{FF2B5EF4-FFF2-40B4-BE49-F238E27FC236}">
                  <a16:creationId xmlns:a16="http://schemas.microsoft.com/office/drawing/2014/main" id="{B61FE810-31A0-2421-C803-2F86800A5161}"/>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60D4FF0C-5F9F-89B4-5ED4-B6AFBD855556}"/>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教師管理</a:t>
              </a:r>
              <a:endParaRPr kumimoji="1" lang="ja-JP" altLang="en-US" sz="2400" b="1" dirty="0"/>
            </a:p>
          </p:txBody>
        </p:sp>
      </p:grpSp>
      <p:sp>
        <p:nvSpPr>
          <p:cNvPr id="12" name="正方形/長方形 11">
            <a:extLst>
              <a:ext uri="{FF2B5EF4-FFF2-40B4-BE49-F238E27FC236}">
                <a16:creationId xmlns:a16="http://schemas.microsoft.com/office/drawing/2014/main" id="{399CF218-D3A9-E6B3-5B51-EF5E21E2151A}"/>
              </a:ext>
            </a:extLst>
          </p:cNvPr>
          <p:cNvSpPr/>
          <p:nvPr/>
        </p:nvSpPr>
        <p:spPr>
          <a:xfrm>
            <a:off x="963755" y="5509534"/>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29E02C00-506B-F695-7096-3572D6D123FA}"/>
              </a:ext>
            </a:extLst>
          </p:cNvPr>
          <p:cNvSpPr txBox="1"/>
          <p:nvPr/>
        </p:nvSpPr>
        <p:spPr>
          <a:xfrm>
            <a:off x="5024127" y="5556482"/>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14" name="テキスト ボックス 13">
            <a:extLst>
              <a:ext uri="{FF2B5EF4-FFF2-40B4-BE49-F238E27FC236}">
                <a16:creationId xmlns:a16="http://schemas.microsoft.com/office/drawing/2014/main" id="{E92EB062-9E98-1A38-7A66-016354F96887}"/>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
        <p:nvSpPr>
          <p:cNvPr id="20" name="矢印: 上 19">
            <a:extLst>
              <a:ext uri="{FF2B5EF4-FFF2-40B4-BE49-F238E27FC236}">
                <a16:creationId xmlns:a16="http://schemas.microsoft.com/office/drawing/2014/main" id="{2DEB04C8-C627-FED4-9486-2B01A8D9FC86}"/>
              </a:ext>
            </a:extLst>
          </p:cNvPr>
          <p:cNvSpPr/>
          <p:nvPr/>
        </p:nvSpPr>
        <p:spPr>
          <a:xfrm rot="20889810">
            <a:off x="9678457" y="2244983"/>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1" name="表 20">
            <a:extLst>
              <a:ext uri="{FF2B5EF4-FFF2-40B4-BE49-F238E27FC236}">
                <a16:creationId xmlns:a16="http://schemas.microsoft.com/office/drawing/2014/main" id="{D517B02D-DD93-5452-1F6B-9538E12204E6}"/>
              </a:ext>
            </a:extLst>
          </p:cNvPr>
          <p:cNvGraphicFramePr>
            <a:graphicFrameLocks noGrp="1"/>
          </p:cNvGraphicFramePr>
          <p:nvPr>
            <p:extLst>
              <p:ext uri="{D42A27DB-BD31-4B8C-83A1-F6EECF244321}">
                <p14:modId xmlns:p14="http://schemas.microsoft.com/office/powerpoint/2010/main" val="2662296642"/>
              </p:ext>
            </p:extLst>
          </p:nvPr>
        </p:nvGraphicFramePr>
        <p:xfrm>
          <a:off x="3967278" y="2745194"/>
          <a:ext cx="6429828" cy="1600140"/>
        </p:xfrm>
        <a:graphic>
          <a:graphicData uri="http://schemas.openxmlformats.org/drawingml/2006/table">
            <a:tbl>
              <a:tblPr firstRow="1" bandRow="1">
                <a:tableStyleId>{00A15C55-8517-42AA-B614-E9B94910E393}</a:tableStyleId>
              </a:tblPr>
              <a:tblGrid>
                <a:gridCol w="2143276">
                  <a:extLst>
                    <a:ext uri="{9D8B030D-6E8A-4147-A177-3AD203B41FA5}">
                      <a16:colId xmlns:a16="http://schemas.microsoft.com/office/drawing/2014/main" val="3526088153"/>
                    </a:ext>
                  </a:extLst>
                </a:gridCol>
                <a:gridCol w="2143276">
                  <a:extLst>
                    <a:ext uri="{9D8B030D-6E8A-4147-A177-3AD203B41FA5}">
                      <a16:colId xmlns:a16="http://schemas.microsoft.com/office/drawing/2014/main" val="1564687538"/>
                    </a:ext>
                  </a:extLst>
                </a:gridCol>
                <a:gridCol w="2143276">
                  <a:extLst>
                    <a:ext uri="{9D8B030D-6E8A-4147-A177-3AD203B41FA5}">
                      <a16:colId xmlns:a16="http://schemas.microsoft.com/office/drawing/2014/main" val="2187040406"/>
                    </a:ext>
                  </a:extLst>
                </a:gridCol>
              </a:tblGrid>
              <a:tr h="533380">
                <a:tc>
                  <a:txBody>
                    <a:bodyPr/>
                    <a:lstStyle/>
                    <a:p>
                      <a:pPr algn="ctr"/>
                      <a:r>
                        <a:rPr kumimoji="1" lang="en-US" altLang="ja-JP" dirty="0"/>
                        <a:t>ID</a:t>
                      </a:r>
                      <a:endParaRPr kumimoji="1" lang="ja-JP" altLang="en-US" dirty="0"/>
                    </a:p>
                  </a:txBody>
                  <a:tcPr/>
                </a:tc>
                <a:tc>
                  <a:txBody>
                    <a:bodyPr/>
                    <a:lstStyle/>
                    <a:p>
                      <a:pPr algn="ctr"/>
                      <a:r>
                        <a:rPr kumimoji="1" lang="ja-JP" altLang="en-US" dirty="0"/>
                        <a:t>名前</a:t>
                      </a:r>
                      <a:endParaRPr kumimoji="1" lang="en-US" altLang="ja-JP" dirty="0"/>
                    </a:p>
                  </a:txBody>
                  <a:tcPr/>
                </a:tc>
                <a:tc>
                  <a:txBody>
                    <a:bodyPr/>
                    <a:lstStyle/>
                    <a:p>
                      <a:endParaRPr kumimoji="1" lang="ja-JP" altLang="en-US"/>
                    </a:p>
                  </a:txBody>
                  <a:tcPr/>
                </a:tc>
                <a:extLst>
                  <a:ext uri="{0D108BD9-81ED-4DB2-BD59-A6C34878D82A}">
                    <a16:rowId xmlns:a16="http://schemas.microsoft.com/office/drawing/2014/main" val="3836675305"/>
                  </a:ext>
                </a:extLst>
              </a:tr>
              <a:tr h="533380">
                <a:tc>
                  <a:txBody>
                    <a:bodyPr/>
                    <a:lstStyle/>
                    <a:p>
                      <a:pPr algn="ctr"/>
                      <a:r>
                        <a:rPr kumimoji="1" lang="en-US" altLang="ja-JP" dirty="0"/>
                        <a:t>admin</a:t>
                      </a:r>
                      <a:endParaRPr kumimoji="1" lang="ja-JP" altLang="en-US" dirty="0"/>
                    </a:p>
                  </a:txBody>
                  <a:tcPr/>
                </a:tc>
                <a:tc>
                  <a:txBody>
                    <a:bodyPr/>
                    <a:lstStyle/>
                    <a:p>
                      <a:pPr algn="ctr"/>
                      <a:r>
                        <a:rPr kumimoji="1" lang="ja-JP" altLang="en-US" dirty="0"/>
                        <a:t>大原花子</a:t>
                      </a:r>
                    </a:p>
                  </a:txBody>
                  <a:tcPr/>
                </a:tc>
                <a:tc>
                  <a:txBody>
                    <a:bodyPr/>
                    <a:lstStyle/>
                    <a:p>
                      <a:endParaRPr kumimoji="1" lang="ja-JP" altLang="en-US" dirty="0"/>
                    </a:p>
                  </a:txBody>
                  <a:tcPr/>
                </a:tc>
                <a:extLst>
                  <a:ext uri="{0D108BD9-81ED-4DB2-BD59-A6C34878D82A}">
                    <a16:rowId xmlns:a16="http://schemas.microsoft.com/office/drawing/2014/main" val="3521350493"/>
                  </a:ext>
                </a:extLst>
              </a:tr>
              <a:tr h="533380">
                <a:tc>
                  <a:txBody>
                    <a:bodyPr/>
                    <a:lstStyle/>
                    <a:p>
                      <a:pPr algn="ctr"/>
                      <a:r>
                        <a:rPr kumimoji="1" lang="en-US" altLang="ja-JP" dirty="0"/>
                        <a:t>admin2</a:t>
                      </a:r>
                      <a:endParaRPr kumimoji="1" lang="ja-JP" altLang="en-US" dirty="0"/>
                    </a:p>
                  </a:txBody>
                  <a:tcPr/>
                </a:tc>
                <a:tc>
                  <a:txBody>
                    <a:bodyPr/>
                    <a:lstStyle/>
                    <a:p>
                      <a:pPr algn="ctr"/>
                      <a:r>
                        <a:rPr kumimoji="1" lang="ja-JP" altLang="en-US" dirty="0"/>
                        <a:t>大原太郎</a:t>
                      </a:r>
                    </a:p>
                  </a:txBody>
                  <a:tcPr/>
                </a:tc>
                <a:tc>
                  <a:txBody>
                    <a:bodyPr/>
                    <a:lstStyle/>
                    <a:p>
                      <a:endParaRPr kumimoji="1" lang="ja-JP" altLang="en-US" dirty="0"/>
                    </a:p>
                  </a:txBody>
                  <a:tcPr/>
                </a:tc>
                <a:extLst>
                  <a:ext uri="{0D108BD9-81ED-4DB2-BD59-A6C34878D82A}">
                    <a16:rowId xmlns:a16="http://schemas.microsoft.com/office/drawing/2014/main" val="617235045"/>
                  </a:ext>
                </a:extLst>
              </a:tr>
            </a:tbl>
          </a:graphicData>
        </a:graphic>
      </p:graphicFrame>
      <p:sp>
        <p:nvSpPr>
          <p:cNvPr id="41" name="テキスト ボックス 40">
            <a:extLst>
              <a:ext uri="{FF2B5EF4-FFF2-40B4-BE49-F238E27FC236}">
                <a16:creationId xmlns:a16="http://schemas.microsoft.com/office/drawing/2014/main" id="{EA8FC1AF-FE1A-14BF-7768-B616BCEE8158}"/>
              </a:ext>
            </a:extLst>
          </p:cNvPr>
          <p:cNvSpPr txBox="1"/>
          <p:nvPr/>
        </p:nvSpPr>
        <p:spPr>
          <a:xfrm>
            <a:off x="8975269" y="3338269"/>
            <a:ext cx="1981200" cy="338554"/>
          </a:xfrm>
          <a:prstGeom prst="rect">
            <a:avLst/>
          </a:prstGeom>
          <a:noFill/>
        </p:spPr>
        <p:txBody>
          <a:bodyPr wrap="square" rtlCol="0">
            <a:spAutoFit/>
          </a:bodyPr>
          <a:lstStyle/>
          <a:p>
            <a:r>
              <a:rPr kumimoji="1" lang="ja-JP" altLang="en-US" sz="1600" b="1" u="sng" dirty="0">
                <a:solidFill>
                  <a:srgbClr val="4B83DD"/>
                </a:solidFill>
              </a:rPr>
              <a:t>編集</a:t>
            </a:r>
          </a:p>
        </p:txBody>
      </p:sp>
      <p:sp>
        <p:nvSpPr>
          <p:cNvPr id="42" name="テキスト ボックス 41">
            <a:extLst>
              <a:ext uri="{FF2B5EF4-FFF2-40B4-BE49-F238E27FC236}">
                <a16:creationId xmlns:a16="http://schemas.microsoft.com/office/drawing/2014/main" id="{7DB646AB-27CC-EA19-0612-E928B6F2E7F5}"/>
              </a:ext>
            </a:extLst>
          </p:cNvPr>
          <p:cNvSpPr txBox="1"/>
          <p:nvPr/>
        </p:nvSpPr>
        <p:spPr>
          <a:xfrm>
            <a:off x="8975269" y="3877584"/>
            <a:ext cx="1981200" cy="338554"/>
          </a:xfrm>
          <a:prstGeom prst="rect">
            <a:avLst/>
          </a:prstGeom>
          <a:noFill/>
        </p:spPr>
        <p:txBody>
          <a:bodyPr wrap="square" rtlCol="0">
            <a:spAutoFit/>
          </a:bodyPr>
          <a:lstStyle/>
          <a:p>
            <a:r>
              <a:rPr kumimoji="1" lang="ja-JP" altLang="en-US" sz="1600" b="1" u="sng" dirty="0">
                <a:solidFill>
                  <a:srgbClr val="4B83DD"/>
                </a:solidFill>
              </a:rPr>
              <a:t>編集</a:t>
            </a:r>
          </a:p>
        </p:txBody>
      </p:sp>
    </p:spTree>
    <p:extLst>
      <p:ext uri="{BB962C8B-B14F-4D97-AF65-F5344CB8AC3E}">
        <p14:creationId xmlns:p14="http://schemas.microsoft.com/office/powerpoint/2010/main" val="316658916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20"/>
                                        </p:tgtEl>
                                      </p:cBhvr>
                                    </p:animEffect>
                                    <p:animScale>
                                      <p:cBhvr>
                                        <p:cTn id="13" dur="400" autoRev="1" fill="hold"/>
                                        <p:tgtEl>
                                          <p:spTgt spid="2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a:extLst>
              <a:ext uri="{FF2B5EF4-FFF2-40B4-BE49-F238E27FC236}">
                <a16:creationId xmlns:a16="http://schemas.microsoft.com/office/drawing/2014/main" id="{D03DD485-1DF1-B899-4394-6EC10E8A5A5B}"/>
              </a:ext>
            </a:extLst>
          </p:cNvPr>
          <p:cNvGrpSpPr/>
          <p:nvPr/>
        </p:nvGrpSpPr>
        <p:grpSpPr>
          <a:xfrm>
            <a:off x="914397" y="377594"/>
            <a:ext cx="9775371" cy="742070"/>
            <a:chOff x="914397" y="377594"/>
            <a:chExt cx="9775371" cy="742070"/>
          </a:xfrm>
        </p:grpSpPr>
        <p:sp>
          <p:nvSpPr>
            <p:cNvPr id="3" name="正方形/長方形 2">
              <a:extLst>
                <a:ext uri="{FF2B5EF4-FFF2-40B4-BE49-F238E27FC236}">
                  <a16:creationId xmlns:a16="http://schemas.microsoft.com/office/drawing/2014/main" id="{0F335F4B-9FA4-5889-FC8D-59890B193E61}"/>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3DE08FFF-4751-EA6A-1254-6EB934AE7494}"/>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5" name="テキスト ボックス 4">
              <a:extLst>
                <a:ext uri="{FF2B5EF4-FFF2-40B4-BE49-F238E27FC236}">
                  <a16:creationId xmlns:a16="http://schemas.microsoft.com/office/drawing/2014/main" id="{7A3CD0FD-5450-2A52-D34D-252DAC1F21DE}"/>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6" name="テキスト ボックス 5">
              <a:extLst>
                <a:ext uri="{FF2B5EF4-FFF2-40B4-BE49-F238E27FC236}">
                  <a16:creationId xmlns:a16="http://schemas.microsoft.com/office/drawing/2014/main" id="{51A7A4CF-20E9-2E5E-17E4-19D970DAA47A}"/>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cxnSp>
        <p:nvCxnSpPr>
          <p:cNvPr id="7" name="直線コネクタ 6">
            <a:extLst>
              <a:ext uri="{FF2B5EF4-FFF2-40B4-BE49-F238E27FC236}">
                <a16:creationId xmlns:a16="http://schemas.microsoft.com/office/drawing/2014/main" id="{EF1BC316-E00B-66F0-37FD-AB09AEA5F4DE}"/>
              </a:ext>
            </a:extLst>
          </p:cNvPr>
          <p:cNvCxnSpPr>
            <a:cxnSpLocks/>
          </p:cNvCxnSpPr>
          <p:nvPr/>
        </p:nvCxnSpPr>
        <p:spPr>
          <a:xfrm>
            <a:off x="3167743" y="1328057"/>
            <a:ext cx="0" cy="3755572"/>
          </a:xfrm>
          <a:prstGeom prst="line">
            <a:avLst/>
          </a:prstGeom>
        </p:spPr>
        <p:style>
          <a:lnRef idx="1">
            <a:schemeClr val="dk1"/>
          </a:lnRef>
          <a:fillRef idx="0">
            <a:schemeClr val="dk1"/>
          </a:fillRef>
          <a:effectRef idx="0">
            <a:schemeClr val="dk1"/>
          </a:effectRef>
          <a:fontRef idx="minor">
            <a:schemeClr val="tx1"/>
          </a:fontRef>
        </p:style>
      </p:cxnSp>
      <p:grpSp>
        <p:nvGrpSpPr>
          <p:cNvPr id="8" name="グループ化 7">
            <a:extLst>
              <a:ext uri="{FF2B5EF4-FFF2-40B4-BE49-F238E27FC236}">
                <a16:creationId xmlns:a16="http://schemas.microsoft.com/office/drawing/2014/main" id="{73B07873-635E-839C-4F4C-C3DE7A5BDA5E}"/>
              </a:ext>
            </a:extLst>
          </p:cNvPr>
          <p:cNvGrpSpPr/>
          <p:nvPr/>
        </p:nvGrpSpPr>
        <p:grpSpPr>
          <a:xfrm>
            <a:off x="3689013" y="1414990"/>
            <a:ext cx="7000755" cy="555171"/>
            <a:chOff x="4207329" y="1666025"/>
            <a:chExt cx="6117768" cy="555171"/>
          </a:xfrm>
        </p:grpSpPr>
        <p:sp>
          <p:nvSpPr>
            <p:cNvPr id="9" name="正方形/長方形 8">
              <a:extLst>
                <a:ext uri="{FF2B5EF4-FFF2-40B4-BE49-F238E27FC236}">
                  <a16:creationId xmlns:a16="http://schemas.microsoft.com/office/drawing/2014/main" id="{ADB956BC-686F-DD9B-CF70-BD76076387B3}"/>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A53A8A45-1DB9-0EB1-8FE0-70BD1A20706C}"/>
                </a:ext>
              </a:extLst>
            </p:cNvPr>
            <p:cNvSpPr txBox="1"/>
            <p:nvPr/>
          </p:nvSpPr>
          <p:spPr>
            <a:xfrm>
              <a:off x="4343399" y="1690076"/>
              <a:ext cx="4223658" cy="461665"/>
            </a:xfrm>
            <a:prstGeom prst="rect">
              <a:avLst/>
            </a:prstGeom>
            <a:noFill/>
            <a:ln>
              <a:noFill/>
            </a:ln>
          </p:spPr>
          <p:txBody>
            <a:bodyPr wrap="square" rtlCol="0">
              <a:spAutoFit/>
            </a:bodyPr>
            <a:lstStyle/>
            <a:p>
              <a:r>
                <a:rPr kumimoji="1" lang="ja-JP" altLang="en-US" sz="2400" b="1" dirty="0"/>
                <a:t>新規登録</a:t>
              </a:r>
            </a:p>
          </p:txBody>
        </p:sp>
      </p:grpSp>
      <p:sp>
        <p:nvSpPr>
          <p:cNvPr id="11" name="正方形/長方形 10">
            <a:extLst>
              <a:ext uri="{FF2B5EF4-FFF2-40B4-BE49-F238E27FC236}">
                <a16:creationId xmlns:a16="http://schemas.microsoft.com/office/drawing/2014/main" id="{1D541C9C-3567-3B57-4FE2-EFA03A00CC93}"/>
              </a:ext>
            </a:extLst>
          </p:cNvPr>
          <p:cNvSpPr/>
          <p:nvPr/>
        </p:nvSpPr>
        <p:spPr>
          <a:xfrm>
            <a:off x="3872309" y="2264228"/>
            <a:ext cx="6542312" cy="555171"/>
          </a:xfrm>
          <a:prstGeom prst="rect">
            <a:avLst/>
          </a:prstGeom>
          <a:solidFill>
            <a:srgbClr val="8BCB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4BA17C53-046B-CC8E-FF4A-E17BD8D6DEA3}"/>
              </a:ext>
            </a:extLst>
          </p:cNvPr>
          <p:cNvSpPr txBox="1"/>
          <p:nvPr/>
        </p:nvSpPr>
        <p:spPr>
          <a:xfrm>
            <a:off x="5953862" y="2300434"/>
            <a:ext cx="2471056" cy="400110"/>
          </a:xfrm>
          <a:prstGeom prst="rect">
            <a:avLst/>
          </a:prstGeom>
          <a:noFill/>
        </p:spPr>
        <p:txBody>
          <a:bodyPr wrap="square" rtlCol="0">
            <a:spAutoFit/>
          </a:bodyPr>
          <a:lstStyle/>
          <a:p>
            <a:pPr algn="ctr"/>
            <a:r>
              <a:rPr lang="en-US" altLang="ja-JP" sz="2000" dirty="0"/>
              <a:t>212657</a:t>
            </a:r>
            <a:endParaRPr kumimoji="1" lang="ja-JP" altLang="en-US" sz="2000" dirty="0"/>
          </a:p>
        </p:txBody>
      </p:sp>
      <p:sp>
        <p:nvSpPr>
          <p:cNvPr id="14" name="正方形/長方形 13">
            <a:extLst>
              <a:ext uri="{FF2B5EF4-FFF2-40B4-BE49-F238E27FC236}">
                <a16:creationId xmlns:a16="http://schemas.microsoft.com/office/drawing/2014/main" id="{B118F0F2-D322-7359-14F8-79BD855680EB}"/>
              </a:ext>
            </a:extLst>
          </p:cNvPr>
          <p:cNvSpPr/>
          <p:nvPr/>
        </p:nvSpPr>
        <p:spPr>
          <a:xfrm>
            <a:off x="914397" y="5441455"/>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93185491-870E-24F9-0B5E-0BE8852024C1}"/>
              </a:ext>
            </a:extLst>
          </p:cNvPr>
          <p:cNvSpPr txBox="1"/>
          <p:nvPr/>
        </p:nvSpPr>
        <p:spPr>
          <a:xfrm>
            <a:off x="4974769" y="5488403"/>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17" name="テキスト ボックス 16">
            <a:extLst>
              <a:ext uri="{FF2B5EF4-FFF2-40B4-BE49-F238E27FC236}">
                <a16:creationId xmlns:a16="http://schemas.microsoft.com/office/drawing/2014/main" id="{09F59225-0F80-FB1D-277F-A181109610DB}"/>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
        <p:nvSpPr>
          <p:cNvPr id="19" name="テキスト ボックス 18">
            <a:extLst>
              <a:ext uri="{FF2B5EF4-FFF2-40B4-BE49-F238E27FC236}">
                <a16:creationId xmlns:a16="http://schemas.microsoft.com/office/drawing/2014/main" id="{663628CB-6595-1C4E-83CA-90302FB6CF69}"/>
              </a:ext>
            </a:extLst>
          </p:cNvPr>
          <p:cNvSpPr txBox="1"/>
          <p:nvPr/>
        </p:nvSpPr>
        <p:spPr>
          <a:xfrm>
            <a:off x="3438641" y="3031992"/>
            <a:ext cx="7730099" cy="646331"/>
          </a:xfrm>
          <a:prstGeom prst="rect">
            <a:avLst/>
          </a:prstGeom>
          <a:noFill/>
        </p:spPr>
        <p:txBody>
          <a:bodyPr wrap="square" rtlCol="0">
            <a:spAutoFit/>
          </a:bodyPr>
          <a:lstStyle/>
          <a:p>
            <a:r>
              <a:rPr kumimoji="1" lang="ja-JP" altLang="en-US" dirty="0"/>
              <a:t>ワンタイムパスワードを発行しました。</a:t>
            </a:r>
            <a:endParaRPr kumimoji="1" lang="en-US" altLang="ja-JP" dirty="0"/>
          </a:p>
          <a:p>
            <a:r>
              <a:rPr lang="en-US" altLang="ja-JP" b="0" i="0" dirty="0">
                <a:solidFill>
                  <a:srgbClr val="000000"/>
                </a:solidFill>
                <a:effectLst/>
                <a:latin typeface="Meiryo" panose="020B0604030504040204" pitchFamily="50" charset="-128"/>
                <a:ea typeface="Meiryo" panose="020B0604030504040204" pitchFamily="50" charset="-128"/>
              </a:rPr>
              <a:t>30</a:t>
            </a:r>
            <a:r>
              <a:rPr lang="ja-JP" altLang="en-US" b="0" i="0" dirty="0">
                <a:solidFill>
                  <a:srgbClr val="000000"/>
                </a:solidFill>
                <a:effectLst/>
                <a:latin typeface="Meiryo" panose="020B0604030504040204" pitchFamily="50" charset="-128"/>
                <a:ea typeface="Meiryo" panose="020B0604030504040204" pitchFamily="50" charset="-128"/>
              </a:rPr>
              <a:t>分以内にログイン画面のサインアップから新規登録を行ってください。</a:t>
            </a:r>
            <a:endParaRPr kumimoji="1" lang="ja-JP" altLang="en-US" dirty="0"/>
          </a:p>
        </p:txBody>
      </p:sp>
      <p:sp>
        <p:nvSpPr>
          <p:cNvPr id="20" name="テキスト ボックス 19">
            <a:extLst>
              <a:ext uri="{FF2B5EF4-FFF2-40B4-BE49-F238E27FC236}">
                <a16:creationId xmlns:a16="http://schemas.microsoft.com/office/drawing/2014/main" id="{2F7AF91E-DEB4-4903-A7DF-DEDDA901385B}"/>
              </a:ext>
            </a:extLst>
          </p:cNvPr>
          <p:cNvSpPr txBox="1"/>
          <p:nvPr/>
        </p:nvSpPr>
        <p:spPr>
          <a:xfrm>
            <a:off x="3925301" y="4561360"/>
            <a:ext cx="1114080" cy="338545"/>
          </a:xfrm>
          <a:prstGeom prst="rect">
            <a:avLst/>
          </a:prstGeom>
          <a:noFill/>
        </p:spPr>
        <p:txBody>
          <a:bodyPr wrap="square" rtlCol="0">
            <a:spAutoFit/>
          </a:bodyPr>
          <a:lstStyle/>
          <a:p>
            <a:r>
              <a:rPr lang="ja-JP" altLang="en-US" sz="1600" b="1" u="sng" dirty="0">
                <a:solidFill>
                  <a:srgbClr val="4B83DD"/>
                </a:solidFill>
              </a:rPr>
              <a:t>戻る</a:t>
            </a:r>
            <a:endParaRPr kumimoji="1" lang="ja-JP" altLang="en-US" sz="1600" b="1" u="sng" dirty="0">
              <a:solidFill>
                <a:srgbClr val="4B83DD"/>
              </a:solidFill>
            </a:endParaRPr>
          </a:p>
        </p:txBody>
      </p:sp>
      <p:sp>
        <p:nvSpPr>
          <p:cNvPr id="21" name="テキスト ボックス 20">
            <a:extLst>
              <a:ext uri="{FF2B5EF4-FFF2-40B4-BE49-F238E27FC236}">
                <a16:creationId xmlns:a16="http://schemas.microsoft.com/office/drawing/2014/main" id="{41930345-AE4D-F417-31CD-59CCA08E47ED}"/>
              </a:ext>
            </a:extLst>
          </p:cNvPr>
          <p:cNvSpPr txBox="1"/>
          <p:nvPr/>
        </p:nvSpPr>
        <p:spPr>
          <a:xfrm>
            <a:off x="4029536" y="3890916"/>
            <a:ext cx="1114080" cy="338554"/>
          </a:xfrm>
          <a:prstGeom prst="rect">
            <a:avLst/>
          </a:prstGeom>
          <a:noFill/>
        </p:spPr>
        <p:txBody>
          <a:bodyPr wrap="square" rtlCol="0">
            <a:spAutoFit/>
          </a:bodyPr>
          <a:lstStyle/>
          <a:p>
            <a:r>
              <a:rPr kumimoji="1" lang="ja-JP" altLang="en-US" sz="1600" b="1" u="sng" dirty="0">
                <a:solidFill>
                  <a:srgbClr val="4B83DD"/>
                </a:solidFill>
              </a:rPr>
              <a:t>再発行</a:t>
            </a:r>
          </a:p>
        </p:txBody>
      </p:sp>
      <p:sp>
        <p:nvSpPr>
          <p:cNvPr id="22" name="テキスト ボックス 21">
            <a:extLst>
              <a:ext uri="{FF2B5EF4-FFF2-40B4-BE49-F238E27FC236}">
                <a16:creationId xmlns:a16="http://schemas.microsoft.com/office/drawing/2014/main" id="{0406EE0D-8467-661A-6D0C-05273FF954EF}"/>
              </a:ext>
            </a:extLst>
          </p:cNvPr>
          <p:cNvSpPr txBox="1"/>
          <p:nvPr/>
        </p:nvSpPr>
        <p:spPr>
          <a:xfrm>
            <a:off x="8459281" y="3957410"/>
            <a:ext cx="2170617" cy="338554"/>
          </a:xfrm>
          <a:prstGeom prst="rect">
            <a:avLst/>
          </a:prstGeom>
          <a:noFill/>
        </p:spPr>
        <p:txBody>
          <a:bodyPr wrap="square" rtlCol="0">
            <a:spAutoFit/>
          </a:bodyPr>
          <a:lstStyle/>
          <a:p>
            <a:r>
              <a:rPr lang="ja-JP" altLang="en-US" sz="1600" b="1" u="sng" dirty="0">
                <a:solidFill>
                  <a:srgbClr val="4B83DD"/>
                </a:solidFill>
              </a:rPr>
              <a:t>ログイン画面に戻る</a:t>
            </a:r>
            <a:endParaRPr kumimoji="1" lang="ja-JP" altLang="en-US" sz="1600" b="1" u="sng" dirty="0">
              <a:solidFill>
                <a:srgbClr val="4B83DD"/>
              </a:solidFill>
            </a:endParaRPr>
          </a:p>
        </p:txBody>
      </p:sp>
      <p:sp>
        <p:nvSpPr>
          <p:cNvPr id="23" name="矢印: 上 22">
            <a:extLst>
              <a:ext uri="{FF2B5EF4-FFF2-40B4-BE49-F238E27FC236}">
                <a16:creationId xmlns:a16="http://schemas.microsoft.com/office/drawing/2014/main" id="{F150B454-6435-EB90-3FBE-2949857F7C96}"/>
              </a:ext>
            </a:extLst>
          </p:cNvPr>
          <p:cNvSpPr/>
          <p:nvPr/>
        </p:nvSpPr>
        <p:spPr>
          <a:xfrm rot="20889810">
            <a:off x="9357773" y="4142941"/>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8033489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23"/>
                                        </p:tgtEl>
                                      </p:cBhvr>
                                    </p:animEffect>
                                    <p:animScale>
                                      <p:cBhvr>
                                        <p:cTn id="13" dur="400" autoRev="1" fill="hold"/>
                                        <p:tgtEl>
                                          <p:spTgt spid="2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1531309-A25F-9D68-9720-23250193D914}"/>
              </a:ext>
            </a:extLst>
          </p:cNvPr>
          <p:cNvSpPr/>
          <p:nvPr/>
        </p:nvSpPr>
        <p:spPr>
          <a:xfrm>
            <a:off x="914400" y="424543"/>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2D1A7597-5ED8-7C8E-5223-3B2887B81BD7}"/>
              </a:ext>
            </a:extLst>
          </p:cNvPr>
          <p:cNvSpPr txBox="1"/>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4" name="正方形/長方形 3">
            <a:extLst>
              <a:ext uri="{FF2B5EF4-FFF2-40B4-BE49-F238E27FC236}">
                <a16:creationId xmlns:a16="http://schemas.microsoft.com/office/drawing/2014/main" id="{6CAF22C1-536A-9E44-F2BD-D0E9D7BFD239}"/>
              </a:ext>
            </a:extLst>
          </p:cNvPr>
          <p:cNvSpPr/>
          <p:nvPr/>
        </p:nvSpPr>
        <p:spPr>
          <a:xfrm>
            <a:off x="3009896" y="1273275"/>
            <a:ext cx="5584373"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FDFF1784-34FA-2385-DA16-77D032A98281}"/>
              </a:ext>
            </a:extLst>
          </p:cNvPr>
          <p:cNvSpPr txBox="1"/>
          <p:nvPr/>
        </p:nvSpPr>
        <p:spPr>
          <a:xfrm>
            <a:off x="4430482" y="1366781"/>
            <a:ext cx="2743200" cy="461665"/>
          </a:xfrm>
          <a:prstGeom prst="rect">
            <a:avLst/>
          </a:prstGeom>
          <a:noFill/>
        </p:spPr>
        <p:txBody>
          <a:bodyPr wrap="square" rtlCol="0">
            <a:spAutoFit/>
          </a:bodyPr>
          <a:lstStyle/>
          <a:p>
            <a:pPr algn="ctr"/>
            <a:r>
              <a:rPr kumimoji="1" lang="ja-JP" altLang="en-US" sz="2400" b="1" dirty="0"/>
              <a:t>ログイン</a:t>
            </a:r>
          </a:p>
        </p:txBody>
      </p:sp>
      <p:sp>
        <p:nvSpPr>
          <p:cNvPr id="6" name="四角形: 角を丸くする 5">
            <a:extLst>
              <a:ext uri="{FF2B5EF4-FFF2-40B4-BE49-F238E27FC236}">
                <a16:creationId xmlns:a16="http://schemas.microsoft.com/office/drawing/2014/main" id="{C0C6FBF2-B3E9-DB69-D826-BD8357E56466}"/>
              </a:ext>
            </a:extLst>
          </p:cNvPr>
          <p:cNvSpPr/>
          <p:nvPr/>
        </p:nvSpPr>
        <p:spPr>
          <a:xfrm>
            <a:off x="3067048" y="2099529"/>
            <a:ext cx="5448304" cy="3239483"/>
          </a:xfrm>
          <a:prstGeom prst="roundRect">
            <a:avLst>
              <a:gd name="adj" fmla="val 796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5E851008-C994-BA1A-A3D3-EDFE3948168D}"/>
              </a:ext>
            </a:extLst>
          </p:cNvPr>
          <p:cNvSpPr/>
          <p:nvPr/>
        </p:nvSpPr>
        <p:spPr>
          <a:xfrm>
            <a:off x="914400" y="5867400"/>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E70A256E-C093-4039-9403-456884C9DD42}"/>
              </a:ext>
            </a:extLst>
          </p:cNvPr>
          <p:cNvSpPr txBox="1"/>
          <p:nvPr/>
        </p:nvSpPr>
        <p:spPr>
          <a:xfrm>
            <a:off x="4969328" y="5914348"/>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9" name="四角形: 角を丸くする 8">
            <a:extLst>
              <a:ext uri="{FF2B5EF4-FFF2-40B4-BE49-F238E27FC236}">
                <a16:creationId xmlns:a16="http://schemas.microsoft.com/office/drawing/2014/main" id="{82121289-57FB-0C6E-E0A2-F984C00870E2}"/>
              </a:ext>
            </a:extLst>
          </p:cNvPr>
          <p:cNvSpPr/>
          <p:nvPr/>
        </p:nvSpPr>
        <p:spPr>
          <a:xfrm>
            <a:off x="3494315" y="2455355"/>
            <a:ext cx="4593772" cy="55517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0B828DA1-C707-548D-05C7-FA4EAA28F0D7}"/>
              </a:ext>
            </a:extLst>
          </p:cNvPr>
          <p:cNvSpPr/>
          <p:nvPr/>
        </p:nvSpPr>
        <p:spPr>
          <a:xfrm>
            <a:off x="3494315" y="3236895"/>
            <a:ext cx="4593771" cy="555171"/>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63B88662-FF28-CEC7-8226-3A71DE4072AE}"/>
              </a:ext>
            </a:extLst>
          </p:cNvPr>
          <p:cNvSpPr txBox="1"/>
          <p:nvPr/>
        </p:nvSpPr>
        <p:spPr>
          <a:xfrm>
            <a:off x="3624943" y="2596866"/>
            <a:ext cx="805539" cy="276999"/>
          </a:xfrm>
          <a:prstGeom prst="rect">
            <a:avLst/>
          </a:prstGeom>
          <a:noFill/>
        </p:spPr>
        <p:txBody>
          <a:bodyPr wrap="square" rtlCol="0">
            <a:spAutoFit/>
          </a:bodyPr>
          <a:lstStyle/>
          <a:p>
            <a:r>
              <a:rPr lang="en-US" altLang="ja-JP" sz="1200" dirty="0"/>
              <a:t>ID</a:t>
            </a:r>
            <a:endParaRPr kumimoji="1" lang="ja-JP" altLang="en-US" sz="1200" dirty="0"/>
          </a:p>
        </p:txBody>
      </p:sp>
      <p:sp>
        <p:nvSpPr>
          <p:cNvPr id="12" name="テキスト ボックス 11">
            <a:extLst>
              <a:ext uri="{FF2B5EF4-FFF2-40B4-BE49-F238E27FC236}">
                <a16:creationId xmlns:a16="http://schemas.microsoft.com/office/drawing/2014/main" id="{4F85648B-8682-4F44-E092-14D518C93D68}"/>
              </a:ext>
            </a:extLst>
          </p:cNvPr>
          <p:cNvSpPr txBox="1"/>
          <p:nvPr/>
        </p:nvSpPr>
        <p:spPr>
          <a:xfrm>
            <a:off x="3624943" y="3355857"/>
            <a:ext cx="805539" cy="230832"/>
          </a:xfrm>
          <a:prstGeom prst="rect">
            <a:avLst/>
          </a:prstGeom>
          <a:noFill/>
        </p:spPr>
        <p:txBody>
          <a:bodyPr wrap="square" rtlCol="0">
            <a:spAutoFit/>
          </a:bodyPr>
          <a:lstStyle/>
          <a:p>
            <a:r>
              <a:rPr kumimoji="1" lang="ja-JP" altLang="en-US" sz="900" dirty="0"/>
              <a:t>パスワード</a:t>
            </a:r>
          </a:p>
        </p:txBody>
      </p:sp>
      <p:sp>
        <p:nvSpPr>
          <p:cNvPr id="13" name="正方形/長方形 12">
            <a:extLst>
              <a:ext uri="{FF2B5EF4-FFF2-40B4-BE49-F238E27FC236}">
                <a16:creationId xmlns:a16="http://schemas.microsoft.com/office/drawing/2014/main" id="{3A7A877C-59DB-99AC-3201-5A102912B3A3}"/>
              </a:ext>
            </a:extLst>
          </p:cNvPr>
          <p:cNvSpPr/>
          <p:nvPr/>
        </p:nvSpPr>
        <p:spPr>
          <a:xfrm>
            <a:off x="5127171" y="4164801"/>
            <a:ext cx="130629" cy="1197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112ADA9C-3890-B4E3-1917-BDAE569DFADD}"/>
              </a:ext>
            </a:extLst>
          </p:cNvPr>
          <p:cNvSpPr txBox="1"/>
          <p:nvPr/>
        </p:nvSpPr>
        <p:spPr>
          <a:xfrm>
            <a:off x="5257800" y="4096569"/>
            <a:ext cx="1676400" cy="246221"/>
          </a:xfrm>
          <a:prstGeom prst="rect">
            <a:avLst/>
          </a:prstGeom>
          <a:noFill/>
        </p:spPr>
        <p:txBody>
          <a:bodyPr wrap="square" rtlCol="0">
            <a:spAutoFit/>
          </a:bodyPr>
          <a:lstStyle/>
          <a:p>
            <a:r>
              <a:rPr kumimoji="1" lang="ja-JP" altLang="en-US" sz="1000" dirty="0"/>
              <a:t>パスワードを表示</a:t>
            </a:r>
          </a:p>
        </p:txBody>
      </p:sp>
      <p:sp>
        <p:nvSpPr>
          <p:cNvPr id="15" name="四角形: 角を丸くする 14">
            <a:extLst>
              <a:ext uri="{FF2B5EF4-FFF2-40B4-BE49-F238E27FC236}">
                <a16:creationId xmlns:a16="http://schemas.microsoft.com/office/drawing/2014/main" id="{CF342615-6DDB-3C5C-7EE8-4BF14CEE365A}"/>
              </a:ext>
            </a:extLst>
          </p:cNvPr>
          <p:cNvSpPr/>
          <p:nvPr/>
        </p:nvSpPr>
        <p:spPr>
          <a:xfrm>
            <a:off x="3494315" y="4536423"/>
            <a:ext cx="4593771" cy="550709"/>
          </a:xfrm>
          <a:prstGeom prst="roundRect">
            <a:avLst/>
          </a:prstGeom>
          <a:solidFill>
            <a:srgbClr val="4B83D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1D37C86D-34BE-3AD7-E5F2-6B7FAB045593}"/>
              </a:ext>
            </a:extLst>
          </p:cNvPr>
          <p:cNvSpPr txBox="1"/>
          <p:nvPr/>
        </p:nvSpPr>
        <p:spPr>
          <a:xfrm>
            <a:off x="5285010" y="4626113"/>
            <a:ext cx="1230090" cy="369332"/>
          </a:xfrm>
          <a:prstGeom prst="rect">
            <a:avLst/>
          </a:prstGeom>
          <a:noFill/>
        </p:spPr>
        <p:txBody>
          <a:bodyPr wrap="square" rtlCol="0">
            <a:spAutoFit/>
          </a:bodyPr>
          <a:lstStyle/>
          <a:p>
            <a:r>
              <a:rPr kumimoji="1" lang="ja-JP" altLang="en-US" b="1" dirty="0">
                <a:solidFill>
                  <a:schemeClr val="bg1"/>
                </a:solidFill>
              </a:rPr>
              <a:t>ログイン</a:t>
            </a:r>
          </a:p>
        </p:txBody>
      </p:sp>
      <p:sp>
        <p:nvSpPr>
          <p:cNvPr id="19" name="テキスト ボックス 18">
            <a:extLst>
              <a:ext uri="{FF2B5EF4-FFF2-40B4-BE49-F238E27FC236}">
                <a16:creationId xmlns:a16="http://schemas.microsoft.com/office/drawing/2014/main" id="{E6000D6B-39CA-CA82-F058-66962BA6B47A}"/>
              </a:ext>
            </a:extLst>
          </p:cNvPr>
          <p:cNvSpPr txBox="1"/>
          <p:nvPr/>
        </p:nvSpPr>
        <p:spPr>
          <a:xfrm>
            <a:off x="4229097" y="5385960"/>
            <a:ext cx="3907972" cy="369332"/>
          </a:xfrm>
          <a:prstGeom prst="rect">
            <a:avLst/>
          </a:prstGeom>
          <a:noFill/>
        </p:spPr>
        <p:txBody>
          <a:bodyPr wrap="square">
            <a:spAutoFit/>
          </a:bodyPr>
          <a:lstStyle/>
          <a:p>
            <a:r>
              <a:rPr lang="ja-JP" altLang="en-US" b="1" u="sng" dirty="0">
                <a:solidFill>
                  <a:srgbClr val="4B83DD"/>
                </a:solidFill>
              </a:rPr>
              <a:t>サインアップはこちらから</a:t>
            </a:r>
            <a:endParaRPr lang="en-US" altLang="ja-JP" b="1" u="sng" dirty="0">
              <a:solidFill>
                <a:srgbClr val="4B83DD"/>
              </a:solidFill>
            </a:endParaRPr>
          </a:p>
        </p:txBody>
      </p:sp>
      <p:sp>
        <p:nvSpPr>
          <p:cNvPr id="20" name="矢印: 上 19">
            <a:extLst>
              <a:ext uri="{FF2B5EF4-FFF2-40B4-BE49-F238E27FC236}">
                <a16:creationId xmlns:a16="http://schemas.microsoft.com/office/drawing/2014/main" id="{70C9D4F5-A12C-7CB7-A8C1-5B1D5E90F3D8}"/>
              </a:ext>
            </a:extLst>
          </p:cNvPr>
          <p:cNvSpPr/>
          <p:nvPr/>
        </p:nvSpPr>
        <p:spPr>
          <a:xfrm rot="20889810">
            <a:off x="5676726" y="5554277"/>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756291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20"/>
                                        </p:tgtEl>
                                      </p:cBhvr>
                                    </p:animEffect>
                                    <p:animScale>
                                      <p:cBhvr>
                                        <p:cTn id="13" dur="400" autoRev="1" fill="hold"/>
                                        <p:tgtEl>
                                          <p:spTgt spid="2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C65DE0E-10E8-2A9D-16A4-EF1CECAF8FDA}"/>
              </a:ext>
            </a:extLst>
          </p:cNvPr>
          <p:cNvSpPr/>
          <p:nvPr/>
        </p:nvSpPr>
        <p:spPr>
          <a:xfrm>
            <a:off x="914400" y="424543"/>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AD11F87D-977C-62E7-D45E-87402AD2C3A3}"/>
              </a:ext>
            </a:extLst>
          </p:cNvPr>
          <p:cNvSpPr txBox="1"/>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4" name="正方形/長方形 3">
            <a:extLst>
              <a:ext uri="{FF2B5EF4-FFF2-40B4-BE49-F238E27FC236}">
                <a16:creationId xmlns:a16="http://schemas.microsoft.com/office/drawing/2014/main" id="{B4D91ECD-0AA3-F94E-956A-4DA3CD0D78C3}"/>
              </a:ext>
            </a:extLst>
          </p:cNvPr>
          <p:cNvSpPr/>
          <p:nvPr/>
        </p:nvSpPr>
        <p:spPr>
          <a:xfrm>
            <a:off x="3009896" y="1273275"/>
            <a:ext cx="5584373"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5BCBE102-2683-F482-422D-CDFE688C1FCF}"/>
              </a:ext>
            </a:extLst>
          </p:cNvPr>
          <p:cNvSpPr txBox="1"/>
          <p:nvPr/>
        </p:nvSpPr>
        <p:spPr>
          <a:xfrm>
            <a:off x="3710936" y="1390255"/>
            <a:ext cx="4378238" cy="461665"/>
          </a:xfrm>
          <a:prstGeom prst="rect">
            <a:avLst/>
          </a:prstGeom>
          <a:noFill/>
        </p:spPr>
        <p:txBody>
          <a:bodyPr wrap="square" rtlCol="0">
            <a:spAutoFit/>
          </a:bodyPr>
          <a:lstStyle/>
          <a:p>
            <a:pPr algn="ctr"/>
            <a:r>
              <a:rPr lang="ja-JP" altLang="en-US" sz="2400" b="1" dirty="0"/>
              <a:t>ワンタイムパスワード入力</a:t>
            </a:r>
            <a:endParaRPr kumimoji="1" lang="ja-JP" altLang="en-US" sz="2400" b="1" dirty="0"/>
          </a:p>
        </p:txBody>
      </p:sp>
      <p:sp>
        <p:nvSpPr>
          <p:cNvPr id="6" name="四角形: 角を丸くする 5">
            <a:extLst>
              <a:ext uri="{FF2B5EF4-FFF2-40B4-BE49-F238E27FC236}">
                <a16:creationId xmlns:a16="http://schemas.microsoft.com/office/drawing/2014/main" id="{8D6EE092-1B32-0102-64F4-EC8543A9B335}"/>
              </a:ext>
            </a:extLst>
          </p:cNvPr>
          <p:cNvSpPr/>
          <p:nvPr/>
        </p:nvSpPr>
        <p:spPr>
          <a:xfrm>
            <a:off x="3068136" y="1928493"/>
            <a:ext cx="5448304" cy="2023747"/>
          </a:xfrm>
          <a:prstGeom prst="roundRect">
            <a:avLst>
              <a:gd name="adj" fmla="val 796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556B698-BA19-2B08-6072-4BF03622223C}"/>
              </a:ext>
            </a:extLst>
          </p:cNvPr>
          <p:cNvSpPr/>
          <p:nvPr/>
        </p:nvSpPr>
        <p:spPr>
          <a:xfrm>
            <a:off x="914400" y="5867400"/>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704DAC4C-17BB-7E91-B443-FA525F7C5E02}"/>
              </a:ext>
            </a:extLst>
          </p:cNvPr>
          <p:cNvSpPr txBox="1"/>
          <p:nvPr/>
        </p:nvSpPr>
        <p:spPr>
          <a:xfrm>
            <a:off x="4969328" y="5914348"/>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9" name="四角形: 角を丸くする 8">
            <a:extLst>
              <a:ext uri="{FF2B5EF4-FFF2-40B4-BE49-F238E27FC236}">
                <a16:creationId xmlns:a16="http://schemas.microsoft.com/office/drawing/2014/main" id="{5DA0A06F-87A9-C22D-87B6-DDC605246E00}"/>
              </a:ext>
            </a:extLst>
          </p:cNvPr>
          <p:cNvSpPr/>
          <p:nvPr/>
        </p:nvSpPr>
        <p:spPr>
          <a:xfrm>
            <a:off x="3495403" y="2284319"/>
            <a:ext cx="4593772" cy="68710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2FB3124-9CF8-3145-A4D7-CACF85449A43}"/>
              </a:ext>
            </a:extLst>
          </p:cNvPr>
          <p:cNvSpPr txBox="1"/>
          <p:nvPr/>
        </p:nvSpPr>
        <p:spPr>
          <a:xfrm>
            <a:off x="3626031" y="2425830"/>
            <a:ext cx="3204754" cy="276999"/>
          </a:xfrm>
          <a:prstGeom prst="rect">
            <a:avLst/>
          </a:prstGeom>
          <a:noFill/>
        </p:spPr>
        <p:txBody>
          <a:bodyPr wrap="square" rtlCol="0">
            <a:spAutoFit/>
          </a:bodyPr>
          <a:lstStyle/>
          <a:p>
            <a:r>
              <a:rPr kumimoji="1" lang="ja-JP" altLang="en-US" sz="1200" dirty="0"/>
              <a:t>ワンタイムパスワード</a:t>
            </a:r>
          </a:p>
        </p:txBody>
      </p:sp>
      <p:sp>
        <p:nvSpPr>
          <p:cNvPr id="15" name="四角形: 角を丸くする 14">
            <a:extLst>
              <a:ext uri="{FF2B5EF4-FFF2-40B4-BE49-F238E27FC236}">
                <a16:creationId xmlns:a16="http://schemas.microsoft.com/office/drawing/2014/main" id="{749282BF-F4A8-3B8D-BE12-ED283DCF8D6A}"/>
              </a:ext>
            </a:extLst>
          </p:cNvPr>
          <p:cNvSpPr/>
          <p:nvPr/>
        </p:nvSpPr>
        <p:spPr>
          <a:xfrm>
            <a:off x="3495403" y="3195316"/>
            <a:ext cx="4593771" cy="387888"/>
          </a:xfrm>
          <a:prstGeom prst="roundRect">
            <a:avLst/>
          </a:prstGeom>
          <a:solidFill>
            <a:srgbClr val="4B83D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F42D8656-6F15-6D27-0CB8-77ABE5326B5F}"/>
              </a:ext>
            </a:extLst>
          </p:cNvPr>
          <p:cNvSpPr txBox="1"/>
          <p:nvPr/>
        </p:nvSpPr>
        <p:spPr>
          <a:xfrm>
            <a:off x="5480955" y="3244334"/>
            <a:ext cx="1230090" cy="369332"/>
          </a:xfrm>
          <a:prstGeom prst="rect">
            <a:avLst/>
          </a:prstGeom>
          <a:noFill/>
        </p:spPr>
        <p:txBody>
          <a:bodyPr wrap="square" rtlCol="0">
            <a:spAutoFit/>
          </a:bodyPr>
          <a:lstStyle/>
          <a:p>
            <a:r>
              <a:rPr lang="ja-JP" altLang="en-US" b="1" dirty="0">
                <a:solidFill>
                  <a:schemeClr val="bg1"/>
                </a:solidFill>
              </a:rPr>
              <a:t>次へ</a:t>
            </a:r>
            <a:endParaRPr kumimoji="1" lang="ja-JP" altLang="en-US" b="1" dirty="0">
              <a:solidFill>
                <a:schemeClr val="bg1"/>
              </a:solidFill>
            </a:endParaRPr>
          </a:p>
        </p:txBody>
      </p:sp>
      <p:sp>
        <p:nvSpPr>
          <p:cNvPr id="18" name="矢印: 上 17">
            <a:extLst>
              <a:ext uri="{FF2B5EF4-FFF2-40B4-BE49-F238E27FC236}">
                <a16:creationId xmlns:a16="http://schemas.microsoft.com/office/drawing/2014/main" id="{8D9BE2D8-A25D-CD76-7C40-8CE3F6A73212}"/>
              </a:ext>
            </a:extLst>
          </p:cNvPr>
          <p:cNvSpPr/>
          <p:nvPr/>
        </p:nvSpPr>
        <p:spPr>
          <a:xfrm rot="20889810">
            <a:off x="5676726" y="3406522"/>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0D0A22FD-4515-AA3D-24EE-537BBE2C74AC}"/>
              </a:ext>
            </a:extLst>
          </p:cNvPr>
          <p:cNvSpPr txBox="1"/>
          <p:nvPr/>
        </p:nvSpPr>
        <p:spPr>
          <a:xfrm>
            <a:off x="1920963" y="4536181"/>
            <a:ext cx="8544560" cy="584775"/>
          </a:xfrm>
          <a:prstGeom prst="rect">
            <a:avLst/>
          </a:prstGeom>
          <a:noFill/>
        </p:spPr>
        <p:txBody>
          <a:bodyPr wrap="square" rtlCol="0">
            <a:spAutoFit/>
          </a:bodyPr>
          <a:lstStyle/>
          <a:p>
            <a:r>
              <a:rPr lang="en-US" altLang="ja-JP" sz="1600" b="0" i="0" dirty="0">
                <a:solidFill>
                  <a:srgbClr val="000000"/>
                </a:solidFill>
                <a:effectLst/>
                <a:latin typeface="Meiryo" panose="020B0604030504040204" pitchFamily="50" charset="-128"/>
                <a:ea typeface="Meiryo" panose="020B0604030504040204" pitchFamily="50" charset="-128"/>
              </a:rPr>
              <a:t>※ </a:t>
            </a:r>
            <a:r>
              <a:rPr lang="ja-JP" altLang="en-US" sz="1600" b="0" i="0" dirty="0">
                <a:solidFill>
                  <a:srgbClr val="000000"/>
                </a:solidFill>
                <a:effectLst/>
                <a:latin typeface="Meiryo" panose="020B0604030504040204" pitchFamily="50" charset="-128"/>
                <a:ea typeface="Meiryo" panose="020B0604030504040204" pitchFamily="50" charset="-128"/>
              </a:rPr>
              <a:t>サインアップするには、登録済みアカウントでワンタイムパスワードの発行を　　　　　　</a:t>
            </a:r>
            <a:r>
              <a:rPr lang="en-US" altLang="ja-JP" sz="1600" b="0" i="0" dirty="0">
                <a:solidFill>
                  <a:srgbClr val="000000"/>
                </a:solidFill>
                <a:effectLst/>
                <a:latin typeface="Meiryo" panose="020B0604030504040204" pitchFamily="50" charset="-128"/>
                <a:ea typeface="Meiryo" panose="020B0604030504040204" pitchFamily="50" charset="-128"/>
              </a:rPr>
              <a:t>			</a:t>
            </a:r>
            <a:r>
              <a:rPr lang="ja-JP" altLang="en-US" sz="1600" b="0" i="0" dirty="0">
                <a:solidFill>
                  <a:srgbClr val="000000"/>
                </a:solidFill>
                <a:effectLst/>
                <a:latin typeface="Meiryo" panose="020B0604030504040204" pitchFamily="50" charset="-128"/>
                <a:ea typeface="Meiryo" panose="020B0604030504040204" pitchFamily="50" charset="-128"/>
              </a:rPr>
              <a:t>する必要があります。</a:t>
            </a:r>
            <a:endParaRPr kumimoji="1" lang="ja-JP" altLang="en-US" sz="1600" dirty="0"/>
          </a:p>
        </p:txBody>
      </p:sp>
      <p:sp>
        <p:nvSpPr>
          <p:cNvPr id="20" name="テキスト ボックス 19">
            <a:extLst>
              <a:ext uri="{FF2B5EF4-FFF2-40B4-BE49-F238E27FC236}">
                <a16:creationId xmlns:a16="http://schemas.microsoft.com/office/drawing/2014/main" id="{C75821F5-2965-B157-2AC7-E47FF381B256}"/>
              </a:ext>
            </a:extLst>
          </p:cNvPr>
          <p:cNvSpPr txBox="1"/>
          <p:nvPr/>
        </p:nvSpPr>
        <p:spPr>
          <a:xfrm>
            <a:off x="4878829" y="5467745"/>
            <a:ext cx="2170617" cy="338554"/>
          </a:xfrm>
          <a:prstGeom prst="rect">
            <a:avLst/>
          </a:prstGeom>
          <a:noFill/>
        </p:spPr>
        <p:txBody>
          <a:bodyPr wrap="square" rtlCol="0">
            <a:spAutoFit/>
          </a:bodyPr>
          <a:lstStyle/>
          <a:p>
            <a:r>
              <a:rPr lang="ja-JP" altLang="en-US" sz="1600" b="1" u="sng" dirty="0">
                <a:solidFill>
                  <a:srgbClr val="4B83DD"/>
                </a:solidFill>
              </a:rPr>
              <a:t>ログイン画面に戻る</a:t>
            </a:r>
            <a:endParaRPr kumimoji="1" lang="ja-JP" altLang="en-US" sz="1600" b="1" u="sng" dirty="0">
              <a:solidFill>
                <a:srgbClr val="4B83DD"/>
              </a:solidFill>
            </a:endParaRPr>
          </a:p>
        </p:txBody>
      </p:sp>
      <p:sp>
        <p:nvSpPr>
          <p:cNvPr id="23" name="テキスト ボックス 22">
            <a:extLst>
              <a:ext uri="{FF2B5EF4-FFF2-40B4-BE49-F238E27FC236}">
                <a16:creationId xmlns:a16="http://schemas.microsoft.com/office/drawing/2014/main" id="{70ED3829-FDDD-F4E5-BD7D-1A8A09C6041A}"/>
              </a:ext>
            </a:extLst>
          </p:cNvPr>
          <p:cNvSpPr txBox="1"/>
          <p:nvPr/>
        </p:nvSpPr>
        <p:spPr>
          <a:xfrm>
            <a:off x="3798246" y="2640313"/>
            <a:ext cx="3251200" cy="369332"/>
          </a:xfrm>
          <a:prstGeom prst="rect">
            <a:avLst/>
          </a:prstGeom>
          <a:noFill/>
        </p:spPr>
        <p:txBody>
          <a:bodyPr wrap="square" rtlCol="0">
            <a:spAutoFit/>
          </a:bodyPr>
          <a:lstStyle/>
          <a:p>
            <a:r>
              <a:rPr lang="en-US" altLang="ja-JP" sz="1800" dirty="0"/>
              <a:t>212657</a:t>
            </a:r>
            <a:endParaRPr kumimoji="1" lang="ja-JP" altLang="en-US" sz="1800" dirty="0"/>
          </a:p>
        </p:txBody>
      </p:sp>
    </p:spTree>
    <p:extLst>
      <p:ext uri="{BB962C8B-B14F-4D97-AF65-F5344CB8AC3E}">
        <p14:creationId xmlns:p14="http://schemas.microsoft.com/office/powerpoint/2010/main" val="308146862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inVertical)">
                                      <p:cBhvr>
                                        <p:cTn id="7" dur="500"/>
                                        <p:tgtEl>
                                          <p:spTgt spid="23"/>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800"/>
                                        <p:tgtEl>
                                          <p:spTgt spid="18"/>
                                        </p:tgtEl>
                                      </p:cBhvr>
                                    </p:animEffect>
                                    <p:anim calcmode="lin" valueType="num">
                                      <p:cBhvr>
                                        <p:cTn id="12" dur="800" fill="hold"/>
                                        <p:tgtEl>
                                          <p:spTgt spid="18"/>
                                        </p:tgtEl>
                                        <p:attrNameLst>
                                          <p:attrName>ppt_x</p:attrName>
                                        </p:attrNameLst>
                                      </p:cBhvr>
                                      <p:tavLst>
                                        <p:tav tm="0">
                                          <p:val>
                                            <p:strVal val="#ppt_x"/>
                                          </p:val>
                                        </p:tav>
                                        <p:tav tm="100000">
                                          <p:val>
                                            <p:strVal val="#ppt_x"/>
                                          </p:val>
                                        </p:tav>
                                      </p:tavLst>
                                    </p:anim>
                                    <p:anim calcmode="lin" valueType="num">
                                      <p:cBhvr>
                                        <p:cTn id="13" dur="800" fill="hold"/>
                                        <p:tgtEl>
                                          <p:spTgt spid="18"/>
                                        </p:tgtEl>
                                        <p:attrNameLst>
                                          <p:attrName>ppt_y</p:attrName>
                                        </p:attrNameLst>
                                      </p:cBhvr>
                                      <p:tavLst>
                                        <p:tav tm="0">
                                          <p:val>
                                            <p:strVal val="#ppt_y+.1"/>
                                          </p:val>
                                        </p:tav>
                                        <p:tav tm="100000">
                                          <p:val>
                                            <p:strVal val="#ppt_y"/>
                                          </p:val>
                                        </p:tav>
                                      </p:tavLst>
                                    </p:anim>
                                  </p:childTnLst>
                                </p:cTn>
                              </p:par>
                            </p:childTnLst>
                          </p:cTn>
                        </p:par>
                        <p:par>
                          <p:cTn id="14" fill="hold">
                            <p:stCondLst>
                              <p:cond delay="1300"/>
                            </p:stCondLst>
                            <p:childTnLst>
                              <p:par>
                                <p:cTn id="15" presetID="26" presetClass="emph" presetSubtype="0" fill="hold" grpId="1" nodeType="afterEffect">
                                  <p:stCondLst>
                                    <p:cond delay="0"/>
                                  </p:stCondLst>
                                  <p:childTnLst>
                                    <p:animEffect transition="out" filter="fade">
                                      <p:cBhvr>
                                        <p:cTn id="16" dur="800" tmFilter="0, 0; .2, .5; .8, .5; 1, 0"/>
                                        <p:tgtEl>
                                          <p:spTgt spid="18"/>
                                        </p:tgtEl>
                                      </p:cBhvr>
                                    </p:animEffect>
                                    <p:animScale>
                                      <p:cBhvr>
                                        <p:cTn id="17" dur="400" autoRev="1" fill="hold"/>
                                        <p:tgtEl>
                                          <p:spTgt spid="1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3DF2A630-9850-5FAE-9086-871E41D1C2A2}"/>
              </a:ext>
            </a:extLst>
          </p:cNvPr>
          <p:cNvSpPr/>
          <p:nvPr/>
        </p:nvSpPr>
        <p:spPr>
          <a:xfrm>
            <a:off x="914400" y="424543"/>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5942AAFA-DCC9-DB7B-F74C-2899C6F986DC}"/>
              </a:ext>
            </a:extLst>
          </p:cNvPr>
          <p:cNvSpPr txBox="1"/>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4" name="正方形/長方形 3">
            <a:extLst>
              <a:ext uri="{FF2B5EF4-FFF2-40B4-BE49-F238E27FC236}">
                <a16:creationId xmlns:a16="http://schemas.microsoft.com/office/drawing/2014/main" id="{5A808F51-B614-6D02-F21D-764505EB2789}"/>
              </a:ext>
            </a:extLst>
          </p:cNvPr>
          <p:cNvSpPr/>
          <p:nvPr/>
        </p:nvSpPr>
        <p:spPr>
          <a:xfrm>
            <a:off x="1473201" y="1273275"/>
            <a:ext cx="9042400" cy="54988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127BECC8-BAA5-3676-DAE4-D03FC3E99E8C}"/>
              </a:ext>
            </a:extLst>
          </p:cNvPr>
          <p:cNvSpPr txBox="1"/>
          <p:nvPr/>
        </p:nvSpPr>
        <p:spPr>
          <a:xfrm>
            <a:off x="1289592" y="1340308"/>
            <a:ext cx="2743200" cy="461665"/>
          </a:xfrm>
          <a:prstGeom prst="rect">
            <a:avLst/>
          </a:prstGeom>
          <a:noFill/>
        </p:spPr>
        <p:txBody>
          <a:bodyPr wrap="square" rtlCol="0">
            <a:spAutoFit/>
          </a:bodyPr>
          <a:lstStyle/>
          <a:p>
            <a:pPr algn="ctr"/>
            <a:r>
              <a:rPr lang="ja-JP" altLang="en-US" sz="2400" b="1" dirty="0"/>
              <a:t>サインアップ</a:t>
            </a:r>
            <a:endParaRPr kumimoji="1" lang="ja-JP" altLang="en-US" sz="2400" b="1" dirty="0"/>
          </a:p>
        </p:txBody>
      </p:sp>
      <p:sp>
        <p:nvSpPr>
          <p:cNvPr id="19" name="テキスト ボックス 18">
            <a:extLst>
              <a:ext uri="{FF2B5EF4-FFF2-40B4-BE49-F238E27FC236}">
                <a16:creationId xmlns:a16="http://schemas.microsoft.com/office/drawing/2014/main" id="{AFB5BB08-3966-C464-EB2D-593D178D45E2}"/>
              </a:ext>
            </a:extLst>
          </p:cNvPr>
          <p:cNvSpPr txBox="1"/>
          <p:nvPr/>
        </p:nvSpPr>
        <p:spPr>
          <a:xfrm>
            <a:off x="1473201" y="2214880"/>
            <a:ext cx="8646159" cy="369332"/>
          </a:xfrm>
          <a:prstGeom prst="rect">
            <a:avLst/>
          </a:prstGeom>
          <a:noFill/>
        </p:spPr>
        <p:txBody>
          <a:bodyPr wrap="square" rtlCol="0">
            <a:spAutoFit/>
          </a:bodyPr>
          <a:lstStyle/>
          <a:p>
            <a:r>
              <a:rPr kumimoji="1" lang="ja-JP" altLang="en-US" dirty="0"/>
              <a:t>教師</a:t>
            </a:r>
            <a:r>
              <a:rPr kumimoji="1" lang="en-US" altLang="ja-JP" dirty="0"/>
              <a:t>ID</a:t>
            </a:r>
            <a:endParaRPr kumimoji="1" lang="ja-JP" altLang="en-US" dirty="0"/>
          </a:p>
        </p:txBody>
      </p:sp>
      <p:sp>
        <p:nvSpPr>
          <p:cNvPr id="21" name="四角形: 角を丸くする 20">
            <a:extLst>
              <a:ext uri="{FF2B5EF4-FFF2-40B4-BE49-F238E27FC236}">
                <a16:creationId xmlns:a16="http://schemas.microsoft.com/office/drawing/2014/main" id="{6925208C-9291-F251-5FC8-E8824699218B}"/>
              </a:ext>
            </a:extLst>
          </p:cNvPr>
          <p:cNvSpPr/>
          <p:nvPr/>
        </p:nvSpPr>
        <p:spPr>
          <a:xfrm>
            <a:off x="1638297" y="2684026"/>
            <a:ext cx="8755383" cy="3693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F6A4175-C297-BB4D-8C43-C6684388F0A1}"/>
              </a:ext>
            </a:extLst>
          </p:cNvPr>
          <p:cNvSpPr txBox="1"/>
          <p:nvPr/>
        </p:nvSpPr>
        <p:spPr>
          <a:xfrm>
            <a:off x="1473201" y="3117563"/>
            <a:ext cx="8646159" cy="369332"/>
          </a:xfrm>
          <a:prstGeom prst="rect">
            <a:avLst/>
          </a:prstGeom>
          <a:noFill/>
        </p:spPr>
        <p:txBody>
          <a:bodyPr wrap="square" rtlCol="0">
            <a:spAutoFit/>
          </a:bodyPr>
          <a:lstStyle/>
          <a:p>
            <a:r>
              <a:rPr lang="ja-JP" altLang="en-US" dirty="0"/>
              <a:t>氏名</a:t>
            </a:r>
            <a:endParaRPr kumimoji="1" lang="ja-JP" altLang="en-US" dirty="0"/>
          </a:p>
        </p:txBody>
      </p:sp>
      <p:sp>
        <p:nvSpPr>
          <p:cNvPr id="29" name="四角形: 角を丸くする 28">
            <a:extLst>
              <a:ext uri="{FF2B5EF4-FFF2-40B4-BE49-F238E27FC236}">
                <a16:creationId xmlns:a16="http://schemas.microsoft.com/office/drawing/2014/main" id="{FCF44B5D-4A56-B928-E171-24B2ACC94D45}"/>
              </a:ext>
            </a:extLst>
          </p:cNvPr>
          <p:cNvSpPr/>
          <p:nvPr/>
        </p:nvSpPr>
        <p:spPr>
          <a:xfrm>
            <a:off x="1616709" y="3551100"/>
            <a:ext cx="8755383" cy="3693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9DDB01EB-B99A-9F8A-0EFE-2C636528DC67}"/>
              </a:ext>
            </a:extLst>
          </p:cNvPr>
          <p:cNvSpPr/>
          <p:nvPr/>
        </p:nvSpPr>
        <p:spPr>
          <a:xfrm>
            <a:off x="1616708" y="4471445"/>
            <a:ext cx="8755383" cy="3693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3D3D1198-F8B9-9F12-5C6F-ADA4E12AF9E0}"/>
              </a:ext>
            </a:extLst>
          </p:cNvPr>
          <p:cNvSpPr txBox="1"/>
          <p:nvPr/>
        </p:nvSpPr>
        <p:spPr>
          <a:xfrm>
            <a:off x="1473201" y="4037908"/>
            <a:ext cx="8646159" cy="369332"/>
          </a:xfrm>
          <a:prstGeom prst="rect">
            <a:avLst/>
          </a:prstGeom>
          <a:noFill/>
        </p:spPr>
        <p:txBody>
          <a:bodyPr wrap="square" rtlCol="0">
            <a:spAutoFit/>
          </a:bodyPr>
          <a:lstStyle/>
          <a:p>
            <a:r>
              <a:rPr lang="ja-JP" altLang="en-US" dirty="0"/>
              <a:t>パスワード</a:t>
            </a:r>
            <a:endParaRPr kumimoji="1" lang="ja-JP" altLang="en-US" dirty="0"/>
          </a:p>
        </p:txBody>
      </p:sp>
      <p:sp>
        <p:nvSpPr>
          <p:cNvPr id="35" name="テキスト ボックス 34">
            <a:extLst>
              <a:ext uri="{FF2B5EF4-FFF2-40B4-BE49-F238E27FC236}">
                <a16:creationId xmlns:a16="http://schemas.microsoft.com/office/drawing/2014/main" id="{38F3D356-14F7-94F6-4ECA-85B1E9DE70C3}"/>
              </a:ext>
            </a:extLst>
          </p:cNvPr>
          <p:cNvSpPr txBox="1"/>
          <p:nvPr/>
        </p:nvSpPr>
        <p:spPr>
          <a:xfrm>
            <a:off x="1473200" y="4965101"/>
            <a:ext cx="8646159" cy="369332"/>
          </a:xfrm>
          <a:prstGeom prst="rect">
            <a:avLst/>
          </a:prstGeom>
          <a:noFill/>
        </p:spPr>
        <p:txBody>
          <a:bodyPr wrap="square" rtlCol="0">
            <a:spAutoFit/>
          </a:bodyPr>
          <a:lstStyle/>
          <a:p>
            <a:r>
              <a:rPr lang="ja-JP" altLang="en-US" dirty="0"/>
              <a:t>パスワード</a:t>
            </a:r>
            <a:r>
              <a:rPr lang="en-US" altLang="ja-JP" dirty="0"/>
              <a:t>(</a:t>
            </a:r>
            <a:r>
              <a:rPr lang="ja-JP" altLang="en-US" dirty="0"/>
              <a:t>確認</a:t>
            </a:r>
            <a:r>
              <a:rPr lang="en-US" altLang="ja-JP" dirty="0"/>
              <a:t>)</a:t>
            </a:r>
            <a:endParaRPr kumimoji="1" lang="ja-JP" altLang="en-US" dirty="0"/>
          </a:p>
        </p:txBody>
      </p:sp>
      <p:sp>
        <p:nvSpPr>
          <p:cNvPr id="37" name="四角形: 角を丸くする 36">
            <a:extLst>
              <a:ext uri="{FF2B5EF4-FFF2-40B4-BE49-F238E27FC236}">
                <a16:creationId xmlns:a16="http://schemas.microsoft.com/office/drawing/2014/main" id="{C0184250-38D1-1DD3-2C94-D0253735594D}"/>
              </a:ext>
            </a:extLst>
          </p:cNvPr>
          <p:cNvSpPr/>
          <p:nvPr/>
        </p:nvSpPr>
        <p:spPr>
          <a:xfrm>
            <a:off x="1616708" y="5356820"/>
            <a:ext cx="8755383" cy="3693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5463B53D-7E9A-DA27-B188-82D066444F78}"/>
              </a:ext>
            </a:extLst>
          </p:cNvPr>
          <p:cNvSpPr/>
          <p:nvPr/>
        </p:nvSpPr>
        <p:spPr>
          <a:xfrm>
            <a:off x="1473200" y="6033293"/>
            <a:ext cx="928290" cy="529685"/>
          </a:xfrm>
          <a:prstGeom prst="roundRect">
            <a:avLst/>
          </a:prstGeom>
          <a:solidFill>
            <a:srgbClr val="4B83D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01BB8068-514E-72B4-F69C-B3731924A5C8}"/>
              </a:ext>
            </a:extLst>
          </p:cNvPr>
          <p:cNvSpPr txBox="1"/>
          <p:nvPr/>
        </p:nvSpPr>
        <p:spPr>
          <a:xfrm>
            <a:off x="1617434" y="6132044"/>
            <a:ext cx="639821" cy="338554"/>
          </a:xfrm>
          <a:prstGeom prst="rect">
            <a:avLst/>
          </a:prstGeom>
          <a:noFill/>
        </p:spPr>
        <p:txBody>
          <a:bodyPr wrap="square" rtlCol="0">
            <a:spAutoFit/>
          </a:bodyPr>
          <a:lstStyle/>
          <a:p>
            <a:r>
              <a:rPr lang="ja-JP" altLang="en-US" sz="1600" b="1" dirty="0">
                <a:solidFill>
                  <a:schemeClr val="bg1"/>
                </a:solidFill>
              </a:rPr>
              <a:t>登録</a:t>
            </a:r>
            <a:endParaRPr kumimoji="1" lang="ja-JP" altLang="en-US" sz="1600" b="1" dirty="0">
              <a:solidFill>
                <a:schemeClr val="bg1"/>
              </a:solidFill>
            </a:endParaRPr>
          </a:p>
        </p:txBody>
      </p:sp>
      <p:sp>
        <p:nvSpPr>
          <p:cNvPr id="41" name="矢印: 上 40">
            <a:extLst>
              <a:ext uri="{FF2B5EF4-FFF2-40B4-BE49-F238E27FC236}">
                <a16:creationId xmlns:a16="http://schemas.microsoft.com/office/drawing/2014/main" id="{86F1995F-3E0F-1B9C-01FB-47357628767A}"/>
              </a:ext>
            </a:extLst>
          </p:cNvPr>
          <p:cNvSpPr/>
          <p:nvPr/>
        </p:nvSpPr>
        <p:spPr>
          <a:xfrm rot="20889810">
            <a:off x="1811988" y="6269450"/>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F328C790-5948-DC48-7AC8-333B64526F9B}"/>
              </a:ext>
            </a:extLst>
          </p:cNvPr>
          <p:cNvSpPr txBox="1"/>
          <p:nvPr/>
        </p:nvSpPr>
        <p:spPr>
          <a:xfrm>
            <a:off x="1638297" y="3540917"/>
            <a:ext cx="5913120" cy="369332"/>
          </a:xfrm>
          <a:prstGeom prst="rect">
            <a:avLst/>
          </a:prstGeom>
          <a:noFill/>
        </p:spPr>
        <p:txBody>
          <a:bodyPr wrap="square" rtlCol="0">
            <a:spAutoFit/>
          </a:bodyPr>
          <a:lstStyle/>
          <a:p>
            <a:r>
              <a:rPr lang="ja-JP" altLang="en-US" dirty="0"/>
              <a:t>大原草子</a:t>
            </a:r>
            <a:endParaRPr kumimoji="1" lang="ja-JP" altLang="en-US" dirty="0"/>
          </a:p>
        </p:txBody>
      </p:sp>
      <p:sp>
        <p:nvSpPr>
          <p:cNvPr id="43" name="テキスト ボックス 42">
            <a:extLst>
              <a:ext uri="{FF2B5EF4-FFF2-40B4-BE49-F238E27FC236}">
                <a16:creationId xmlns:a16="http://schemas.microsoft.com/office/drawing/2014/main" id="{E6CE0EB9-4982-BD59-EB86-832C3522EBF7}"/>
              </a:ext>
            </a:extLst>
          </p:cNvPr>
          <p:cNvSpPr txBox="1"/>
          <p:nvPr/>
        </p:nvSpPr>
        <p:spPr>
          <a:xfrm>
            <a:off x="1616708" y="2657391"/>
            <a:ext cx="5913120" cy="369332"/>
          </a:xfrm>
          <a:prstGeom prst="rect">
            <a:avLst/>
          </a:prstGeom>
          <a:noFill/>
        </p:spPr>
        <p:txBody>
          <a:bodyPr wrap="square" rtlCol="0">
            <a:spAutoFit/>
          </a:bodyPr>
          <a:lstStyle/>
          <a:p>
            <a:r>
              <a:rPr lang="en-US" altLang="ja-JP" dirty="0" err="1"/>
              <a:t>souko</a:t>
            </a:r>
            <a:endParaRPr kumimoji="1" lang="ja-JP" altLang="en-US" dirty="0"/>
          </a:p>
        </p:txBody>
      </p:sp>
      <p:sp>
        <p:nvSpPr>
          <p:cNvPr id="44" name="テキスト ボックス 43">
            <a:extLst>
              <a:ext uri="{FF2B5EF4-FFF2-40B4-BE49-F238E27FC236}">
                <a16:creationId xmlns:a16="http://schemas.microsoft.com/office/drawing/2014/main" id="{95E2B6E3-70E1-097B-669F-7A09B5F08A58}"/>
              </a:ext>
            </a:extLst>
          </p:cNvPr>
          <p:cNvSpPr txBox="1"/>
          <p:nvPr/>
        </p:nvSpPr>
        <p:spPr>
          <a:xfrm>
            <a:off x="1616708" y="4475309"/>
            <a:ext cx="5913120" cy="369332"/>
          </a:xfrm>
          <a:prstGeom prst="rect">
            <a:avLst/>
          </a:prstGeom>
          <a:noFill/>
        </p:spPr>
        <p:txBody>
          <a:bodyPr wrap="square" rtlCol="0">
            <a:spAutoFit/>
          </a:bodyPr>
          <a:lstStyle/>
          <a:p>
            <a:r>
              <a:rPr kumimoji="1" lang="en-US" altLang="ja-JP" dirty="0" err="1"/>
              <a:t>ohara</a:t>
            </a:r>
            <a:endParaRPr kumimoji="1" lang="ja-JP" altLang="en-US" dirty="0"/>
          </a:p>
        </p:txBody>
      </p:sp>
      <p:sp>
        <p:nvSpPr>
          <p:cNvPr id="45" name="テキスト ボックス 44">
            <a:extLst>
              <a:ext uri="{FF2B5EF4-FFF2-40B4-BE49-F238E27FC236}">
                <a16:creationId xmlns:a16="http://schemas.microsoft.com/office/drawing/2014/main" id="{EC26567B-D005-56E3-5DE4-3B8C847CBE88}"/>
              </a:ext>
            </a:extLst>
          </p:cNvPr>
          <p:cNvSpPr txBox="1"/>
          <p:nvPr/>
        </p:nvSpPr>
        <p:spPr>
          <a:xfrm>
            <a:off x="1616708" y="5334433"/>
            <a:ext cx="5913120" cy="369332"/>
          </a:xfrm>
          <a:prstGeom prst="rect">
            <a:avLst/>
          </a:prstGeom>
          <a:noFill/>
        </p:spPr>
        <p:txBody>
          <a:bodyPr wrap="square" rtlCol="0">
            <a:spAutoFit/>
          </a:bodyPr>
          <a:lstStyle/>
          <a:p>
            <a:r>
              <a:rPr kumimoji="1" lang="en-US" altLang="ja-JP" dirty="0" err="1"/>
              <a:t>ohara</a:t>
            </a:r>
            <a:endParaRPr kumimoji="1" lang="ja-JP" altLang="en-US" dirty="0"/>
          </a:p>
        </p:txBody>
      </p:sp>
      <p:sp>
        <p:nvSpPr>
          <p:cNvPr id="46" name="テキスト ボックス 45">
            <a:extLst>
              <a:ext uri="{FF2B5EF4-FFF2-40B4-BE49-F238E27FC236}">
                <a16:creationId xmlns:a16="http://schemas.microsoft.com/office/drawing/2014/main" id="{B12E9ED7-2EB7-CA28-0CBA-BFE99B61417E}"/>
              </a:ext>
            </a:extLst>
          </p:cNvPr>
          <p:cNvSpPr txBox="1"/>
          <p:nvPr/>
        </p:nvSpPr>
        <p:spPr>
          <a:xfrm>
            <a:off x="9188672" y="6269773"/>
            <a:ext cx="1114080" cy="338545"/>
          </a:xfrm>
          <a:prstGeom prst="rect">
            <a:avLst/>
          </a:prstGeom>
          <a:noFill/>
        </p:spPr>
        <p:txBody>
          <a:bodyPr wrap="square" rtlCol="0">
            <a:spAutoFit/>
          </a:bodyPr>
          <a:lstStyle/>
          <a:p>
            <a:r>
              <a:rPr lang="ja-JP" altLang="en-US" sz="1600" b="1" u="sng" dirty="0">
                <a:solidFill>
                  <a:srgbClr val="4B83DD"/>
                </a:solidFill>
              </a:rPr>
              <a:t>戻る</a:t>
            </a:r>
            <a:endParaRPr kumimoji="1" lang="ja-JP" altLang="en-US" sz="1600" b="1" u="sng" dirty="0">
              <a:solidFill>
                <a:srgbClr val="4B83DD"/>
              </a:solidFill>
            </a:endParaRPr>
          </a:p>
        </p:txBody>
      </p:sp>
    </p:spTree>
    <p:extLst>
      <p:ext uri="{BB962C8B-B14F-4D97-AF65-F5344CB8AC3E}">
        <p14:creationId xmlns:p14="http://schemas.microsoft.com/office/powerpoint/2010/main" val="12258139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500"/>
                                        <p:tgtEl>
                                          <p:spTgt spid="4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500"/>
                                        <p:tgtEl>
                                          <p:spTgt spid="4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500"/>
                                        <p:tgtEl>
                                          <p:spTgt spid="45"/>
                                        </p:tgtEl>
                                      </p:cBhvr>
                                    </p:animEffect>
                                  </p:childTnLst>
                                </p:cTn>
                              </p:par>
                            </p:childTnLst>
                          </p:cTn>
                        </p:par>
                        <p:par>
                          <p:cTn id="20" fill="hold">
                            <p:stCondLst>
                              <p:cond delay="2000"/>
                            </p:stCondLst>
                            <p:childTnLst>
                              <p:par>
                                <p:cTn id="21" presetID="42" presetClass="entr" presetSubtype="0" fill="hold" grpId="0"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700"/>
                                        <p:tgtEl>
                                          <p:spTgt spid="41"/>
                                        </p:tgtEl>
                                      </p:cBhvr>
                                    </p:animEffect>
                                    <p:anim calcmode="lin" valueType="num">
                                      <p:cBhvr>
                                        <p:cTn id="24" dur="700" fill="hold"/>
                                        <p:tgtEl>
                                          <p:spTgt spid="41"/>
                                        </p:tgtEl>
                                        <p:attrNameLst>
                                          <p:attrName>ppt_x</p:attrName>
                                        </p:attrNameLst>
                                      </p:cBhvr>
                                      <p:tavLst>
                                        <p:tav tm="0">
                                          <p:val>
                                            <p:strVal val="#ppt_x"/>
                                          </p:val>
                                        </p:tav>
                                        <p:tav tm="100000">
                                          <p:val>
                                            <p:strVal val="#ppt_x"/>
                                          </p:val>
                                        </p:tav>
                                      </p:tavLst>
                                    </p:anim>
                                    <p:anim calcmode="lin" valueType="num">
                                      <p:cBhvr>
                                        <p:cTn id="25" dur="700" fill="hold"/>
                                        <p:tgtEl>
                                          <p:spTgt spid="41"/>
                                        </p:tgtEl>
                                        <p:attrNameLst>
                                          <p:attrName>ppt_y</p:attrName>
                                        </p:attrNameLst>
                                      </p:cBhvr>
                                      <p:tavLst>
                                        <p:tav tm="0">
                                          <p:val>
                                            <p:strVal val="#ppt_y+.1"/>
                                          </p:val>
                                        </p:tav>
                                        <p:tav tm="100000">
                                          <p:val>
                                            <p:strVal val="#ppt_y"/>
                                          </p:val>
                                        </p:tav>
                                      </p:tavLst>
                                    </p:anim>
                                  </p:childTnLst>
                                </p:cTn>
                              </p:par>
                            </p:childTnLst>
                          </p:cTn>
                        </p:par>
                        <p:par>
                          <p:cTn id="26" fill="hold">
                            <p:stCondLst>
                              <p:cond delay="2700"/>
                            </p:stCondLst>
                            <p:childTnLst>
                              <p:par>
                                <p:cTn id="27" presetID="26" presetClass="emph" presetSubtype="0" fill="hold" grpId="1" nodeType="afterEffect">
                                  <p:stCondLst>
                                    <p:cond delay="0"/>
                                  </p:stCondLst>
                                  <p:childTnLst>
                                    <p:animEffect transition="out" filter="fade">
                                      <p:cBhvr>
                                        <p:cTn id="28" dur="500" tmFilter="0, 0; .2, .5; .8, .5; 1, 0"/>
                                        <p:tgtEl>
                                          <p:spTgt spid="41"/>
                                        </p:tgtEl>
                                      </p:cBhvr>
                                    </p:animEffect>
                                    <p:animScale>
                                      <p:cBhvr>
                                        <p:cTn id="29" dur="250" autoRev="1" fill="hold"/>
                                        <p:tgtEl>
                                          <p:spTgt spid="41"/>
                                        </p:tgtEl>
                                      </p:cBhvr>
                                      <p:by x="105000" y="105000"/>
                                    </p:animScale>
                                  </p:childTnLst>
                                </p:cTn>
                              </p:par>
                              <p:par>
                                <p:cTn id="30" presetID="1" presetClass="emph" presetSubtype="2" fill="hold" nodeType="withEffect">
                                  <p:stCondLst>
                                    <p:cond delay="0"/>
                                  </p:stCondLst>
                                  <p:childTnLst>
                                    <p:animClr clrSpc="rgb" dir="cw">
                                      <p:cBhvr>
                                        <p:cTn id="31" dur="500" fill="hold"/>
                                        <p:tgtEl>
                                          <p:spTgt spid="39"/>
                                        </p:tgtEl>
                                        <p:attrNameLst>
                                          <p:attrName>fillcolor</p:attrName>
                                        </p:attrNameLst>
                                      </p:cBhvr>
                                      <p:to>
                                        <a:srgbClr val="215E99"/>
                                      </p:to>
                                    </p:animClr>
                                    <p:set>
                                      <p:cBhvr>
                                        <p:cTn id="32" dur="500" fill="hold"/>
                                        <p:tgtEl>
                                          <p:spTgt spid="39"/>
                                        </p:tgtEl>
                                        <p:attrNameLst>
                                          <p:attrName>fill.type</p:attrName>
                                        </p:attrNameLst>
                                      </p:cBhvr>
                                      <p:to>
                                        <p:strVal val="solid"/>
                                      </p:to>
                                    </p:set>
                                    <p:set>
                                      <p:cBhvr>
                                        <p:cTn id="33" dur="500" fill="hold"/>
                                        <p:tgtEl>
                                          <p:spTgt spid="3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1" grpId="1" animBg="1"/>
      <p:bldP spid="42" grpId="0"/>
      <p:bldP spid="43" grpId="0"/>
      <p:bldP spid="44" grpId="0"/>
      <p:bldP spid="4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図 27" descr="グラフィカル ユーザー インターフェイス&#10;&#10;中程度の精度で自動的に生成された説明">
            <a:extLst>
              <a:ext uri="{FF2B5EF4-FFF2-40B4-BE49-F238E27FC236}">
                <a16:creationId xmlns:a16="http://schemas.microsoft.com/office/drawing/2014/main" id="{53420399-826B-24E8-33FC-8D1BE2EF8B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1" name="矢印: 右 30">
            <a:extLst>
              <a:ext uri="{FF2B5EF4-FFF2-40B4-BE49-F238E27FC236}">
                <a16:creationId xmlns:a16="http://schemas.microsoft.com/office/drawing/2014/main" id="{6A4B401D-2825-D428-C07D-8A620DAF50A6}"/>
              </a:ext>
            </a:extLst>
          </p:cNvPr>
          <p:cNvSpPr/>
          <p:nvPr/>
        </p:nvSpPr>
        <p:spPr>
          <a:xfrm>
            <a:off x="7481067" y="740228"/>
            <a:ext cx="515592" cy="342125"/>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9871629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0B1FA954-E8F6-1E22-A738-D72AADA81741}"/>
              </a:ext>
            </a:extLst>
          </p:cNvPr>
          <p:cNvCxnSpPr>
            <a:cxnSpLocks/>
          </p:cNvCxnSpPr>
          <p:nvPr/>
        </p:nvCxnSpPr>
        <p:spPr>
          <a:xfrm>
            <a:off x="3167743" y="1328057"/>
            <a:ext cx="0" cy="3705956"/>
          </a:xfrm>
          <a:prstGeom prst="line">
            <a:avLst/>
          </a:prstGeom>
        </p:spPr>
        <p:style>
          <a:lnRef idx="1">
            <a:schemeClr val="dk1"/>
          </a:lnRef>
          <a:fillRef idx="0">
            <a:schemeClr val="dk1"/>
          </a:fillRef>
          <a:effectRef idx="0">
            <a:schemeClr val="dk1"/>
          </a:effectRef>
          <a:fontRef idx="minor">
            <a:schemeClr val="tx1"/>
          </a:fontRef>
        </p:style>
      </p:cxnSp>
      <p:grpSp>
        <p:nvGrpSpPr>
          <p:cNvPr id="3" name="グループ化 2">
            <a:extLst>
              <a:ext uri="{FF2B5EF4-FFF2-40B4-BE49-F238E27FC236}">
                <a16:creationId xmlns:a16="http://schemas.microsoft.com/office/drawing/2014/main" id="{B34011D8-1967-B7EE-A50A-E1DCC41A6CCE}"/>
              </a:ext>
            </a:extLst>
          </p:cNvPr>
          <p:cNvGrpSpPr/>
          <p:nvPr/>
        </p:nvGrpSpPr>
        <p:grpSpPr>
          <a:xfrm>
            <a:off x="914397" y="377594"/>
            <a:ext cx="9775371" cy="742070"/>
            <a:chOff x="914397" y="377594"/>
            <a:chExt cx="9775371" cy="742070"/>
          </a:xfrm>
        </p:grpSpPr>
        <p:sp>
          <p:nvSpPr>
            <p:cNvPr id="4" name="正方形/長方形 3">
              <a:extLst>
                <a:ext uri="{FF2B5EF4-FFF2-40B4-BE49-F238E27FC236}">
                  <a16:creationId xmlns:a16="http://schemas.microsoft.com/office/drawing/2014/main" id="{50460149-81B9-7591-6718-08249F34C500}"/>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06DE495-2F2D-20BF-2821-D7613563C3D8}"/>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6" name="テキスト ボックス 5">
              <a:extLst>
                <a:ext uri="{FF2B5EF4-FFF2-40B4-BE49-F238E27FC236}">
                  <a16:creationId xmlns:a16="http://schemas.microsoft.com/office/drawing/2014/main" id="{84044EEC-FDBE-02A1-7E0F-26288D05A805}"/>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7" name="テキスト ボックス 6">
              <a:extLst>
                <a:ext uri="{FF2B5EF4-FFF2-40B4-BE49-F238E27FC236}">
                  <a16:creationId xmlns:a16="http://schemas.microsoft.com/office/drawing/2014/main" id="{13FD1113-0D01-5966-25BB-53C304F17A4C}"/>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sp>
        <p:nvSpPr>
          <p:cNvPr id="8" name="テキスト ボックス 7">
            <a:extLst>
              <a:ext uri="{FF2B5EF4-FFF2-40B4-BE49-F238E27FC236}">
                <a16:creationId xmlns:a16="http://schemas.microsoft.com/office/drawing/2014/main" id="{BB1EB2AE-6BEA-F953-5039-0C410160C30E}"/>
              </a:ext>
            </a:extLst>
          </p:cNvPr>
          <p:cNvSpPr txBox="1"/>
          <p:nvPr/>
        </p:nvSpPr>
        <p:spPr>
          <a:xfrm>
            <a:off x="9301841" y="2128598"/>
            <a:ext cx="1981200" cy="338554"/>
          </a:xfrm>
          <a:prstGeom prst="rect">
            <a:avLst/>
          </a:prstGeom>
          <a:noFill/>
        </p:spPr>
        <p:txBody>
          <a:bodyPr wrap="square" rtlCol="0">
            <a:spAutoFit/>
          </a:bodyPr>
          <a:lstStyle/>
          <a:p>
            <a:r>
              <a:rPr lang="ja-JP" altLang="en-US" sz="1600" b="1" u="sng" dirty="0">
                <a:solidFill>
                  <a:srgbClr val="4B83DD"/>
                </a:solidFill>
              </a:rPr>
              <a:t>新規登録</a:t>
            </a:r>
            <a:endParaRPr kumimoji="1" lang="ja-JP" altLang="en-US" sz="1600" b="1" u="sng" dirty="0">
              <a:solidFill>
                <a:srgbClr val="4B83DD"/>
              </a:solidFill>
            </a:endParaRPr>
          </a:p>
        </p:txBody>
      </p:sp>
      <p:grpSp>
        <p:nvGrpSpPr>
          <p:cNvPr id="9" name="グループ化 8">
            <a:extLst>
              <a:ext uri="{FF2B5EF4-FFF2-40B4-BE49-F238E27FC236}">
                <a16:creationId xmlns:a16="http://schemas.microsoft.com/office/drawing/2014/main" id="{4F6F6211-B5B9-BE4C-2CB6-308D1A3151BA}"/>
              </a:ext>
            </a:extLst>
          </p:cNvPr>
          <p:cNvGrpSpPr/>
          <p:nvPr/>
        </p:nvGrpSpPr>
        <p:grpSpPr>
          <a:xfrm>
            <a:off x="3738371" y="1431184"/>
            <a:ext cx="7000755" cy="555171"/>
            <a:chOff x="4207329" y="1666025"/>
            <a:chExt cx="6117768" cy="555171"/>
          </a:xfrm>
        </p:grpSpPr>
        <p:sp>
          <p:nvSpPr>
            <p:cNvPr id="10" name="正方形/長方形 9">
              <a:extLst>
                <a:ext uri="{FF2B5EF4-FFF2-40B4-BE49-F238E27FC236}">
                  <a16:creationId xmlns:a16="http://schemas.microsoft.com/office/drawing/2014/main" id="{F3BC6A75-2707-00A4-CB63-F5EE1ED2E558}"/>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810D76CC-411B-3C28-F8F3-CFDCFB8A0EEA}"/>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教師管理</a:t>
              </a:r>
              <a:endParaRPr kumimoji="1" lang="ja-JP" altLang="en-US" sz="2400" b="1" dirty="0"/>
            </a:p>
          </p:txBody>
        </p:sp>
      </p:grpSp>
      <p:sp>
        <p:nvSpPr>
          <p:cNvPr id="12" name="正方形/長方形 11">
            <a:extLst>
              <a:ext uri="{FF2B5EF4-FFF2-40B4-BE49-F238E27FC236}">
                <a16:creationId xmlns:a16="http://schemas.microsoft.com/office/drawing/2014/main" id="{C1A2568C-A802-D5A0-3267-C0894B7B7D82}"/>
              </a:ext>
            </a:extLst>
          </p:cNvPr>
          <p:cNvSpPr/>
          <p:nvPr/>
        </p:nvSpPr>
        <p:spPr>
          <a:xfrm>
            <a:off x="963755" y="5509534"/>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0C26CE44-BBA2-9D43-B9A7-0404D146FD65}"/>
              </a:ext>
            </a:extLst>
          </p:cNvPr>
          <p:cNvSpPr txBox="1"/>
          <p:nvPr/>
        </p:nvSpPr>
        <p:spPr>
          <a:xfrm>
            <a:off x="5024127" y="5556482"/>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14" name="テキスト ボックス 13">
            <a:extLst>
              <a:ext uri="{FF2B5EF4-FFF2-40B4-BE49-F238E27FC236}">
                <a16:creationId xmlns:a16="http://schemas.microsoft.com/office/drawing/2014/main" id="{2104900B-67CF-E8F1-DD51-1C93C774E6C4}"/>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graphicFrame>
        <p:nvGraphicFramePr>
          <p:cNvPr id="16" name="表 15">
            <a:extLst>
              <a:ext uri="{FF2B5EF4-FFF2-40B4-BE49-F238E27FC236}">
                <a16:creationId xmlns:a16="http://schemas.microsoft.com/office/drawing/2014/main" id="{F17587AF-4149-F6AB-5771-73E9EA7EF216}"/>
              </a:ext>
            </a:extLst>
          </p:cNvPr>
          <p:cNvGraphicFramePr>
            <a:graphicFrameLocks noGrp="1"/>
          </p:cNvGraphicFramePr>
          <p:nvPr>
            <p:extLst>
              <p:ext uri="{D42A27DB-BD31-4B8C-83A1-F6EECF244321}">
                <p14:modId xmlns:p14="http://schemas.microsoft.com/office/powerpoint/2010/main" val="603557574"/>
              </p:ext>
            </p:extLst>
          </p:nvPr>
        </p:nvGraphicFramePr>
        <p:xfrm>
          <a:off x="3967278" y="2745194"/>
          <a:ext cx="6429828" cy="2133520"/>
        </p:xfrm>
        <a:graphic>
          <a:graphicData uri="http://schemas.openxmlformats.org/drawingml/2006/table">
            <a:tbl>
              <a:tblPr firstRow="1" bandRow="1">
                <a:tableStyleId>{00A15C55-8517-42AA-B614-E9B94910E393}</a:tableStyleId>
              </a:tblPr>
              <a:tblGrid>
                <a:gridCol w="2143276">
                  <a:extLst>
                    <a:ext uri="{9D8B030D-6E8A-4147-A177-3AD203B41FA5}">
                      <a16:colId xmlns:a16="http://schemas.microsoft.com/office/drawing/2014/main" val="3526088153"/>
                    </a:ext>
                  </a:extLst>
                </a:gridCol>
                <a:gridCol w="2143276">
                  <a:extLst>
                    <a:ext uri="{9D8B030D-6E8A-4147-A177-3AD203B41FA5}">
                      <a16:colId xmlns:a16="http://schemas.microsoft.com/office/drawing/2014/main" val="1564687538"/>
                    </a:ext>
                  </a:extLst>
                </a:gridCol>
                <a:gridCol w="2143276">
                  <a:extLst>
                    <a:ext uri="{9D8B030D-6E8A-4147-A177-3AD203B41FA5}">
                      <a16:colId xmlns:a16="http://schemas.microsoft.com/office/drawing/2014/main" val="2187040406"/>
                    </a:ext>
                  </a:extLst>
                </a:gridCol>
              </a:tblGrid>
              <a:tr h="533380">
                <a:tc>
                  <a:txBody>
                    <a:bodyPr/>
                    <a:lstStyle/>
                    <a:p>
                      <a:pPr algn="ctr"/>
                      <a:r>
                        <a:rPr kumimoji="1" lang="en-US" altLang="ja-JP" dirty="0"/>
                        <a:t>ID</a:t>
                      </a:r>
                      <a:endParaRPr kumimoji="1" lang="ja-JP" altLang="en-US" dirty="0"/>
                    </a:p>
                  </a:txBody>
                  <a:tcPr/>
                </a:tc>
                <a:tc>
                  <a:txBody>
                    <a:bodyPr/>
                    <a:lstStyle/>
                    <a:p>
                      <a:pPr algn="ctr"/>
                      <a:r>
                        <a:rPr kumimoji="1" lang="ja-JP" altLang="en-US" dirty="0"/>
                        <a:t>名前</a:t>
                      </a:r>
                      <a:endParaRPr kumimoji="1" lang="en-US" altLang="ja-JP" dirty="0"/>
                    </a:p>
                  </a:txBody>
                  <a:tcPr/>
                </a:tc>
                <a:tc>
                  <a:txBody>
                    <a:bodyPr/>
                    <a:lstStyle/>
                    <a:p>
                      <a:endParaRPr kumimoji="1" lang="ja-JP" altLang="en-US"/>
                    </a:p>
                  </a:txBody>
                  <a:tcPr/>
                </a:tc>
                <a:extLst>
                  <a:ext uri="{0D108BD9-81ED-4DB2-BD59-A6C34878D82A}">
                    <a16:rowId xmlns:a16="http://schemas.microsoft.com/office/drawing/2014/main" val="3836675305"/>
                  </a:ext>
                </a:extLst>
              </a:tr>
              <a:tr h="533380">
                <a:tc>
                  <a:txBody>
                    <a:bodyPr/>
                    <a:lstStyle/>
                    <a:p>
                      <a:pPr algn="ctr"/>
                      <a:r>
                        <a:rPr kumimoji="1" lang="en-US" altLang="ja-JP" dirty="0"/>
                        <a:t>admin</a:t>
                      </a:r>
                      <a:endParaRPr kumimoji="1" lang="ja-JP" altLang="en-US" dirty="0"/>
                    </a:p>
                  </a:txBody>
                  <a:tcPr/>
                </a:tc>
                <a:tc>
                  <a:txBody>
                    <a:bodyPr/>
                    <a:lstStyle/>
                    <a:p>
                      <a:pPr algn="ctr"/>
                      <a:r>
                        <a:rPr kumimoji="1" lang="ja-JP" altLang="en-US" dirty="0"/>
                        <a:t>大原花子</a:t>
                      </a:r>
                    </a:p>
                  </a:txBody>
                  <a:tcPr/>
                </a:tc>
                <a:tc>
                  <a:txBody>
                    <a:bodyPr/>
                    <a:lstStyle/>
                    <a:p>
                      <a:endParaRPr kumimoji="1" lang="ja-JP" altLang="en-US" dirty="0"/>
                    </a:p>
                  </a:txBody>
                  <a:tcPr/>
                </a:tc>
                <a:extLst>
                  <a:ext uri="{0D108BD9-81ED-4DB2-BD59-A6C34878D82A}">
                    <a16:rowId xmlns:a16="http://schemas.microsoft.com/office/drawing/2014/main" val="3521350493"/>
                  </a:ext>
                </a:extLst>
              </a:tr>
              <a:tr h="533380">
                <a:tc>
                  <a:txBody>
                    <a:bodyPr/>
                    <a:lstStyle/>
                    <a:p>
                      <a:pPr algn="ctr"/>
                      <a:r>
                        <a:rPr kumimoji="1" lang="en-US" altLang="ja-JP" dirty="0"/>
                        <a:t>admin2</a:t>
                      </a:r>
                      <a:endParaRPr kumimoji="1" lang="ja-JP" altLang="en-US" dirty="0"/>
                    </a:p>
                  </a:txBody>
                  <a:tcPr/>
                </a:tc>
                <a:tc>
                  <a:txBody>
                    <a:bodyPr/>
                    <a:lstStyle/>
                    <a:p>
                      <a:pPr algn="ctr"/>
                      <a:r>
                        <a:rPr kumimoji="1" lang="ja-JP" altLang="en-US" dirty="0"/>
                        <a:t>大原太郎</a:t>
                      </a:r>
                    </a:p>
                  </a:txBody>
                  <a:tcPr/>
                </a:tc>
                <a:tc>
                  <a:txBody>
                    <a:bodyPr/>
                    <a:lstStyle/>
                    <a:p>
                      <a:endParaRPr kumimoji="1" lang="ja-JP" altLang="en-US" dirty="0"/>
                    </a:p>
                  </a:txBody>
                  <a:tcPr/>
                </a:tc>
                <a:extLst>
                  <a:ext uri="{0D108BD9-81ED-4DB2-BD59-A6C34878D82A}">
                    <a16:rowId xmlns:a16="http://schemas.microsoft.com/office/drawing/2014/main" val="617235045"/>
                  </a:ext>
                </a:extLst>
              </a:tr>
              <a:tr h="533380">
                <a:tc>
                  <a:txBody>
                    <a:bodyPr/>
                    <a:lstStyle/>
                    <a:p>
                      <a:pPr algn="ctr"/>
                      <a:r>
                        <a:rPr kumimoji="1" lang="en-US" altLang="ja-JP" dirty="0" err="1"/>
                        <a:t>souko</a:t>
                      </a:r>
                      <a:endParaRPr kumimoji="1" lang="ja-JP" altLang="en-US" dirty="0"/>
                    </a:p>
                  </a:txBody>
                  <a:tcPr/>
                </a:tc>
                <a:tc>
                  <a:txBody>
                    <a:bodyPr/>
                    <a:lstStyle/>
                    <a:p>
                      <a:pPr algn="ctr"/>
                      <a:r>
                        <a:rPr kumimoji="1" lang="ja-JP" altLang="en-US" dirty="0"/>
                        <a:t>大原草子</a:t>
                      </a:r>
                    </a:p>
                  </a:txBody>
                  <a:tcPr/>
                </a:tc>
                <a:tc>
                  <a:txBody>
                    <a:bodyPr/>
                    <a:lstStyle/>
                    <a:p>
                      <a:endParaRPr kumimoji="1" lang="ja-JP" altLang="en-US" dirty="0"/>
                    </a:p>
                  </a:txBody>
                  <a:tcPr/>
                </a:tc>
                <a:extLst>
                  <a:ext uri="{0D108BD9-81ED-4DB2-BD59-A6C34878D82A}">
                    <a16:rowId xmlns:a16="http://schemas.microsoft.com/office/drawing/2014/main" val="1772755127"/>
                  </a:ext>
                </a:extLst>
              </a:tr>
            </a:tbl>
          </a:graphicData>
        </a:graphic>
      </p:graphicFrame>
      <p:sp>
        <p:nvSpPr>
          <p:cNvPr id="17" name="テキスト ボックス 16">
            <a:extLst>
              <a:ext uri="{FF2B5EF4-FFF2-40B4-BE49-F238E27FC236}">
                <a16:creationId xmlns:a16="http://schemas.microsoft.com/office/drawing/2014/main" id="{8363D375-DCE5-C3C5-9E1D-DB9E3A04761C}"/>
              </a:ext>
            </a:extLst>
          </p:cNvPr>
          <p:cNvSpPr txBox="1"/>
          <p:nvPr/>
        </p:nvSpPr>
        <p:spPr>
          <a:xfrm>
            <a:off x="8975269" y="3338269"/>
            <a:ext cx="1981200" cy="338554"/>
          </a:xfrm>
          <a:prstGeom prst="rect">
            <a:avLst/>
          </a:prstGeom>
          <a:noFill/>
        </p:spPr>
        <p:txBody>
          <a:bodyPr wrap="square" rtlCol="0">
            <a:spAutoFit/>
          </a:bodyPr>
          <a:lstStyle/>
          <a:p>
            <a:r>
              <a:rPr kumimoji="1" lang="ja-JP" altLang="en-US" sz="1600" b="1" u="sng" dirty="0">
                <a:solidFill>
                  <a:srgbClr val="4B83DD"/>
                </a:solidFill>
              </a:rPr>
              <a:t>編集</a:t>
            </a:r>
          </a:p>
        </p:txBody>
      </p:sp>
      <p:sp>
        <p:nvSpPr>
          <p:cNvPr id="18" name="テキスト ボックス 17">
            <a:extLst>
              <a:ext uri="{FF2B5EF4-FFF2-40B4-BE49-F238E27FC236}">
                <a16:creationId xmlns:a16="http://schemas.microsoft.com/office/drawing/2014/main" id="{46A37988-2043-0E38-B68A-5F13419763AA}"/>
              </a:ext>
            </a:extLst>
          </p:cNvPr>
          <p:cNvSpPr txBox="1"/>
          <p:nvPr/>
        </p:nvSpPr>
        <p:spPr>
          <a:xfrm>
            <a:off x="8975269" y="3877584"/>
            <a:ext cx="1981200" cy="338554"/>
          </a:xfrm>
          <a:prstGeom prst="rect">
            <a:avLst/>
          </a:prstGeom>
          <a:noFill/>
        </p:spPr>
        <p:txBody>
          <a:bodyPr wrap="square" rtlCol="0">
            <a:spAutoFit/>
          </a:bodyPr>
          <a:lstStyle/>
          <a:p>
            <a:r>
              <a:rPr kumimoji="1" lang="ja-JP" altLang="en-US" sz="1600" b="1" u="sng" dirty="0">
                <a:solidFill>
                  <a:srgbClr val="4B83DD"/>
                </a:solidFill>
              </a:rPr>
              <a:t>編集</a:t>
            </a:r>
          </a:p>
        </p:txBody>
      </p:sp>
      <p:sp>
        <p:nvSpPr>
          <p:cNvPr id="19" name="テキスト ボックス 18">
            <a:extLst>
              <a:ext uri="{FF2B5EF4-FFF2-40B4-BE49-F238E27FC236}">
                <a16:creationId xmlns:a16="http://schemas.microsoft.com/office/drawing/2014/main" id="{8BBB9EC6-8572-E88E-FC1E-ADC6DAA14330}"/>
              </a:ext>
            </a:extLst>
          </p:cNvPr>
          <p:cNvSpPr txBox="1"/>
          <p:nvPr/>
        </p:nvSpPr>
        <p:spPr>
          <a:xfrm>
            <a:off x="8975269" y="4450165"/>
            <a:ext cx="1981200" cy="338554"/>
          </a:xfrm>
          <a:prstGeom prst="rect">
            <a:avLst/>
          </a:prstGeom>
          <a:noFill/>
        </p:spPr>
        <p:txBody>
          <a:bodyPr wrap="square" rtlCol="0">
            <a:spAutoFit/>
          </a:bodyPr>
          <a:lstStyle/>
          <a:p>
            <a:r>
              <a:rPr kumimoji="1" lang="ja-JP" altLang="en-US" sz="1600" b="1" u="sng" dirty="0">
                <a:solidFill>
                  <a:srgbClr val="4B83DD"/>
                </a:solidFill>
              </a:rPr>
              <a:t>編集</a:t>
            </a:r>
          </a:p>
        </p:txBody>
      </p:sp>
      <p:sp>
        <p:nvSpPr>
          <p:cNvPr id="15" name="矢印: 上 14">
            <a:extLst>
              <a:ext uri="{FF2B5EF4-FFF2-40B4-BE49-F238E27FC236}">
                <a16:creationId xmlns:a16="http://schemas.microsoft.com/office/drawing/2014/main" id="{9A8E1268-A236-ED9F-2AC4-4C5B18BD843E}"/>
              </a:ext>
            </a:extLst>
          </p:cNvPr>
          <p:cNvSpPr/>
          <p:nvPr/>
        </p:nvSpPr>
        <p:spPr>
          <a:xfrm rot="20889810">
            <a:off x="9176485" y="4590270"/>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2359096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15"/>
                                        </p:tgtEl>
                                      </p:cBhvr>
                                    </p:animEffect>
                                    <p:animScale>
                                      <p:cBhvr>
                                        <p:cTn id="13" dur="400" autoRev="1" fill="hold"/>
                                        <p:tgtEl>
                                          <p:spTgt spid="1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 name="図 129" descr="テーブル&#10;&#10;自動的に生成された説明">
            <a:extLst>
              <a:ext uri="{FF2B5EF4-FFF2-40B4-BE49-F238E27FC236}">
                <a16:creationId xmlns:a16="http://schemas.microsoft.com/office/drawing/2014/main" id="{7D298FE0-8370-BEF5-6A32-AAD33895A2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6" name="テキスト ボックス 145">
            <a:extLst>
              <a:ext uri="{FF2B5EF4-FFF2-40B4-BE49-F238E27FC236}">
                <a16:creationId xmlns:a16="http://schemas.microsoft.com/office/drawing/2014/main" id="{9336D085-ACEF-CF42-235E-1AD2AB879198}"/>
              </a:ext>
            </a:extLst>
          </p:cNvPr>
          <p:cNvSpPr txBox="1"/>
          <p:nvPr/>
        </p:nvSpPr>
        <p:spPr>
          <a:xfrm>
            <a:off x="9301841" y="2128598"/>
            <a:ext cx="1981200" cy="338554"/>
          </a:xfrm>
          <a:prstGeom prst="rect">
            <a:avLst/>
          </a:prstGeom>
          <a:noFill/>
        </p:spPr>
        <p:txBody>
          <a:bodyPr wrap="square" rtlCol="0">
            <a:spAutoFit/>
          </a:bodyPr>
          <a:lstStyle/>
          <a:p>
            <a:r>
              <a:rPr lang="ja-JP" altLang="en-US" sz="1600" b="1" u="sng" dirty="0">
                <a:solidFill>
                  <a:srgbClr val="4B83DD"/>
                </a:solidFill>
              </a:rPr>
              <a:t>新規登録</a:t>
            </a:r>
            <a:endParaRPr kumimoji="1" lang="ja-JP" altLang="en-US" sz="1600" b="1" u="sng" dirty="0">
              <a:solidFill>
                <a:srgbClr val="4B83DD"/>
              </a:solidFill>
            </a:endParaRPr>
          </a:p>
        </p:txBody>
      </p:sp>
      <p:sp>
        <p:nvSpPr>
          <p:cNvPr id="147" name="正方形/長方形 146">
            <a:extLst>
              <a:ext uri="{FF2B5EF4-FFF2-40B4-BE49-F238E27FC236}">
                <a16:creationId xmlns:a16="http://schemas.microsoft.com/office/drawing/2014/main" id="{A725E862-C082-BEA4-D569-1F9167280E65}"/>
              </a:ext>
            </a:extLst>
          </p:cNvPr>
          <p:cNvSpPr/>
          <p:nvPr/>
        </p:nvSpPr>
        <p:spPr>
          <a:xfrm>
            <a:off x="0" y="-38100"/>
            <a:ext cx="12192000" cy="68580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148" name="グループ化 147">
            <a:extLst>
              <a:ext uri="{FF2B5EF4-FFF2-40B4-BE49-F238E27FC236}">
                <a16:creationId xmlns:a16="http://schemas.microsoft.com/office/drawing/2014/main" id="{F68888E6-B0BF-395F-1284-09123095F0E9}"/>
              </a:ext>
            </a:extLst>
          </p:cNvPr>
          <p:cNvGrpSpPr/>
          <p:nvPr/>
        </p:nvGrpSpPr>
        <p:grpSpPr>
          <a:xfrm>
            <a:off x="3131701" y="1956511"/>
            <a:ext cx="5996887" cy="3935577"/>
            <a:chOff x="2491743" y="1978481"/>
            <a:chExt cx="6781811" cy="3907971"/>
          </a:xfrm>
          <a:solidFill>
            <a:schemeClr val="bg1"/>
          </a:solidFill>
        </p:grpSpPr>
        <p:sp>
          <p:nvSpPr>
            <p:cNvPr id="149" name="四角形: 角を丸くする 148">
              <a:extLst>
                <a:ext uri="{FF2B5EF4-FFF2-40B4-BE49-F238E27FC236}">
                  <a16:creationId xmlns:a16="http://schemas.microsoft.com/office/drawing/2014/main" id="{13F2D8C3-38A3-A035-570B-06FA0173A439}"/>
                </a:ext>
              </a:extLst>
            </p:cNvPr>
            <p:cNvSpPr/>
            <p:nvPr/>
          </p:nvSpPr>
          <p:spPr>
            <a:xfrm>
              <a:off x="2502639" y="1978481"/>
              <a:ext cx="6770915" cy="3907971"/>
            </a:xfrm>
            <a:prstGeom prst="roundRect">
              <a:avLst>
                <a:gd name="adj" fmla="val 4689"/>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0" name="四角形: 角を丸くする 149">
              <a:extLst>
                <a:ext uri="{FF2B5EF4-FFF2-40B4-BE49-F238E27FC236}">
                  <a16:creationId xmlns:a16="http://schemas.microsoft.com/office/drawing/2014/main" id="{B90D0EB3-A940-DF70-CDE9-2E4D18DA9B27}"/>
                </a:ext>
              </a:extLst>
            </p:cNvPr>
            <p:cNvSpPr/>
            <p:nvPr/>
          </p:nvSpPr>
          <p:spPr>
            <a:xfrm>
              <a:off x="2491743" y="1978481"/>
              <a:ext cx="6770915" cy="1447800"/>
            </a:xfrm>
            <a:prstGeom prst="roundRect">
              <a:avLst>
                <a:gd name="adj" fmla="val 11404"/>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1" name="テキスト ボックス 150">
            <a:extLst>
              <a:ext uri="{FF2B5EF4-FFF2-40B4-BE49-F238E27FC236}">
                <a16:creationId xmlns:a16="http://schemas.microsoft.com/office/drawing/2014/main" id="{12B70BC2-E572-D2DA-FF34-CF66F8BC9809}"/>
              </a:ext>
            </a:extLst>
          </p:cNvPr>
          <p:cNvSpPr txBox="1"/>
          <p:nvPr/>
        </p:nvSpPr>
        <p:spPr>
          <a:xfrm>
            <a:off x="3943583" y="2359638"/>
            <a:ext cx="4664528" cy="523220"/>
          </a:xfrm>
          <a:prstGeom prst="rect">
            <a:avLst/>
          </a:prstGeom>
          <a:noFill/>
        </p:spPr>
        <p:txBody>
          <a:bodyPr wrap="square" rtlCol="0">
            <a:spAutoFit/>
          </a:bodyPr>
          <a:lstStyle/>
          <a:p>
            <a:r>
              <a:rPr kumimoji="1" lang="ja-JP" altLang="en-US" sz="2800" b="1" dirty="0"/>
              <a:t>教師情報を編集しますか？</a:t>
            </a:r>
          </a:p>
        </p:txBody>
      </p:sp>
      <p:sp>
        <p:nvSpPr>
          <p:cNvPr id="152" name="テキスト ボックス 151">
            <a:extLst>
              <a:ext uri="{FF2B5EF4-FFF2-40B4-BE49-F238E27FC236}">
                <a16:creationId xmlns:a16="http://schemas.microsoft.com/office/drawing/2014/main" id="{A4803849-E444-9C5E-B791-08655F275E5B}"/>
              </a:ext>
            </a:extLst>
          </p:cNvPr>
          <p:cNvSpPr txBox="1"/>
          <p:nvPr/>
        </p:nvSpPr>
        <p:spPr>
          <a:xfrm>
            <a:off x="3657833" y="3616523"/>
            <a:ext cx="5475514" cy="307777"/>
          </a:xfrm>
          <a:prstGeom prst="rect">
            <a:avLst/>
          </a:prstGeom>
          <a:noFill/>
        </p:spPr>
        <p:txBody>
          <a:bodyPr wrap="square" rtlCol="0">
            <a:spAutoFit/>
          </a:bodyPr>
          <a:lstStyle/>
          <a:p>
            <a:r>
              <a:rPr kumimoji="1" lang="ja-JP" altLang="en-US" sz="1400" dirty="0"/>
              <a:t>続行するには、以下のユーザーのパスワードを入力してください</a:t>
            </a:r>
          </a:p>
        </p:txBody>
      </p:sp>
      <p:sp>
        <p:nvSpPr>
          <p:cNvPr id="153" name="テキスト ボックス 152">
            <a:extLst>
              <a:ext uri="{FF2B5EF4-FFF2-40B4-BE49-F238E27FC236}">
                <a16:creationId xmlns:a16="http://schemas.microsoft.com/office/drawing/2014/main" id="{45EE9D72-E4AA-40D5-B906-BC669C079381}"/>
              </a:ext>
            </a:extLst>
          </p:cNvPr>
          <p:cNvSpPr txBox="1"/>
          <p:nvPr/>
        </p:nvSpPr>
        <p:spPr>
          <a:xfrm>
            <a:off x="3943583" y="4358241"/>
            <a:ext cx="4944836" cy="369332"/>
          </a:xfrm>
          <a:prstGeom prst="rect">
            <a:avLst/>
          </a:prstGeom>
          <a:noFill/>
        </p:spPr>
        <p:txBody>
          <a:bodyPr wrap="square" rtlCol="0">
            <a:spAutoFit/>
          </a:bodyPr>
          <a:lstStyle/>
          <a:p>
            <a:r>
              <a:rPr lang="en-US" altLang="ja-JP" dirty="0"/>
              <a:t>ID               :     </a:t>
            </a:r>
            <a:r>
              <a:rPr lang="en-US" altLang="ja-JP" dirty="0" err="1"/>
              <a:t>souko</a:t>
            </a:r>
            <a:endParaRPr lang="en-US" altLang="ja-JP" dirty="0"/>
          </a:p>
        </p:txBody>
      </p:sp>
      <p:sp>
        <p:nvSpPr>
          <p:cNvPr id="154" name="テキスト ボックス 153">
            <a:extLst>
              <a:ext uri="{FF2B5EF4-FFF2-40B4-BE49-F238E27FC236}">
                <a16:creationId xmlns:a16="http://schemas.microsoft.com/office/drawing/2014/main" id="{A68F6B4D-A17D-1A4E-7837-57EBEA359413}"/>
              </a:ext>
            </a:extLst>
          </p:cNvPr>
          <p:cNvSpPr txBox="1"/>
          <p:nvPr/>
        </p:nvSpPr>
        <p:spPr>
          <a:xfrm>
            <a:off x="3943583" y="4704237"/>
            <a:ext cx="1525361" cy="369332"/>
          </a:xfrm>
          <a:prstGeom prst="rect">
            <a:avLst/>
          </a:prstGeom>
          <a:noFill/>
        </p:spPr>
        <p:txBody>
          <a:bodyPr wrap="square" rtlCol="0">
            <a:spAutoFit/>
          </a:bodyPr>
          <a:lstStyle/>
          <a:p>
            <a:r>
              <a:rPr lang="ja-JP" altLang="en-US" dirty="0"/>
              <a:t>パスワード </a:t>
            </a:r>
            <a:r>
              <a:rPr lang="en-US" altLang="ja-JP" dirty="0"/>
              <a:t>:     </a:t>
            </a:r>
          </a:p>
        </p:txBody>
      </p:sp>
      <p:sp>
        <p:nvSpPr>
          <p:cNvPr id="155" name="四角形: 角を丸くする 154">
            <a:extLst>
              <a:ext uri="{FF2B5EF4-FFF2-40B4-BE49-F238E27FC236}">
                <a16:creationId xmlns:a16="http://schemas.microsoft.com/office/drawing/2014/main" id="{BF82BB52-14C7-9380-350C-B932560DC807}"/>
              </a:ext>
            </a:extLst>
          </p:cNvPr>
          <p:cNvSpPr/>
          <p:nvPr/>
        </p:nvSpPr>
        <p:spPr>
          <a:xfrm>
            <a:off x="5611821" y="4727573"/>
            <a:ext cx="2124075" cy="338373"/>
          </a:xfrm>
          <a:prstGeom prst="roundRect">
            <a:avLst>
              <a:gd name="adj" fmla="val 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6" name="四角形: 角を丸くする 155">
            <a:extLst>
              <a:ext uri="{FF2B5EF4-FFF2-40B4-BE49-F238E27FC236}">
                <a16:creationId xmlns:a16="http://schemas.microsoft.com/office/drawing/2014/main" id="{7E934A73-3EFD-6337-5D91-BAA2554F0E67}"/>
              </a:ext>
            </a:extLst>
          </p:cNvPr>
          <p:cNvSpPr/>
          <p:nvPr/>
        </p:nvSpPr>
        <p:spPr>
          <a:xfrm>
            <a:off x="3590477" y="5274724"/>
            <a:ext cx="2231571" cy="478971"/>
          </a:xfrm>
          <a:prstGeom prst="roundRect">
            <a:avLst/>
          </a:prstGeom>
          <a:solidFill>
            <a:srgbClr val="34A3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7" name="テキスト ボックス 156">
            <a:extLst>
              <a:ext uri="{FF2B5EF4-FFF2-40B4-BE49-F238E27FC236}">
                <a16:creationId xmlns:a16="http://schemas.microsoft.com/office/drawing/2014/main" id="{E5960C5C-6468-C5AD-3A83-C5686E371890}"/>
              </a:ext>
            </a:extLst>
          </p:cNvPr>
          <p:cNvSpPr txBox="1"/>
          <p:nvPr/>
        </p:nvSpPr>
        <p:spPr>
          <a:xfrm>
            <a:off x="4371476" y="5274724"/>
            <a:ext cx="1028701" cy="461665"/>
          </a:xfrm>
          <a:prstGeom prst="rect">
            <a:avLst/>
          </a:prstGeom>
          <a:noFill/>
        </p:spPr>
        <p:txBody>
          <a:bodyPr wrap="square" rtlCol="0">
            <a:spAutoFit/>
          </a:bodyPr>
          <a:lstStyle/>
          <a:p>
            <a:r>
              <a:rPr kumimoji="1" lang="ja-JP" altLang="en-US" sz="2400" b="1" dirty="0">
                <a:solidFill>
                  <a:schemeClr val="bg1"/>
                </a:solidFill>
              </a:rPr>
              <a:t>はい</a:t>
            </a:r>
          </a:p>
        </p:txBody>
      </p:sp>
      <p:sp>
        <p:nvSpPr>
          <p:cNvPr id="158" name="四角形: 角を丸くする 157">
            <a:extLst>
              <a:ext uri="{FF2B5EF4-FFF2-40B4-BE49-F238E27FC236}">
                <a16:creationId xmlns:a16="http://schemas.microsoft.com/office/drawing/2014/main" id="{224E0232-28DC-C190-0DCB-EA9FA8C2CFDC}"/>
              </a:ext>
            </a:extLst>
          </p:cNvPr>
          <p:cNvSpPr/>
          <p:nvPr/>
        </p:nvSpPr>
        <p:spPr>
          <a:xfrm>
            <a:off x="6450700" y="5225244"/>
            <a:ext cx="2231572" cy="478971"/>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9" name="テキスト ボックス 158">
            <a:extLst>
              <a:ext uri="{FF2B5EF4-FFF2-40B4-BE49-F238E27FC236}">
                <a16:creationId xmlns:a16="http://schemas.microsoft.com/office/drawing/2014/main" id="{5C997F71-C532-B2B0-9650-EEC26FD8A964}"/>
              </a:ext>
            </a:extLst>
          </p:cNvPr>
          <p:cNvSpPr txBox="1"/>
          <p:nvPr/>
        </p:nvSpPr>
        <p:spPr>
          <a:xfrm>
            <a:off x="6970496" y="5241378"/>
            <a:ext cx="1390650" cy="461665"/>
          </a:xfrm>
          <a:prstGeom prst="rect">
            <a:avLst/>
          </a:prstGeom>
          <a:noFill/>
        </p:spPr>
        <p:txBody>
          <a:bodyPr wrap="square" rtlCol="0">
            <a:spAutoFit/>
          </a:bodyPr>
          <a:lstStyle/>
          <a:p>
            <a:r>
              <a:rPr lang="ja-JP" altLang="en-US" sz="2400" b="1" dirty="0">
                <a:solidFill>
                  <a:schemeClr val="bg1"/>
                </a:solidFill>
              </a:rPr>
              <a:t>いいえ</a:t>
            </a:r>
            <a:endParaRPr kumimoji="1" lang="ja-JP" altLang="en-US" sz="2400" b="1" dirty="0">
              <a:solidFill>
                <a:schemeClr val="bg1"/>
              </a:solidFill>
            </a:endParaRPr>
          </a:p>
        </p:txBody>
      </p:sp>
      <p:sp>
        <p:nvSpPr>
          <p:cNvPr id="160" name="テキスト ボックス 159">
            <a:extLst>
              <a:ext uri="{FF2B5EF4-FFF2-40B4-BE49-F238E27FC236}">
                <a16:creationId xmlns:a16="http://schemas.microsoft.com/office/drawing/2014/main" id="{2D371576-D163-B70A-88B3-297724BC899B}"/>
              </a:ext>
            </a:extLst>
          </p:cNvPr>
          <p:cNvSpPr txBox="1"/>
          <p:nvPr/>
        </p:nvSpPr>
        <p:spPr>
          <a:xfrm>
            <a:off x="5612664" y="4704237"/>
            <a:ext cx="2438400" cy="369332"/>
          </a:xfrm>
          <a:prstGeom prst="rect">
            <a:avLst/>
          </a:prstGeom>
          <a:noFill/>
        </p:spPr>
        <p:txBody>
          <a:bodyPr wrap="square" rtlCol="0">
            <a:spAutoFit/>
          </a:bodyPr>
          <a:lstStyle/>
          <a:p>
            <a:r>
              <a:rPr kumimoji="1" lang="en-US" altLang="ja-JP" dirty="0"/>
              <a:t>……</a:t>
            </a:r>
            <a:endParaRPr kumimoji="1" lang="ja-JP" altLang="en-US" dirty="0"/>
          </a:p>
        </p:txBody>
      </p:sp>
    </p:spTree>
    <p:extLst>
      <p:ext uri="{BB962C8B-B14F-4D97-AF65-F5344CB8AC3E}">
        <p14:creationId xmlns:p14="http://schemas.microsoft.com/office/powerpoint/2010/main" val="39402023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 grpId="0" animBg="1"/>
      <p:bldP spid="151" grpId="0"/>
      <p:bldP spid="152" grpId="0"/>
      <p:bldP spid="153" grpId="0"/>
      <p:bldP spid="154" grpId="0"/>
      <p:bldP spid="155" grpId="0" animBg="1"/>
      <p:bldP spid="156" grpId="0" animBg="1"/>
      <p:bldP spid="157" grpId="0"/>
      <p:bldP spid="158" grpId="0" animBg="1"/>
      <p:bldP spid="159" grpId="0"/>
      <p:bldP spid="16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線コネクタ 26">
            <a:extLst>
              <a:ext uri="{FF2B5EF4-FFF2-40B4-BE49-F238E27FC236}">
                <a16:creationId xmlns:a16="http://schemas.microsoft.com/office/drawing/2014/main" id="{E26554AE-FDB3-AC6B-3186-2E5923C90D5C}"/>
              </a:ext>
            </a:extLst>
          </p:cNvPr>
          <p:cNvCxnSpPr>
            <a:cxnSpLocks/>
          </p:cNvCxnSpPr>
          <p:nvPr/>
        </p:nvCxnSpPr>
        <p:spPr>
          <a:xfrm>
            <a:off x="3167743" y="1328057"/>
            <a:ext cx="0" cy="3705956"/>
          </a:xfrm>
          <a:prstGeom prst="line">
            <a:avLst/>
          </a:prstGeom>
        </p:spPr>
        <p:style>
          <a:lnRef idx="1">
            <a:schemeClr val="dk1"/>
          </a:lnRef>
          <a:fillRef idx="0">
            <a:schemeClr val="dk1"/>
          </a:fillRef>
          <a:effectRef idx="0">
            <a:schemeClr val="dk1"/>
          </a:effectRef>
          <a:fontRef idx="minor">
            <a:schemeClr val="tx1"/>
          </a:fontRef>
        </p:style>
      </p:cxnSp>
      <p:grpSp>
        <p:nvGrpSpPr>
          <p:cNvPr id="28" name="グループ化 27">
            <a:extLst>
              <a:ext uri="{FF2B5EF4-FFF2-40B4-BE49-F238E27FC236}">
                <a16:creationId xmlns:a16="http://schemas.microsoft.com/office/drawing/2014/main" id="{498E65BF-D1C9-0333-DE5B-18FC1078A77C}"/>
              </a:ext>
            </a:extLst>
          </p:cNvPr>
          <p:cNvGrpSpPr/>
          <p:nvPr/>
        </p:nvGrpSpPr>
        <p:grpSpPr>
          <a:xfrm>
            <a:off x="914397" y="377594"/>
            <a:ext cx="9775371" cy="742070"/>
            <a:chOff x="914397" y="377594"/>
            <a:chExt cx="9775371" cy="742070"/>
          </a:xfrm>
        </p:grpSpPr>
        <p:sp>
          <p:nvSpPr>
            <p:cNvPr id="29" name="正方形/長方形 28">
              <a:extLst>
                <a:ext uri="{FF2B5EF4-FFF2-40B4-BE49-F238E27FC236}">
                  <a16:creationId xmlns:a16="http://schemas.microsoft.com/office/drawing/2014/main" id="{B7C6AFA2-8CC2-F2F1-AA71-72CED06B2196}"/>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5E67D536-3DAD-2AB2-8805-19F87EA2C17E}"/>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31" name="テキスト ボックス 30">
              <a:extLst>
                <a:ext uri="{FF2B5EF4-FFF2-40B4-BE49-F238E27FC236}">
                  <a16:creationId xmlns:a16="http://schemas.microsoft.com/office/drawing/2014/main" id="{A79DE93E-BEA1-EC70-2D53-C9947E31A4E3}"/>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32" name="テキスト ボックス 31">
              <a:extLst>
                <a:ext uri="{FF2B5EF4-FFF2-40B4-BE49-F238E27FC236}">
                  <a16:creationId xmlns:a16="http://schemas.microsoft.com/office/drawing/2014/main" id="{80683FB1-C18C-A35C-DD4F-13482F01DE36}"/>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grpSp>
        <p:nvGrpSpPr>
          <p:cNvPr id="34" name="グループ化 33">
            <a:extLst>
              <a:ext uri="{FF2B5EF4-FFF2-40B4-BE49-F238E27FC236}">
                <a16:creationId xmlns:a16="http://schemas.microsoft.com/office/drawing/2014/main" id="{D0DD7DA2-43A1-5708-4DBE-1CC7BE718B34}"/>
              </a:ext>
            </a:extLst>
          </p:cNvPr>
          <p:cNvGrpSpPr/>
          <p:nvPr/>
        </p:nvGrpSpPr>
        <p:grpSpPr>
          <a:xfrm>
            <a:off x="3738371" y="1431184"/>
            <a:ext cx="7000755" cy="555171"/>
            <a:chOff x="4207329" y="1666025"/>
            <a:chExt cx="6117768" cy="555171"/>
          </a:xfrm>
        </p:grpSpPr>
        <p:sp>
          <p:nvSpPr>
            <p:cNvPr id="35" name="正方形/長方形 34">
              <a:extLst>
                <a:ext uri="{FF2B5EF4-FFF2-40B4-BE49-F238E27FC236}">
                  <a16:creationId xmlns:a16="http://schemas.microsoft.com/office/drawing/2014/main" id="{E26C607C-6479-DC4A-FE84-537BD21E1EF5}"/>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 name="テキスト ボックス 35">
              <a:extLst>
                <a:ext uri="{FF2B5EF4-FFF2-40B4-BE49-F238E27FC236}">
                  <a16:creationId xmlns:a16="http://schemas.microsoft.com/office/drawing/2014/main" id="{288B6B75-64D9-6739-67F1-678038F03EAC}"/>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教師情報</a:t>
              </a:r>
              <a:endParaRPr kumimoji="1" lang="ja-JP" altLang="en-US" sz="2400" b="1" dirty="0"/>
            </a:p>
          </p:txBody>
        </p:sp>
      </p:grpSp>
      <p:sp>
        <p:nvSpPr>
          <p:cNvPr id="37" name="正方形/長方形 36">
            <a:extLst>
              <a:ext uri="{FF2B5EF4-FFF2-40B4-BE49-F238E27FC236}">
                <a16:creationId xmlns:a16="http://schemas.microsoft.com/office/drawing/2014/main" id="{8A89E9F8-B58B-69FF-CE18-79B01A4F6186}"/>
              </a:ext>
            </a:extLst>
          </p:cNvPr>
          <p:cNvSpPr/>
          <p:nvPr/>
        </p:nvSpPr>
        <p:spPr>
          <a:xfrm>
            <a:off x="963755" y="5509534"/>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30363947-C424-94AB-2674-202C74CA5332}"/>
              </a:ext>
            </a:extLst>
          </p:cNvPr>
          <p:cNvSpPr txBox="1"/>
          <p:nvPr/>
        </p:nvSpPr>
        <p:spPr>
          <a:xfrm>
            <a:off x="5024127" y="5556482"/>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39" name="テキスト ボックス 38">
            <a:extLst>
              <a:ext uri="{FF2B5EF4-FFF2-40B4-BE49-F238E27FC236}">
                <a16:creationId xmlns:a16="http://schemas.microsoft.com/office/drawing/2014/main" id="{B958FD9F-1FB8-2806-C24E-60FBCAD21E53}"/>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
        <p:nvSpPr>
          <p:cNvPr id="44" name="テキスト ボックス 43">
            <a:extLst>
              <a:ext uri="{FF2B5EF4-FFF2-40B4-BE49-F238E27FC236}">
                <a16:creationId xmlns:a16="http://schemas.microsoft.com/office/drawing/2014/main" id="{03DD977C-9380-9FED-22CF-F80EF23EEB66}"/>
              </a:ext>
            </a:extLst>
          </p:cNvPr>
          <p:cNvSpPr txBox="1"/>
          <p:nvPr/>
        </p:nvSpPr>
        <p:spPr>
          <a:xfrm>
            <a:off x="8567057" y="4918199"/>
            <a:ext cx="1981200" cy="338554"/>
          </a:xfrm>
          <a:prstGeom prst="rect">
            <a:avLst/>
          </a:prstGeom>
          <a:noFill/>
        </p:spPr>
        <p:txBody>
          <a:bodyPr wrap="square" rtlCol="0">
            <a:spAutoFit/>
          </a:bodyPr>
          <a:lstStyle/>
          <a:p>
            <a:r>
              <a:rPr kumimoji="1" lang="ja-JP" altLang="en-US" sz="1600" b="1" u="sng" dirty="0">
                <a:solidFill>
                  <a:srgbClr val="4B83DD"/>
                </a:solidFill>
              </a:rPr>
              <a:t>変更</a:t>
            </a:r>
            <a:r>
              <a:rPr kumimoji="1" lang="ja-JP" altLang="en-US" sz="1600" b="1" dirty="0">
                <a:solidFill>
                  <a:srgbClr val="4B83DD"/>
                </a:solidFill>
              </a:rPr>
              <a:t>　　　　</a:t>
            </a:r>
            <a:r>
              <a:rPr kumimoji="1" lang="ja-JP" altLang="en-US" sz="1600" b="1" u="sng" dirty="0">
                <a:solidFill>
                  <a:srgbClr val="4B83DD"/>
                </a:solidFill>
              </a:rPr>
              <a:t>削除</a:t>
            </a:r>
          </a:p>
        </p:txBody>
      </p:sp>
      <p:sp>
        <p:nvSpPr>
          <p:cNvPr id="45" name="テキスト ボックス 44">
            <a:extLst>
              <a:ext uri="{FF2B5EF4-FFF2-40B4-BE49-F238E27FC236}">
                <a16:creationId xmlns:a16="http://schemas.microsoft.com/office/drawing/2014/main" id="{3D5E2FDC-A56E-1FBD-5BE9-D27A30612BB8}"/>
              </a:ext>
            </a:extLst>
          </p:cNvPr>
          <p:cNvSpPr txBox="1"/>
          <p:nvPr/>
        </p:nvSpPr>
        <p:spPr>
          <a:xfrm>
            <a:off x="3780434" y="2181801"/>
            <a:ext cx="6210299" cy="2234138"/>
          </a:xfrm>
          <a:prstGeom prst="rect">
            <a:avLst/>
          </a:prstGeom>
          <a:noFill/>
        </p:spPr>
        <p:txBody>
          <a:bodyPr wrap="square" rtlCol="0">
            <a:spAutoFit/>
          </a:bodyPr>
          <a:lstStyle/>
          <a:p>
            <a:pPr>
              <a:lnSpc>
                <a:spcPct val="200000"/>
              </a:lnSpc>
            </a:pPr>
            <a:r>
              <a:rPr kumimoji="1" lang="en-US" altLang="ja-JP" b="1" dirty="0"/>
              <a:t>ID</a:t>
            </a:r>
            <a:r>
              <a:rPr kumimoji="1" lang="ja-JP" altLang="en-US" b="1" dirty="0"/>
              <a:t>　　　　　　</a:t>
            </a:r>
            <a:r>
              <a:rPr kumimoji="1" lang="en-US" altLang="ja-JP" b="1" dirty="0" err="1"/>
              <a:t>souko</a:t>
            </a:r>
            <a:endParaRPr kumimoji="1" lang="en-US" altLang="ja-JP" b="1" dirty="0"/>
          </a:p>
          <a:p>
            <a:pPr>
              <a:lnSpc>
                <a:spcPct val="200000"/>
              </a:lnSpc>
            </a:pPr>
            <a:r>
              <a:rPr lang="ja-JP" altLang="en-US" b="1" dirty="0"/>
              <a:t>名前　　　　　大原草子</a:t>
            </a:r>
            <a:endParaRPr lang="en-US" altLang="ja-JP" b="1" dirty="0"/>
          </a:p>
          <a:p>
            <a:pPr>
              <a:lnSpc>
                <a:spcPct val="200000"/>
              </a:lnSpc>
            </a:pPr>
            <a:r>
              <a:rPr kumimoji="1" lang="ja-JP" altLang="en-US" b="1" dirty="0"/>
              <a:t>パスワード　　</a:t>
            </a:r>
            <a:r>
              <a:rPr kumimoji="1" lang="en-US" altLang="ja-JP" b="1" dirty="0"/>
              <a:t>……</a:t>
            </a:r>
          </a:p>
          <a:p>
            <a:pPr>
              <a:lnSpc>
                <a:spcPct val="200000"/>
              </a:lnSpc>
            </a:pPr>
            <a:r>
              <a:rPr lang="ja-JP" altLang="en-US" b="1" dirty="0"/>
              <a:t>在籍校　　　　大宮校</a:t>
            </a:r>
            <a:endParaRPr kumimoji="1" lang="ja-JP" altLang="en-US" b="1" dirty="0"/>
          </a:p>
        </p:txBody>
      </p:sp>
      <p:cxnSp>
        <p:nvCxnSpPr>
          <p:cNvPr id="46" name="直線コネクタ 45">
            <a:extLst>
              <a:ext uri="{FF2B5EF4-FFF2-40B4-BE49-F238E27FC236}">
                <a16:creationId xmlns:a16="http://schemas.microsoft.com/office/drawing/2014/main" id="{1231373C-841B-0B67-6F52-C5E886D2C0A1}"/>
              </a:ext>
            </a:extLst>
          </p:cNvPr>
          <p:cNvCxnSpPr>
            <a:cxnSpLocks/>
          </p:cNvCxnSpPr>
          <p:nvPr/>
        </p:nvCxnSpPr>
        <p:spPr>
          <a:xfrm>
            <a:off x="3830614" y="2802251"/>
            <a:ext cx="6816268" cy="0"/>
          </a:xfrm>
          <a:prstGeom prst="line">
            <a:avLst/>
          </a:prstGeom>
          <a:ln>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50" name="直線コネクタ 49">
            <a:extLst>
              <a:ext uri="{FF2B5EF4-FFF2-40B4-BE49-F238E27FC236}">
                <a16:creationId xmlns:a16="http://schemas.microsoft.com/office/drawing/2014/main" id="{A847D8B9-E6C4-B2F7-114B-7285D959DD5F}"/>
              </a:ext>
            </a:extLst>
          </p:cNvPr>
          <p:cNvCxnSpPr>
            <a:cxnSpLocks/>
          </p:cNvCxnSpPr>
          <p:nvPr/>
        </p:nvCxnSpPr>
        <p:spPr>
          <a:xfrm>
            <a:off x="3830614" y="3348351"/>
            <a:ext cx="6816268" cy="0"/>
          </a:xfrm>
          <a:prstGeom prst="line">
            <a:avLst/>
          </a:prstGeom>
          <a:ln>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51" name="直線コネクタ 50">
            <a:extLst>
              <a:ext uri="{FF2B5EF4-FFF2-40B4-BE49-F238E27FC236}">
                <a16:creationId xmlns:a16="http://schemas.microsoft.com/office/drawing/2014/main" id="{1EB83908-3CE2-C925-C0CC-1FF5EC9ABB98}"/>
              </a:ext>
            </a:extLst>
          </p:cNvPr>
          <p:cNvCxnSpPr>
            <a:cxnSpLocks/>
          </p:cNvCxnSpPr>
          <p:nvPr/>
        </p:nvCxnSpPr>
        <p:spPr>
          <a:xfrm>
            <a:off x="3830614" y="3856351"/>
            <a:ext cx="6816268" cy="0"/>
          </a:xfrm>
          <a:prstGeom prst="line">
            <a:avLst/>
          </a:prstGeom>
          <a:ln>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52" name="直線コネクタ 51">
            <a:extLst>
              <a:ext uri="{FF2B5EF4-FFF2-40B4-BE49-F238E27FC236}">
                <a16:creationId xmlns:a16="http://schemas.microsoft.com/office/drawing/2014/main" id="{B439B62D-D862-FABA-56A7-10527F22FB9E}"/>
              </a:ext>
            </a:extLst>
          </p:cNvPr>
          <p:cNvCxnSpPr>
            <a:cxnSpLocks/>
          </p:cNvCxnSpPr>
          <p:nvPr/>
        </p:nvCxnSpPr>
        <p:spPr>
          <a:xfrm>
            <a:off x="3830614" y="4415939"/>
            <a:ext cx="6816268" cy="0"/>
          </a:xfrm>
          <a:prstGeom prst="line">
            <a:avLst/>
          </a:prstGeom>
          <a:ln>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53" name="テキスト ボックス 52">
            <a:extLst>
              <a:ext uri="{FF2B5EF4-FFF2-40B4-BE49-F238E27FC236}">
                <a16:creationId xmlns:a16="http://schemas.microsoft.com/office/drawing/2014/main" id="{3F069A22-B0E0-522F-4A0E-C329B669EC05}"/>
              </a:ext>
            </a:extLst>
          </p:cNvPr>
          <p:cNvSpPr txBox="1"/>
          <p:nvPr/>
        </p:nvSpPr>
        <p:spPr>
          <a:xfrm>
            <a:off x="3486335" y="4902702"/>
            <a:ext cx="1297419" cy="338554"/>
          </a:xfrm>
          <a:prstGeom prst="rect">
            <a:avLst/>
          </a:prstGeom>
          <a:noFill/>
        </p:spPr>
        <p:txBody>
          <a:bodyPr wrap="square" rtlCol="0">
            <a:spAutoFit/>
          </a:bodyPr>
          <a:lstStyle/>
          <a:p>
            <a:r>
              <a:rPr lang="ja-JP" altLang="en-US" sz="1600" b="1" u="sng" dirty="0">
                <a:solidFill>
                  <a:srgbClr val="4B83DD"/>
                </a:solidFill>
              </a:rPr>
              <a:t>戻る</a:t>
            </a:r>
            <a:endParaRPr kumimoji="1" lang="ja-JP" altLang="en-US" sz="1600" b="1" u="sng" dirty="0">
              <a:solidFill>
                <a:srgbClr val="4B83DD"/>
              </a:solidFill>
            </a:endParaRPr>
          </a:p>
        </p:txBody>
      </p:sp>
      <p:sp>
        <p:nvSpPr>
          <p:cNvPr id="2" name="矢印: 上 1">
            <a:extLst>
              <a:ext uri="{FF2B5EF4-FFF2-40B4-BE49-F238E27FC236}">
                <a16:creationId xmlns:a16="http://schemas.microsoft.com/office/drawing/2014/main" id="{93053526-E638-5B2F-9C3E-B22EA648B0A2}"/>
              </a:ext>
            </a:extLst>
          </p:cNvPr>
          <p:cNvSpPr/>
          <p:nvPr/>
        </p:nvSpPr>
        <p:spPr>
          <a:xfrm rot="20889810">
            <a:off x="8764043" y="5051111"/>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7709047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2"/>
                                        </p:tgtEl>
                                      </p:cBhvr>
                                    </p:animEffect>
                                    <p:animScale>
                                      <p:cBhvr>
                                        <p:cTn id="13" dur="40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80BB4FD-8603-4F02-DED9-4A823873F55F}"/>
              </a:ext>
            </a:extLst>
          </p:cNvPr>
          <p:cNvCxnSpPr>
            <a:cxnSpLocks/>
          </p:cNvCxnSpPr>
          <p:nvPr/>
        </p:nvCxnSpPr>
        <p:spPr>
          <a:xfrm>
            <a:off x="3167743" y="1328057"/>
            <a:ext cx="0" cy="5193583"/>
          </a:xfrm>
          <a:prstGeom prst="line">
            <a:avLst/>
          </a:prstGeom>
        </p:spPr>
        <p:style>
          <a:lnRef idx="1">
            <a:schemeClr val="dk1"/>
          </a:lnRef>
          <a:fillRef idx="0">
            <a:schemeClr val="dk1"/>
          </a:fillRef>
          <a:effectRef idx="0">
            <a:schemeClr val="dk1"/>
          </a:effectRef>
          <a:fontRef idx="minor">
            <a:schemeClr val="tx1"/>
          </a:fontRef>
        </p:style>
      </p:cxnSp>
      <p:grpSp>
        <p:nvGrpSpPr>
          <p:cNvPr id="3" name="グループ化 2">
            <a:extLst>
              <a:ext uri="{FF2B5EF4-FFF2-40B4-BE49-F238E27FC236}">
                <a16:creationId xmlns:a16="http://schemas.microsoft.com/office/drawing/2014/main" id="{741598B9-D2A1-400A-69A3-C3BF72C35C1D}"/>
              </a:ext>
            </a:extLst>
          </p:cNvPr>
          <p:cNvGrpSpPr/>
          <p:nvPr/>
        </p:nvGrpSpPr>
        <p:grpSpPr>
          <a:xfrm>
            <a:off x="914397" y="377594"/>
            <a:ext cx="9775371" cy="742070"/>
            <a:chOff x="914397" y="377594"/>
            <a:chExt cx="9775371" cy="742070"/>
          </a:xfrm>
        </p:grpSpPr>
        <p:sp>
          <p:nvSpPr>
            <p:cNvPr id="4" name="正方形/長方形 3">
              <a:extLst>
                <a:ext uri="{FF2B5EF4-FFF2-40B4-BE49-F238E27FC236}">
                  <a16:creationId xmlns:a16="http://schemas.microsoft.com/office/drawing/2014/main" id="{17877774-6C40-F651-EDF6-FA2AB46D5ECD}"/>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7EE94354-E74D-A2EA-63F3-7DD4EB8D6B70}"/>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6" name="テキスト ボックス 5">
              <a:extLst>
                <a:ext uri="{FF2B5EF4-FFF2-40B4-BE49-F238E27FC236}">
                  <a16:creationId xmlns:a16="http://schemas.microsoft.com/office/drawing/2014/main" id="{E1C2FA43-F550-52BA-806E-FCA7402574CE}"/>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7" name="テキスト ボックス 6">
              <a:extLst>
                <a:ext uri="{FF2B5EF4-FFF2-40B4-BE49-F238E27FC236}">
                  <a16:creationId xmlns:a16="http://schemas.microsoft.com/office/drawing/2014/main" id="{CAB9482B-E28E-A316-CCD0-98B1D96ADF06}"/>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grpSp>
        <p:nvGrpSpPr>
          <p:cNvPr id="8" name="グループ化 7">
            <a:extLst>
              <a:ext uri="{FF2B5EF4-FFF2-40B4-BE49-F238E27FC236}">
                <a16:creationId xmlns:a16="http://schemas.microsoft.com/office/drawing/2014/main" id="{A38B089B-1BFA-BB3E-891E-4FDBDCF4DEC5}"/>
              </a:ext>
            </a:extLst>
          </p:cNvPr>
          <p:cNvGrpSpPr/>
          <p:nvPr/>
        </p:nvGrpSpPr>
        <p:grpSpPr>
          <a:xfrm>
            <a:off x="3738371" y="1431184"/>
            <a:ext cx="7000755" cy="555171"/>
            <a:chOff x="4207329" y="1666025"/>
            <a:chExt cx="6117768" cy="555171"/>
          </a:xfrm>
        </p:grpSpPr>
        <p:sp>
          <p:nvSpPr>
            <p:cNvPr id="9" name="正方形/長方形 8">
              <a:extLst>
                <a:ext uri="{FF2B5EF4-FFF2-40B4-BE49-F238E27FC236}">
                  <a16:creationId xmlns:a16="http://schemas.microsoft.com/office/drawing/2014/main" id="{6B3BDB34-0829-F090-6AB0-57301FC6566D}"/>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82B45096-1713-D190-50FB-EAF47F0366A5}"/>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教師情報変更</a:t>
              </a:r>
              <a:endParaRPr kumimoji="1" lang="ja-JP" altLang="en-US" sz="2400" b="1" dirty="0"/>
            </a:p>
          </p:txBody>
        </p:sp>
      </p:grpSp>
      <p:sp>
        <p:nvSpPr>
          <p:cNvPr id="13" name="テキスト ボックス 12">
            <a:extLst>
              <a:ext uri="{FF2B5EF4-FFF2-40B4-BE49-F238E27FC236}">
                <a16:creationId xmlns:a16="http://schemas.microsoft.com/office/drawing/2014/main" id="{D5921D8C-E233-9665-B262-AF1B900486B0}"/>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
        <p:nvSpPr>
          <p:cNvPr id="20" name="テキスト ボックス 19">
            <a:extLst>
              <a:ext uri="{FF2B5EF4-FFF2-40B4-BE49-F238E27FC236}">
                <a16:creationId xmlns:a16="http://schemas.microsoft.com/office/drawing/2014/main" id="{750659A3-F9BC-6E0E-ABE9-5852870C2819}"/>
              </a:ext>
            </a:extLst>
          </p:cNvPr>
          <p:cNvSpPr txBox="1"/>
          <p:nvPr/>
        </p:nvSpPr>
        <p:spPr>
          <a:xfrm>
            <a:off x="3922935" y="6183086"/>
            <a:ext cx="1297419" cy="338554"/>
          </a:xfrm>
          <a:prstGeom prst="rect">
            <a:avLst/>
          </a:prstGeom>
          <a:noFill/>
        </p:spPr>
        <p:txBody>
          <a:bodyPr wrap="square" rtlCol="0">
            <a:spAutoFit/>
          </a:bodyPr>
          <a:lstStyle/>
          <a:p>
            <a:r>
              <a:rPr lang="ja-JP" altLang="en-US" sz="1600" b="1" u="sng" dirty="0">
                <a:solidFill>
                  <a:srgbClr val="4B83DD"/>
                </a:solidFill>
              </a:rPr>
              <a:t>戻る</a:t>
            </a:r>
            <a:endParaRPr kumimoji="1" lang="ja-JP" altLang="en-US" sz="1600" b="1" u="sng" dirty="0">
              <a:solidFill>
                <a:srgbClr val="4B83DD"/>
              </a:solidFill>
            </a:endParaRPr>
          </a:p>
        </p:txBody>
      </p:sp>
      <p:sp>
        <p:nvSpPr>
          <p:cNvPr id="26" name="テキスト ボックス 25">
            <a:extLst>
              <a:ext uri="{FF2B5EF4-FFF2-40B4-BE49-F238E27FC236}">
                <a16:creationId xmlns:a16="http://schemas.microsoft.com/office/drawing/2014/main" id="{FB2E53DA-74B8-A90A-62DC-EBB39A46AC1D}"/>
              </a:ext>
            </a:extLst>
          </p:cNvPr>
          <p:cNvSpPr txBox="1"/>
          <p:nvPr/>
        </p:nvSpPr>
        <p:spPr>
          <a:xfrm>
            <a:off x="3842093" y="1870397"/>
            <a:ext cx="2376091" cy="3446713"/>
          </a:xfrm>
          <a:prstGeom prst="rect">
            <a:avLst/>
          </a:prstGeom>
          <a:noFill/>
        </p:spPr>
        <p:txBody>
          <a:bodyPr wrap="square" rtlCol="0">
            <a:spAutoFit/>
          </a:bodyPr>
          <a:lstStyle/>
          <a:p>
            <a:pPr>
              <a:lnSpc>
                <a:spcPct val="250000"/>
              </a:lnSpc>
            </a:pPr>
            <a:r>
              <a:rPr kumimoji="1" lang="en-US" altLang="ja-JP" dirty="0"/>
              <a:t>ID</a:t>
            </a:r>
          </a:p>
          <a:p>
            <a:pPr>
              <a:lnSpc>
                <a:spcPct val="250000"/>
              </a:lnSpc>
            </a:pPr>
            <a:r>
              <a:rPr lang="ja-JP" altLang="en-US" dirty="0"/>
              <a:t>名前</a:t>
            </a:r>
            <a:endParaRPr lang="en-US" altLang="ja-JP" dirty="0"/>
          </a:p>
          <a:p>
            <a:pPr>
              <a:lnSpc>
                <a:spcPct val="250000"/>
              </a:lnSpc>
            </a:pPr>
            <a:r>
              <a:rPr lang="ja-JP" altLang="en-US" dirty="0"/>
              <a:t>パスワード</a:t>
            </a:r>
            <a:endParaRPr lang="en-US" altLang="ja-JP" dirty="0"/>
          </a:p>
          <a:p>
            <a:pPr>
              <a:lnSpc>
                <a:spcPct val="250000"/>
              </a:lnSpc>
            </a:pPr>
            <a:r>
              <a:rPr kumimoji="1" lang="ja-JP" altLang="en-US" dirty="0"/>
              <a:t>パスワード</a:t>
            </a:r>
            <a:r>
              <a:rPr kumimoji="1" lang="en-US" altLang="ja-JP" dirty="0"/>
              <a:t>(</a:t>
            </a:r>
            <a:r>
              <a:rPr kumimoji="1" lang="ja-JP" altLang="en-US" dirty="0"/>
              <a:t>確認</a:t>
            </a:r>
            <a:r>
              <a:rPr kumimoji="1" lang="en-US" altLang="ja-JP" dirty="0"/>
              <a:t>)</a:t>
            </a:r>
          </a:p>
          <a:p>
            <a:pPr>
              <a:lnSpc>
                <a:spcPct val="250000"/>
              </a:lnSpc>
            </a:pPr>
            <a:r>
              <a:rPr lang="ja-JP" altLang="en-US" dirty="0"/>
              <a:t>在籍校</a:t>
            </a:r>
            <a:endParaRPr kumimoji="1" lang="ja-JP" altLang="en-US" dirty="0"/>
          </a:p>
        </p:txBody>
      </p:sp>
      <p:sp>
        <p:nvSpPr>
          <p:cNvPr id="29" name="四角形: 角を丸くする 28">
            <a:extLst>
              <a:ext uri="{FF2B5EF4-FFF2-40B4-BE49-F238E27FC236}">
                <a16:creationId xmlns:a16="http://schemas.microsoft.com/office/drawing/2014/main" id="{5FDC9E29-218B-97B7-9844-1EB396655AE7}"/>
              </a:ext>
            </a:extLst>
          </p:cNvPr>
          <p:cNvSpPr/>
          <p:nvPr/>
        </p:nvSpPr>
        <p:spPr>
          <a:xfrm>
            <a:off x="7220894" y="4179706"/>
            <a:ext cx="3012902" cy="348343"/>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四角形: 角を丸くする 30">
            <a:extLst>
              <a:ext uri="{FF2B5EF4-FFF2-40B4-BE49-F238E27FC236}">
                <a16:creationId xmlns:a16="http://schemas.microsoft.com/office/drawing/2014/main" id="{476C2288-B7DE-3255-7C5D-5B1F2FDB9E37}"/>
              </a:ext>
            </a:extLst>
          </p:cNvPr>
          <p:cNvSpPr/>
          <p:nvPr/>
        </p:nvSpPr>
        <p:spPr>
          <a:xfrm>
            <a:off x="7220894" y="2793852"/>
            <a:ext cx="3012902" cy="348343"/>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9F5CBD1F-BA25-7B71-1AF9-F2CD662A37B2}"/>
              </a:ext>
            </a:extLst>
          </p:cNvPr>
          <p:cNvSpPr/>
          <p:nvPr/>
        </p:nvSpPr>
        <p:spPr>
          <a:xfrm>
            <a:off x="7220894" y="3486779"/>
            <a:ext cx="3012902" cy="348343"/>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四角形: 角を丸くする 32">
            <a:extLst>
              <a:ext uri="{FF2B5EF4-FFF2-40B4-BE49-F238E27FC236}">
                <a16:creationId xmlns:a16="http://schemas.microsoft.com/office/drawing/2014/main" id="{26534F17-80BF-AF6C-A437-F28FB73CB800}"/>
              </a:ext>
            </a:extLst>
          </p:cNvPr>
          <p:cNvSpPr/>
          <p:nvPr/>
        </p:nvSpPr>
        <p:spPr>
          <a:xfrm>
            <a:off x="7220894" y="2123703"/>
            <a:ext cx="3012902" cy="348343"/>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四角形: 角を丸くする 33">
            <a:extLst>
              <a:ext uri="{FF2B5EF4-FFF2-40B4-BE49-F238E27FC236}">
                <a16:creationId xmlns:a16="http://schemas.microsoft.com/office/drawing/2014/main" id="{B35C70C6-634B-097B-12D5-86D0CB4F8F0B}"/>
              </a:ext>
            </a:extLst>
          </p:cNvPr>
          <p:cNvSpPr/>
          <p:nvPr/>
        </p:nvSpPr>
        <p:spPr>
          <a:xfrm>
            <a:off x="3922935" y="5402765"/>
            <a:ext cx="928290" cy="529685"/>
          </a:xfrm>
          <a:prstGeom prst="roundRect">
            <a:avLst/>
          </a:prstGeom>
          <a:solidFill>
            <a:srgbClr val="4B83D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F9B54BFF-3AFC-922E-4681-A28776EA6E9E}"/>
              </a:ext>
            </a:extLst>
          </p:cNvPr>
          <p:cNvSpPr txBox="1"/>
          <p:nvPr/>
        </p:nvSpPr>
        <p:spPr>
          <a:xfrm>
            <a:off x="4067169" y="5501516"/>
            <a:ext cx="639821" cy="338554"/>
          </a:xfrm>
          <a:prstGeom prst="rect">
            <a:avLst/>
          </a:prstGeom>
          <a:noFill/>
        </p:spPr>
        <p:txBody>
          <a:bodyPr wrap="square" rtlCol="0">
            <a:spAutoFit/>
          </a:bodyPr>
          <a:lstStyle/>
          <a:p>
            <a:r>
              <a:rPr kumimoji="1" lang="ja-JP" altLang="en-US" sz="1600" b="1" dirty="0">
                <a:solidFill>
                  <a:schemeClr val="bg1"/>
                </a:solidFill>
              </a:rPr>
              <a:t>変更</a:t>
            </a:r>
          </a:p>
        </p:txBody>
      </p:sp>
      <p:sp>
        <p:nvSpPr>
          <p:cNvPr id="21" name="矢印: 上 20">
            <a:extLst>
              <a:ext uri="{FF2B5EF4-FFF2-40B4-BE49-F238E27FC236}">
                <a16:creationId xmlns:a16="http://schemas.microsoft.com/office/drawing/2014/main" id="{D61FAFE6-3D09-327E-532B-3AE1C89FE751}"/>
              </a:ext>
            </a:extLst>
          </p:cNvPr>
          <p:cNvSpPr/>
          <p:nvPr/>
        </p:nvSpPr>
        <p:spPr>
          <a:xfrm rot="20889810">
            <a:off x="4261722" y="5674361"/>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59CB2A38-A18F-6BC1-45FE-55F44BBBF06A}"/>
              </a:ext>
            </a:extLst>
          </p:cNvPr>
          <p:cNvSpPr txBox="1"/>
          <p:nvPr/>
        </p:nvSpPr>
        <p:spPr>
          <a:xfrm>
            <a:off x="7238748" y="2113208"/>
            <a:ext cx="3012899" cy="369332"/>
          </a:xfrm>
          <a:prstGeom prst="rect">
            <a:avLst/>
          </a:prstGeom>
          <a:noFill/>
        </p:spPr>
        <p:txBody>
          <a:bodyPr wrap="square" rtlCol="0">
            <a:spAutoFit/>
          </a:bodyPr>
          <a:lstStyle/>
          <a:p>
            <a:r>
              <a:rPr kumimoji="1" lang="en-US" altLang="ja-JP" dirty="0" err="1"/>
              <a:t>souko</a:t>
            </a:r>
            <a:endParaRPr kumimoji="1" lang="ja-JP" altLang="en-US" dirty="0"/>
          </a:p>
        </p:txBody>
      </p:sp>
      <p:sp>
        <p:nvSpPr>
          <p:cNvPr id="38" name="テキスト ボックス 37">
            <a:extLst>
              <a:ext uri="{FF2B5EF4-FFF2-40B4-BE49-F238E27FC236}">
                <a16:creationId xmlns:a16="http://schemas.microsoft.com/office/drawing/2014/main" id="{71F3E1EE-F4E0-558E-5DF9-7D6E01B8083B}"/>
              </a:ext>
            </a:extLst>
          </p:cNvPr>
          <p:cNvSpPr txBox="1"/>
          <p:nvPr/>
        </p:nvSpPr>
        <p:spPr>
          <a:xfrm>
            <a:off x="7220894" y="2783357"/>
            <a:ext cx="3012899" cy="369332"/>
          </a:xfrm>
          <a:prstGeom prst="rect">
            <a:avLst/>
          </a:prstGeom>
          <a:noFill/>
        </p:spPr>
        <p:txBody>
          <a:bodyPr wrap="square" rtlCol="0">
            <a:spAutoFit/>
          </a:bodyPr>
          <a:lstStyle/>
          <a:p>
            <a:r>
              <a:rPr lang="ja-JP" altLang="en-US" dirty="0"/>
              <a:t>大原草子</a:t>
            </a:r>
            <a:endParaRPr kumimoji="1" lang="ja-JP" altLang="en-US" dirty="0"/>
          </a:p>
        </p:txBody>
      </p:sp>
      <p:sp>
        <p:nvSpPr>
          <p:cNvPr id="39" name="テキスト ボックス 38">
            <a:extLst>
              <a:ext uri="{FF2B5EF4-FFF2-40B4-BE49-F238E27FC236}">
                <a16:creationId xmlns:a16="http://schemas.microsoft.com/office/drawing/2014/main" id="{08E9B1CF-F78E-CF7E-3999-CB6E16871F20}"/>
              </a:ext>
            </a:extLst>
          </p:cNvPr>
          <p:cNvSpPr txBox="1"/>
          <p:nvPr/>
        </p:nvSpPr>
        <p:spPr>
          <a:xfrm>
            <a:off x="7238748" y="3476284"/>
            <a:ext cx="3012899" cy="369332"/>
          </a:xfrm>
          <a:prstGeom prst="rect">
            <a:avLst/>
          </a:prstGeom>
          <a:noFill/>
        </p:spPr>
        <p:txBody>
          <a:bodyPr wrap="square" rtlCol="0">
            <a:spAutoFit/>
          </a:bodyPr>
          <a:lstStyle/>
          <a:p>
            <a:r>
              <a:rPr kumimoji="1" lang="en-US" altLang="ja-JP" dirty="0"/>
              <a:t>••••••</a:t>
            </a:r>
            <a:endParaRPr kumimoji="1" lang="ja-JP" altLang="en-US" dirty="0"/>
          </a:p>
        </p:txBody>
      </p:sp>
      <p:sp>
        <p:nvSpPr>
          <p:cNvPr id="40" name="テキスト ボックス 39">
            <a:extLst>
              <a:ext uri="{FF2B5EF4-FFF2-40B4-BE49-F238E27FC236}">
                <a16:creationId xmlns:a16="http://schemas.microsoft.com/office/drawing/2014/main" id="{55A03E75-20A9-9FCB-265F-511AB9C57D10}"/>
              </a:ext>
            </a:extLst>
          </p:cNvPr>
          <p:cNvSpPr txBox="1"/>
          <p:nvPr/>
        </p:nvSpPr>
        <p:spPr>
          <a:xfrm>
            <a:off x="7238747" y="4201289"/>
            <a:ext cx="3012899" cy="369332"/>
          </a:xfrm>
          <a:prstGeom prst="rect">
            <a:avLst/>
          </a:prstGeom>
          <a:noFill/>
        </p:spPr>
        <p:txBody>
          <a:bodyPr wrap="square" rtlCol="0">
            <a:spAutoFit/>
          </a:bodyPr>
          <a:lstStyle/>
          <a:p>
            <a:r>
              <a:rPr lang="en-US" altLang="ja-JP" dirty="0"/>
              <a:t>••••••</a:t>
            </a:r>
            <a:endParaRPr kumimoji="1" lang="ja-JP" altLang="en-US" dirty="0"/>
          </a:p>
        </p:txBody>
      </p:sp>
      <p:sp>
        <p:nvSpPr>
          <p:cNvPr id="41" name="テキスト ボックス 40">
            <a:extLst>
              <a:ext uri="{FF2B5EF4-FFF2-40B4-BE49-F238E27FC236}">
                <a16:creationId xmlns:a16="http://schemas.microsoft.com/office/drawing/2014/main" id="{EBF7D86C-D864-633A-1211-EB76F8C279CE}"/>
              </a:ext>
            </a:extLst>
          </p:cNvPr>
          <p:cNvSpPr txBox="1"/>
          <p:nvPr/>
        </p:nvSpPr>
        <p:spPr>
          <a:xfrm>
            <a:off x="7212018" y="2102506"/>
            <a:ext cx="3012899" cy="369332"/>
          </a:xfrm>
          <a:prstGeom prst="rect">
            <a:avLst/>
          </a:prstGeom>
          <a:noFill/>
        </p:spPr>
        <p:txBody>
          <a:bodyPr wrap="square" rtlCol="0">
            <a:spAutoFit/>
          </a:bodyPr>
          <a:lstStyle/>
          <a:p>
            <a:r>
              <a:rPr kumimoji="1" lang="en-US" altLang="ja-JP" dirty="0" err="1"/>
              <a:t>jirou</a:t>
            </a:r>
            <a:endParaRPr kumimoji="1" lang="ja-JP" altLang="en-US" dirty="0"/>
          </a:p>
        </p:txBody>
      </p:sp>
      <p:sp>
        <p:nvSpPr>
          <p:cNvPr id="42" name="テキスト ボックス 41">
            <a:extLst>
              <a:ext uri="{FF2B5EF4-FFF2-40B4-BE49-F238E27FC236}">
                <a16:creationId xmlns:a16="http://schemas.microsoft.com/office/drawing/2014/main" id="{77530FC3-D2E0-A30E-F82E-4B4D93976D07}"/>
              </a:ext>
            </a:extLst>
          </p:cNvPr>
          <p:cNvSpPr txBox="1"/>
          <p:nvPr/>
        </p:nvSpPr>
        <p:spPr>
          <a:xfrm>
            <a:off x="7222417" y="2793852"/>
            <a:ext cx="3012899" cy="369332"/>
          </a:xfrm>
          <a:prstGeom prst="rect">
            <a:avLst/>
          </a:prstGeom>
          <a:noFill/>
        </p:spPr>
        <p:txBody>
          <a:bodyPr wrap="square" rtlCol="0">
            <a:spAutoFit/>
          </a:bodyPr>
          <a:lstStyle/>
          <a:p>
            <a:r>
              <a:rPr lang="ja-JP" altLang="en-US" dirty="0"/>
              <a:t>大原次郎</a:t>
            </a:r>
            <a:endParaRPr kumimoji="1" lang="ja-JP" altLang="en-US" dirty="0"/>
          </a:p>
        </p:txBody>
      </p:sp>
      <p:sp>
        <p:nvSpPr>
          <p:cNvPr id="43" name="テキスト ボックス 42">
            <a:extLst>
              <a:ext uri="{FF2B5EF4-FFF2-40B4-BE49-F238E27FC236}">
                <a16:creationId xmlns:a16="http://schemas.microsoft.com/office/drawing/2014/main" id="{4663FF7A-F1E5-DEFA-D75A-71195A5D57EB}"/>
              </a:ext>
            </a:extLst>
          </p:cNvPr>
          <p:cNvSpPr txBox="1"/>
          <p:nvPr/>
        </p:nvSpPr>
        <p:spPr>
          <a:xfrm>
            <a:off x="7229822" y="3474496"/>
            <a:ext cx="3012899" cy="369332"/>
          </a:xfrm>
          <a:prstGeom prst="rect">
            <a:avLst/>
          </a:prstGeom>
          <a:noFill/>
        </p:spPr>
        <p:txBody>
          <a:bodyPr wrap="square" rtlCol="0">
            <a:spAutoFit/>
          </a:bodyPr>
          <a:lstStyle/>
          <a:p>
            <a:r>
              <a:rPr kumimoji="1" lang="en-US" altLang="ja-JP" dirty="0"/>
              <a:t>••••••</a:t>
            </a:r>
            <a:endParaRPr kumimoji="1" lang="ja-JP" altLang="en-US" dirty="0"/>
          </a:p>
        </p:txBody>
      </p:sp>
      <p:sp>
        <p:nvSpPr>
          <p:cNvPr id="44" name="テキスト ボックス 43">
            <a:extLst>
              <a:ext uri="{FF2B5EF4-FFF2-40B4-BE49-F238E27FC236}">
                <a16:creationId xmlns:a16="http://schemas.microsoft.com/office/drawing/2014/main" id="{8AC105D4-A256-9E7A-5A20-BDF6984F365E}"/>
              </a:ext>
            </a:extLst>
          </p:cNvPr>
          <p:cNvSpPr txBox="1"/>
          <p:nvPr/>
        </p:nvSpPr>
        <p:spPr>
          <a:xfrm>
            <a:off x="7238747" y="4228863"/>
            <a:ext cx="3012899" cy="369332"/>
          </a:xfrm>
          <a:prstGeom prst="rect">
            <a:avLst/>
          </a:prstGeom>
          <a:noFill/>
        </p:spPr>
        <p:txBody>
          <a:bodyPr wrap="square" rtlCol="0">
            <a:spAutoFit/>
          </a:bodyPr>
          <a:lstStyle/>
          <a:p>
            <a:r>
              <a:rPr kumimoji="1" lang="en-US" altLang="ja-JP" dirty="0"/>
              <a:t>••••••</a:t>
            </a:r>
            <a:endParaRPr kumimoji="1" lang="ja-JP" altLang="en-US" dirty="0"/>
          </a:p>
        </p:txBody>
      </p:sp>
      <p:sp>
        <p:nvSpPr>
          <p:cNvPr id="11" name="テキスト ボックス 10">
            <a:extLst>
              <a:ext uri="{FF2B5EF4-FFF2-40B4-BE49-F238E27FC236}">
                <a16:creationId xmlns:a16="http://schemas.microsoft.com/office/drawing/2014/main" id="{4A856C96-27EB-2F76-C1ED-9F367EE15A9D}"/>
              </a:ext>
            </a:extLst>
          </p:cNvPr>
          <p:cNvSpPr txBox="1"/>
          <p:nvPr/>
        </p:nvSpPr>
        <p:spPr>
          <a:xfrm>
            <a:off x="6963279" y="4926294"/>
            <a:ext cx="3030752" cy="369332"/>
          </a:xfrm>
          <a:prstGeom prst="rect">
            <a:avLst/>
          </a:prstGeom>
          <a:noFill/>
        </p:spPr>
        <p:txBody>
          <a:bodyPr wrap="square" rtlCol="0">
            <a:spAutoFit/>
          </a:bodyPr>
          <a:lstStyle/>
          <a:p>
            <a:r>
              <a:rPr kumimoji="1" lang="ja-JP" altLang="en-US" dirty="0"/>
              <a:t>大宮校</a:t>
            </a:r>
          </a:p>
        </p:txBody>
      </p:sp>
    </p:spTree>
    <p:extLst>
      <p:ext uri="{BB962C8B-B14F-4D97-AF65-F5344CB8AC3E}">
        <p14:creationId xmlns:p14="http://schemas.microsoft.com/office/powerpoint/2010/main" val="200894272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hidden"/>
                                      </p:to>
                                    </p:set>
                                  </p:childTnLst>
                                </p:cTn>
                              </p:par>
                            </p:childTnLst>
                          </p:cTn>
                        </p:par>
                        <p:par>
                          <p:cTn id="7" fill="hold">
                            <p:stCondLst>
                              <p:cond delay="0"/>
                            </p:stCondLst>
                            <p:childTnLst>
                              <p:par>
                                <p:cTn id="8" presetID="16" presetClass="entr" presetSubtype="21" fill="hold" grpId="0" nodeType="after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barn(inVertical)">
                                      <p:cBhvr>
                                        <p:cTn id="10" dur="500"/>
                                        <p:tgtEl>
                                          <p:spTgt spid="41"/>
                                        </p:tgtEl>
                                      </p:cBhvr>
                                    </p:animEffect>
                                  </p:childTnLst>
                                </p:cTn>
                              </p:par>
                            </p:childTnLst>
                          </p:cTn>
                        </p:par>
                        <p:par>
                          <p:cTn id="11" fill="hold">
                            <p:stCondLst>
                              <p:cond delay="500"/>
                            </p:stCondLst>
                            <p:childTnLst>
                              <p:par>
                                <p:cTn id="12" presetID="1" presetClass="exit" presetSubtype="0" fill="hold" grpId="0" nodeType="afterEffect">
                                  <p:stCondLst>
                                    <p:cond delay="0"/>
                                  </p:stCondLst>
                                  <p:childTnLst>
                                    <p:set>
                                      <p:cBhvr>
                                        <p:cTn id="13" dur="1" fill="hold">
                                          <p:stCondLst>
                                            <p:cond delay="0"/>
                                          </p:stCondLst>
                                        </p:cTn>
                                        <p:tgtEl>
                                          <p:spTgt spid="38"/>
                                        </p:tgtEl>
                                        <p:attrNameLst>
                                          <p:attrName>style.visibility</p:attrName>
                                        </p:attrNameLst>
                                      </p:cBhvr>
                                      <p:to>
                                        <p:strVal val="hidden"/>
                                      </p:to>
                                    </p:set>
                                  </p:childTnLst>
                                </p:cTn>
                              </p:par>
                            </p:childTnLst>
                          </p:cTn>
                        </p:par>
                        <p:par>
                          <p:cTn id="14" fill="hold">
                            <p:stCondLst>
                              <p:cond delay="500"/>
                            </p:stCondLst>
                            <p:childTnLst>
                              <p:par>
                                <p:cTn id="15" presetID="16" presetClass="entr" presetSubtype="21" fill="hold" grpId="0" nodeType="after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barn(inVertical)">
                                      <p:cBhvr>
                                        <p:cTn id="17" dur="500"/>
                                        <p:tgtEl>
                                          <p:spTgt spid="42"/>
                                        </p:tgtEl>
                                      </p:cBhvr>
                                    </p:animEffect>
                                  </p:childTnLst>
                                </p:cTn>
                              </p:par>
                            </p:childTnLst>
                          </p:cTn>
                        </p:par>
                        <p:par>
                          <p:cTn id="18" fill="hold">
                            <p:stCondLst>
                              <p:cond delay="1000"/>
                            </p:stCondLst>
                            <p:childTnLst>
                              <p:par>
                                <p:cTn id="19" presetID="1" presetClass="exit" presetSubtype="0" fill="hold" grpId="0" nodeType="afterEffect">
                                  <p:stCondLst>
                                    <p:cond delay="0"/>
                                  </p:stCondLst>
                                  <p:childTnLst>
                                    <p:set>
                                      <p:cBhvr>
                                        <p:cTn id="20" dur="1" fill="hold">
                                          <p:stCondLst>
                                            <p:cond delay="0"/>
                                          </p:stCondLst>
                                        </p:cTn>
                                        <p:tgtEl>
                                          <p:spTgt spid="39"/>
                                        </p:tgtEl>
                                        <p:attrNameLst>
                                          <p:attrName>style.visibility</p:attrName>
                                        </p:attrNameLst>
                                      </p:cBhvr>
                                      <p:to>
                                        <p:strVal val="hidden"/>
                                      </p:to>
                                    </p:set>
                                  </p:childTnLst>
                                </p:cTn>
                              </p:par>
                            </p:childTnLst>
                          </p:cTn>
                        </p:par>
                        <p:par>
                          <p:cTn id="21" fill="hold">
                            <p:stCondLst>
                              <p:cond delay="1000"/>
                            </p:stCondLst>
                            <p:childTnLst>
                              <p:par>
                                <p:cTn id="22" presetID="16" presetClass="entr" presetSubtype="21" fill="hold" grpId="0" nodeType="after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barn(inVertical)">
                                      <p:cBhvr>
                                        <p:cTn id="24" dur="500"/>
                                        <p:tgtEl>
                                          <p:spTgt spid="43"/>
                                        </p:tgtEl>
                                      </p:cBhvr>
                                    </p:animEffect>
                                  </p:childTnLst>
                                </p:cTn>
                              </p:par>
                            </p:childTnLst>
                          </p:cTn>
                        </p:par>
                        <p:par>
                          <p:cTn id="25" fill="hold">
                            <p:stCondLst>
                              <p:cond delay="1500"/>
                            </p:stCondLst>
                            <p:childTnLst>
                              <p:par>
                                <p:cTn id="26" presetID="1" presetClass="exit" presetSubtype="0" fill="hold" grpId="0" nodeType="afterEffect">
                                  <p:stCondLst>
                                    <p:cond delay="0"/>
                                  </p:stCondLst>
                                  <p:childTnLst>
                                    <p:set>
                                      <p:cBhvr>
                                        <p:cTn id="27" dur="1" fill="hold">
                                          <p:stCondLst>
                                            <p:cond delay="0"/>
                                          </p:stCondLst>
                                        </p:cTn>
                                        <p:tgtEl>
                                          <p:spTgt spid="40"/>
                                        </p:tgtEl>
                                        <p:attrNameLst>
                                          <p:attrName>style.visibility</p:attrName>
                                        </p:attrNameLst>
                                      </p:cBhvr>
                                      <p:to>
                                        <p:strVal val="hidden"/>
                                      </p:to>
                                    </p:set>
                                  </p:childTnLst>
                                </p:cTn>
                              </p:par>
                            </p:childTnLst>
                          </p:cTn>
                        </p:par>
                        <p:par>
                          <p:cTn id="28" fill="hold">
                            <p:stCondLst>
                              <p:cond delay="1500"/>
                            </p:stCondLst>
                            <p:childTnLst>
                              <p:par>
                                <p:cTn id="29" presetID="16" presetClass="entr" presetSubtype="21" fill="hold" grpId="0" nodeType="after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barn(inVertical)">
                                      <p:cBhvr>
                                        <p:cTn id="31" dur="500"/>
                                        <p:tgtEl>
                                          <p:spTgt spid="44"/>
                                        </p:tgtEl>
                                      </p:cBhvr>
                                    </p:animEffect>
                                  </p:childTnLst>
                                </p:cTn>
                              </p:par>
                            </p:childTnLst>
                          </p:cTn>
                        </p:par>
                        <p:par>
                          <p:cTn id="32" fill="hold">
                            <p:stCondLst>
                              <p:cond delay="2000"/>
                            </p:stCondLst>
                            <p:childTnLst>
                              <p:par>
                                <p:cTn id="33" presetID="42" presetClass="entr" presetSubtype="0" fill="hold" grpId="0"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1000"/>
                                        <p:tgtEl>
                                          <p:spTgt spid="21"/>
                                        </p:tgtEl>
                                      </p:cBhvr>
                                    </p:animEffect>
                                    <p:anim calcmode="lin" valueType="num">
                                      <p:cBhvr>
                                        <p:cTn id="36" dur="1000" fill="hold"/>
                                        <p:tgtEl>
                                          <p:spTgt spid="21"/>
                                        </p:tgtEl>
                                        <p:attrNameLst>
                                          <p:attrName>ppt_x</p:attrName>
                                        </p:attrNameLst>
                                      </p:cBhvr>
                                      <p:tavLst>
                                        <p:tav tm="0">
                                          <p:val>
                                            <p:strVal val="#ppt_x"/>
                                          </p:val>
                                        </p:tav>
                                        <p:tav tm="100000">
                                          <p:val>
                                            <p:strVal val="#ppt_x"/>
                                          </p:val>
                                        </p:tav>
                                      </p:tavLst>
                                    </p:anim>
                                    <p:anim calcmode="lin" valueType="num">
                                      <p:cBhvr>
                                        <p:cTn id="37" dur="1000" fill="hold"/>
                                        <p:tgtEl>
                                          <p:spTgt spid="21"/>
                                        </p:tgtEl>
                                        <p:attrNameLst>
                                          <p:attrName>ppt_y</p:attrName>
                                        </p:attrNameLst>
                                      </p:cBhvr>
                                      <p:tavLst>
                                        <p:tav tm="0">
                                          <p:val>
                                            <p:strVal val="#ppt_y+.1"/>
                                          </p:val>
                                        </p:tav>
                                        <p:tav tm="100000">
                                          <p:val>
                                            <p:strVal val="#ppt_y"/>
                                          </p:val>
                                        </p:tav>
                                      </p:tavLst>
                                    </p:anim>
                                  </p:childTnLst>
                                </p:cTn>
                              </p:par>
                            </p:childTnLst>
                          </p:cTn>
                        </p:par>
                        <p:par>
                          <p:cTn id="38" fill="hold">
                            <p:stCondLst>
                              <p:cond delay="3000"/>
                            </p:stCondLst>
                            <p:childTnLst>
                              <p:par>
                                <p:cTn id="39" presetID="26" presetClass="emph" presetSubtype="0" fill="hold" grpId="1" nodeType="afterEffect">
                                  <p:stCondLst>
                                    <p:cond delay="0"/>
                                  </p:stCondLst>
                                  <p:childTnLst>
                                    <p:animEffect transition="out" filter="fade">
                                      <p:cBhvr>
                                        <p:cTn id="40" dur="800" tmFilter="0, 0; .2, .5; .8, .5; 1, 0"/>
                                        <p:tgtEl>
                                          <p:spTgt spid="21"/>
                                        </p:tgtEl>
                                      </p:cBhvr>
                                    </p:animEffect>
                                    <p:animScale>
                                      <p:cBhvr>
                                        <p:cTn id="41" dur="400" autoRev="1" fill="hold"/>
                                        <p:tgtEl>
                                          <p:spTgt spid="21"/>
                                        </p:tgtEl>
                                      </p:cBhvr>
                                      <p:by x="105000" y="105000"/>
                                    </p:animScale>
                                  </p:childTnLst>
                                </p:cTn>
                              </p:par>
                              <p:par>
                                <p:cTn id="42" presetID="1" presetClass="emph" presetSubtype="2" fill="hold" nodeType="withEffect">
                                  <p:stCondLst>
                                    <p:cond delay="0"/>
                                  </p:stCondLst>
                                  <p:childTnLst>
                                    <p:animClr clrSpc="rgb" dir="cw">
                                      <p:cBhvr>
                                        <p:cTn id="43" dur="500" fill="hold"/>
                                        <p:tgtEl>
                                          <p:spTgt spid="34"/>
                                        </p:tgtEl>
                                        <p:attrNameLst>
                                          <p:attrName>fillcolor</p:attrName>
                                        </p:attrNameLst>
                                      </p:cBhvr>
                                      <p:to>
                                        <a:srgbClr val="215E99"/>
                                      </p:to>
                                    </p:animClr>
                                    <p:set>
                                      <p:cBhvr>
                                        <p:cTn id="44" dur="500" fill="hold"/>
                                        <p:tgtEl>
                                          <p:spTgt spid="34"/>
                                        </p:tgtEl>
                                        <p:attrNameLst>
                                          <p:attrName>fill.type</p:attrName>
                                        </p:attrNameLst>
                                      </p:cBhvr>
                                      <p:to>
                                        <p:strVal val="solid"/>
                                      </p:to>
                                    </p:set>
                                    <p:set>
                                      <p:cBhvr>
                                        <p:cTn id="45" dur="500" fill="hold"/>
                                        <p:tgtEl>
                                          <p:spTgt spid="3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37" grpId="0"/>
      <p:bldP spid="38" grpId="0"/>
      <p:bldP spid="39" grpId="0"/>
      <p:bldP spid="40" grpId="0"/>
      <p:bldP spid="41" grpId="0"/>
      <p:bldP spid="42" grpId="0"/>
      <p:bldP spid="43" grpId="0"/>
      <p:bldP spid="4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68338DDF-55A5-A285-D78F-F5826FE70490}"/>
              </a:ext>
            </a:extLst>
          </p:cNvPr>
          <p:cNvCxnSpPr>
            <a:cxnSpLocks/>
          </p:cNvCxnSpPr>
          <p:nvPr/>
        </p:nvCxnSpPr>
        <p:spPr>
          <a:xfrm>
            <a:off x="3167743" y="1328057"/>
            <a:ext cx="0" cy="3705956"/>
          </a:xfrm>
          <a:prstGeom prst="line">
            <a:avLst/>
          </a:prstGeom>
        </p:spPr>
        <p:style>
          <a:lnRef idx="1">
            <a:schemeClr val="dk1"/>
          </a:lnRef>
          <a:fillRef idx="0">
            <a:schemeClr val="dk1"/>
          </a:fillRef>
          <a:effectRef idx="0">
            <a:schemeClr val="dk1"/>
          </a:effectRef>
          <a:fontRef idx="minor">
            <a:schemeClr val="tx1"/>
          </a:fontRef>
        </p:style>
      </p:cxnSp>
      <p:grpSp>
        <p:nvGrpSpPr>
          <p:cNvPr id="3" name="グループ化 2">
            <a:extLst>
              <a:ext uri="{FF2B5EF4-FFF2-40B4-BE49-F238E27FC236}">
                <a16:creationId xmlns:a16="http://schemas.microsoft.com/office/drawing/2014/main" id="{06D334F0-AC9F-78B0-2890-F651CE2A9BE1}"/>
              </a:ext>
            </a:extLst>
          </p:cNvPr>
          <p:cNvGrpSpPr/>
          <p:nvPr/>
        </p:nvGrpSpPr>
        <p:grpSpPr>
          <a:xfrm>
            <a:off x="914397" y="377594"/>
            <a:ext cx="9775371" cy="742070"/>
            <a:chOff x="914397" y="377594"/>
            <a:chExt cx="9775371" cy="742070"/>
          </a:xfrm>
        </p:grpSpPr>
        <p:sp>
          <p:nvSpPr>
            <p:cNvPr id="4" name="正方形/長方形 3">
              <a:extLst>
                <a:ext uri="{FF2B5EF4-FFF2-40B4-BE49-F238E27FC236}">
                  <a16:creationId xmlns:a16="http://schemas.microsoft.com/office/drawing/2014/main" id="{63928118-D977-F993-6170-9E6BB8B49C91}"/>
                </a:ext>
              </a:extLst>
            </p:cNvPr>
            <p:cNvSpPr>
              <a:spLocks/>
            </p:cNvSpPr>
            <p:nvPr/>
          </p:nvSpPr>
          <p:spPr>
            <a:xfrm>
              <a:off x="914397" y="377594"/>
              <a:ext cx="9775371" cy="74022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6E2EAAD-AC1E-8E37-0BC5-F4F1C79A0779}"/>
                </a:ext>
              </a:extLst>
            </p:cNvPr>
            <p:cNvSpPr txBox="1">
              <a:spLocks/>
            </p:cNvSpPr>
            <p:nvPr/>
          </p:nvSpPr>
          <p:spPr>
            <a:xfrm>
              <a:off x="1638297" y="533047"/>
              <a:ext cx="8327573" cy="523220"/>
            </a:xfrm>
            <a:prstGeom prst="rect">
              <a:avLst/>
            </a:prstGeom>
            <a:noFill/>
          </p:spPr>
          <p:txBody>
            <a:bodyPr wrap="square" rtlCol="0">
              <a:spAutoFit/>
            </a:bodyPr>
            <a:lstStyle/>
            <a:p>
              <a:r>
                <a:rPr kumimoji="1" lang="ja-JP" altLang="en-US" sz="2800" b="1" dirty="0"/>
                <a:t>得点管理システム</a:t>
              </a:r>
            </a:p>
          </p:txBody>
        </p:sp>
        <p:sp>
          <p:nvSpPr>
            <p:cNvPr id="6" name="テキスト ボックス 5">
              <a:extLst>
                <a:ext uri="{FF2B5EF4-FFF2-40B4-BE49-F238E27FC236}">
                  <a16:creationId xmlns:a16="http://schemas.microsoft.com/office/drawing/2014/main" id="{88F25B2E-5BB3-D334-6B8D-ED2066C8D29C}"/>
                </a:ext>
              </a:extLst>
            </p:cNvPr>
            <p:cNvSpPr txBox="1"/>
            <p:nvPr/>
          </p:nvSpPr>
          <p:spPr>
            <a:xfrm>
              <a:off x="7903029" y="747708"/>
              <a:ext cx="1328057" cy="369332"/>
            </a:xfrm>
            <a:prstGeom prst="rect">
              <a:avLst/>
            </a:prstGeom>
            <a:noFill/>
          </p:spPr>
          <p:txBody>
            <a:bodyPr wrap="square" rtlCol="0">
              <a:spAutoFit/>
            </a:bodyPr>
            <a:lstStyle/>
            <a:p>
              <a:r>
                <a:rPr kumimoji="1" lang="ja-JP" altLang="en-US" dirty="0"/>
                <a:t>大原太郎様</a:t>
              </a:r>
            </a:p>
          </p:txBody>
        </p:sp>
        <p:sp>
          <p:nvSpPr>
            <p:cNvPr id="7" name="テキスト ボックス 6">
              <a:extLst>
                <a:ext uri="{FF2B5EF4-FFF2-40B4-BE49-F238E27FC236}">
                  <a16:creationId xmlns:a16="http://schemas.microsoft.com/office/drawing/2014/main" id="{AAE43ACF-BFB2-BAC0-7128-8A5D032A81E9}"/>
                </a:ext>
              </a:extLst>
            </p:cNvPr>
            <p:cNvSpPr txBox="1"/>
            <p:nvPr/>
          </p:nvSpPr>
          <p:spPr>
            <a:xfrm>
              <a:off x="9301841" y="750332"/>
              <a:ext cx="1328057" cy="369332"/>
            </a:xfrm>
            <a:prstGeom prst="rect">
              <a:avLst/>
            </a:prstGeom>
            <a:noFill/>
          </p:spPr>
          <p:txBody>
            <a:bodyPr wrap="square" rtlCol="0">
              <a:spAutoFit/>
            </a:bodyPr>
            <a:lstStyle/>
            <a:p>
              <a:r>
                <a:rPr kumimoji="1" lang="ja-JP" altLang="en-US" b="1" u="sng" dirty="0">
                  <a:solidFill>
                    <a:srgbClr val="4B83DD"/>
                  </a:solidFill>
                </a:rPr>
                <a:t>ログアウト</a:t>
              </a:r>
            </a:p>
          </p:txBody>
        </p:sp>
      </p:grpSp>
      <p:grpSp>
        <p:nvGrpSpPr>
          <p:cNvPr id="8" name="グループ化 7">
            <a:extLst>
              <a:ext uri="{FF2B5EF4-FFF2-40B4-BE49-F238E27FC236}">
                <a16:creationId xmlns:a16="http://schemas.microsoft.com/office/drawing/2014/main" id="{BB44D8E7-D1B9-747F-A48E-366A3C3CFF42}"/>
              </a:ext>
            </a:extLst>
          </p:cNvPr>
          <p:cNvGrpSpPr/>
          <p:nvPr/>
        </p:nvGrpSpPr>
        <p:grpSpPr>
          <a:xfrm>
            <a:off x="3738371" y="1431184"/>
            <a:ext cx="7000755" cy="555171"/>
            <a:chOff x="4207329" y="1666025"/>
            <a:chExt cx="6117768" cy="555171"/>
          </a:xfrm>
        </p:grpSpPr>
        <p:sp>
          <p:nvSpPr>
            <p:cNvPr id="9" name="正方形/長方形 8">
              <a:extLst>
                <a:ext uri="{FF2B5EF4-FFF2-40B4-BE49-F238E27FC236}">
                  <a16:creationId xmlns:a16="http://schemas.microsoft.com/office/drawing/2014/main" id="{884AEF3F-93F3-FEEC-0455-50D7E6714D5F}"/>
                </a:ext>
              </a:extLst>
            </p:cNvPr>
            <p:cNvSpPr/>
            <p:nvPr/>
          </p:nvSpPr>
          <p:spPr>
            <a:xfrm>
              <a:off x="4207329" y="1666025"/>
              <a:ext cx="6117768" cy="55517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4492ACAE-1408-8B83-FDDE-34A00467A9E1}"/>
                </a:ext>
              </a:extLst>
            </p:cNvPr>
            <p:cNvSpPr txBox="1"/>
            <p:nvPr/>
          </p:nvSpPr>
          <p:spPr>
            <a:xfrm>
              <a:off x="4343399" y="1690076"/>
              <a:ext cx="4223658" cy="461665"/>
            </a:xfrm>
            <a:prstGeom prst="rect">
              <a:avLst/>
            </a:prstGeom>
            <a:noFill/>
            <a:ln>
              <a:noFill/>
            </a:ln>
          </p:spPr>
          <p:txBody>
            <a:bodyPr wrap="square" rtlCol="0">
              <a:spAutoFit/>
            </a:bodyPr>
            <a:lstStyle/>
            <a:p>
              <a:r>
                <a:rPr lang="ja-JP" altLang="en-US" sz="2400" b="1" dirty="0"/>
                <a:t>教師</a:t>
              </a:r>
              <a:r>
                <a:rPr kumimoji="1" lang="ja-JP" altLang="en-US" sz="2400" b="1" dirty="0"/>
                <a:t>情報削除</a:t>
              </a:r>
            </a:p>
          </p:txBody>
        </p:sp>
      </p:grpSp>
      <p:sp>
        <p:nvSpPr>
          <p:cNvPr id="11" name="正方形/長方形 10">
            <a:extLst>
              <a:ext uri="{FF2B5EF4-FFF2-40B4-BE49-F238E27FC236}">
                <a16:creationId xmlns:a16="http://schemas.microsoft.com/office/drawing/2014/main" id="{2C9F4A5B-E751-7751-C846-37AA7A8643CC}"/>
              </a:ext>
            </a:extLst>
          </p:cNvPr>
          <p:cNvSpPr/>
          <p:nvPr/>
        </p:nvSpPr>
        <p:spPr>
          <a:xfrm>
            <a:off x="963755" y="5509534"/>
            <a:ext cx="9775371" cy="7402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B3B6A341-B528-2991-844B-2A240115A92F}"/>
              </a:ext>
            </a:extLst>
          </p:cNvPr>
          <p:cNvSpPr txBox="1"/>
          <p:nvPr/>
        </p:nvSpPr>
        <p:spPr>
          <a:xfrm>
            <a:off x="5024127" y="5556482"/>
            <a:ext cx="1861457" cy="646331"/>
          </a:xfrm>
          <a:prstGeom prst="rect">
            <a:avLst/>
          </a:prstGeom>
          <a:noFill/>
        </p:spPr>
        <p:txBody>
          <a:bodyPr wrap="square" rtlCol="0">
            <a:spAutoFit/>
          </a:bodyPr>
          <a:lstStyle/>
          <a:p>
            <a:r>
              <a:rPr kumimoji="1" lang="en-US" altLang="ja-JP" dirty="0"/>
              <a:t>©</a:t>
            </a:r>
            <a:r>
              <a:rPr lang="ja-JP" altLang="en-US" dirty="0"/>
              <a:t> </a:t>
            </a:r>
            <a:r>
              <a:rPr lang="en-US" altLang="ja-JP" dirty="0"/>
              <a:t>2023</a:t>
            </a:r>
            <a:r>
              <a:rPr lang="ja-JP" altLang="en-US" dirty="0"/>
              <a:t> </a:t>
            </a:r>
            <a:r>
              <a:rPr lang="en-US" altLang="ja-JP" dirty="0"/>
              <a:t>TIC</a:t>
            </a:r>
          </a:p>
          <a:p>
            <a:r>
              <a:rPr kumimoji="1" lang="en-US" altLang="ja-JP" dirty="0"/>
              <a:t>  </a:t>
            </a:r>
            <a:r>
              <a:rPr kumimoji="1" lang="ja-JP" altLang="en-US" dirty="0"/>
              <a:t>大原学園</a:t>
            </a:r>
          </a:p>
        </p:txBody>
      </p:sp>
      <p:sp>
        <p:nvSpPr>
          <p:cNvPr id="13" name="テキスト ボックス 12">
            <a:extLst>
              <a:ext uri="{FF2B5EF4-FFF2-40B4-BE49-F238E27FC236}">
                <a16:creationId xmlns:a16="http://schemas.microsoft.com/office/drawing/2014/main" id="{795F5B58-0C96-1E59-2AAC-F34E4D383BCE}"/>
              </a:ext>
            </a:extLst>
          </p:cNvPr>
          <p:cNvSpPr txBox="1"/>
          <p:nvPr/>
        </p:nvSpPr>
        <p:spPr>
          <a:xfrm>
            <a:off x="772886" y="1556657"/>
            <a:ext cx="2209800" cy="3416320"/>
          </a:xfrm>
          <a:prstGeom prst="rect">
            <a:avLst/>
          </a:prstGeom>
          <a:noFill/>
        </p:spPr>
        <p:txBody>
          <a:bodyPr wrap="square" rtlCol="0">
            <a:spAutoFit/>
          </a:bodyPr>
          <a:lstStyle/>
          <a:p>
            <a:r>
              <a:rPr kumimoji="1" lang="ja-JP" altLang="en-US" b="1" u="sng" dirty="0">
                <a:solidFill>
                  <a:srgbClr val="4B83DD"/>
                </a:solidFill>
              </a:rPr>
              <a:t>メニュー</a:t>
            </a:r>
            <a:endParaRPr lang="en-US" altLang="ja-JP" b="1" u="sng" dirty="0">
              <a:solidFill>
                <a:srgbClr val="4B83DD"/>
              </a:solidFill>
            </a:endParaRPr>
          </a:p>
          <a:p>
            <a:endParaRPr kumimoji="1" lang="en-US" altLang="ja-JP" dirty="0"/>
          </a:p>
          <a:p>
            <a:r>
              <a:rPr lang="ja-JP" altLang="en-US" b="1" u="sng" dirty="0">
                <a:solidFill>
                  <a:srgbClr val="4B83DD"/>
                </a:solidFill>
              </a:rPr>
              <a:t>学生管理</a:t>
            </a:r>
            <a:endParaRPr lang="en-US" altLang="ja-JP" b="1" u="sng" dirty="0">
              <a:solidFill>
                <a:srgbClr val="4B83DD"/>
              </a:solidFill>
            </a:endParaRPr>
          </a:p>
          <a:p>
            <a:endParaRPr lang="en-US" altLang="ja-JP" dirty="0"/>
          </a:p>
          <a:p>
            <a:r>
              <a:rPr kumimoji="1" lang="ja-JP" altLang="en-US" dirty="0"/>
              <a:t>成績管理</a:t>
            </a:r>
            <a:endParaRPr kumimoji="1" lang="en-US" altLang="ja-JP" dirty="0"/>
          </a:p>
          <a:p>
            <a:r>
              <a:rPr lang="ja-JP" altLang="en-US" b="1" dirty="0">
                <a:solidFill>
                  <a:srgbClr val="4B83DD"/>
                </a:solidFill>
              </a:rPr>
              <a:t>　</a:t>
            </a:r>
            <a:r>
              <a:rPr lang="ja-JP" altLang="en-US" b="1" u="sng" dirty="0">
                <a:solidFill>
                  <a:srgbClr val="4B83DD"/>
                </a:solidFill>
              </a:rPr>
              <a:t>成績登録</a:t>
            </a:r>
            <a:endParaRPr lang="en-US" altLang="ja-JP" b="1" u="sng" dirty="0">
              <a:solidFill>
                <a:srgbClr val="4B83DD"/>
              </a:solidFill>
            </a:endParaRPr>
          </a:p>
          <a:p>
            <a:r>
              <a:rPr kumimoji="1" lang="ja-JP" altLang="en-US" b="1" dirty="0">
                <a:solidFill>
                  <a:srgbClr val="4B83DD"/>
                </a:solidFill>
              </a:rPr>
              <a:t>　</a:t>
            </a:r>
            <a:r>
              <a:rPr kumimoji="1" lang="ja-JP" altLang="en-US" b="1" u="sng" dirty="0">
                <a:solidFill>
                  <a:srgbClr val="4B83DD"/>
                </a:solidFill>
              </a:rPr>
              <a:t>成績参照</a:t>
            </a:r>
            <a:endParaRPr kumimoji="1" lang="en-US" altLang="ja-JP" b="1" u="sng" dirty="0">
              <a:solidFill>
                <a:srgbClr val="4B83DD"/>
              </a:solidFill>
            </a:endParaRPr>
          </a:p>
          <a:p>
            <a:endParaRPr kumimoji="1" lang="en-US" altLang="ja-JP" b="1" u="sng" dirty="0">
              <a:solidFill>
                <a:srgbClr val="4B83DD"/>
              </a:solidFill>
            </a:endParaRPr>
          </a:p>
          <a:p>
            <a:r>
              <a:rPr lang="ja-JP" altLang="en-US" b="1" u="sng" dirty="0">
                <a:solidFill>
                  <a:srgbClr val="4B83DD"/>
                </a:solidFill>
              </a:rPr>
              <a:t>科目管理</a:t>
            </a:r>
            <a:endParaRPr lang="en-US" altLang="ja-JP" b="1" u="sng" dirty="0">
              <a:solidFill>
                <a:srgbClr val="4B83DD"/>
              </a:solidFill>
            </a:endParaRPr>
          </a:p>
          <a:p>
            <a:r>
              <a:rPr kumimoji="1" lang="ja-JP" altLang="en-US" b="1" u="sng" dirty="0">
                <a:solidFill>
                  <a:srgbClr val="4B83DD"/>
                </a:solidFill>
              </a:rPr>
              <a:t>クラス管理</a:t>
            </a:r>
            <a:endParaRPr kumimoji="1" lang="en-US" altLang="ja-JP" b="1" u="sng" dirty="0">
              <a:solidFill>
                <a:srgbClr val="4B83DD"/>
              </a:solidFill>
            </a:endParaRPr>
          </a:p>
          <a:p>
            <a:r>
              <a:rPr kumimoji="1" lang="ja-JP" altLang="en-US" b="1" u="sng" dirty="0">
                <a:solidFill>
                  <a:srgbClr val="4B83DD"/>
                </a:solidFill>
              </a:rPr>
              <a:t>コース管理</a:t>
            </a:r>
            <a:endParaRPr kumimoji="1" lang="en-US" altLang="ja-JP" b="1" u="sng" dirty="0">
              <a:solidFill>
                <a:srgbClr val="4B83DD"/>
              </a:solidFill>
            </a:endParaRPr>
          </a:p>
          <a:p>
            <a:r>
              <a:rPr lang="ja-JP" altLang="en-US" b="1" u="sng" dirty="0">
                <a:solidFill>
                  <a:srgbClr val="4B83DD"/>
                </a:solidFill>
              </a:rPr>
              <a:t>教師管理</a:t>
            </a:r>
            <a:endParaRPr lang="en-US" altLang="ja-JP" b="1" u="sng" dirty="0">
              <a:solidFill>
                <a:srgbClr val="4B83DD"/>
              </a:solidFill>
            </a:endParaRPr>
          </a:p>
        </p:txBody>
      </p:sp>
      <p:sp>
        <p:nvSpPr>
          <p:cNvPr id="14" name="四角形: 角を丸くする 13">
            <a:extLst>
              <a:ext uri="{FF2B5EF4-FFF2-40B4-BE49-F238E27FC236}">
                <a16:creationId xmlns:a16="http://schemas.microsoft.com/office/drawing/2014/main" id="{0CDFD362-516F-76C8-132A-3841EF191884}"/>
              </a:ext>
            </a:extLst>
          </p:cNvPr>
          <p:cNvSpPr/>
          <p:nvPr/>
        </p:nvSpPr>
        <p:spPr>
          <a:xfrm>
            <a:off x="4095837" y="2877587"/>
            <a:ext cx="928290" cy="529685"/>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4EB521FB-8664-52A1-12AF-F8C7ACFBA3AD}"/>
              </a:ext>
            </a:extLst>
          </p:cNvPr>
          <p:cNvSpPr txBox="1"/>
          <p:nvPr/>
        </p:nvSpPr>
        <p:spPr>
          <a:xfrm>
            <a:off x="4240071" y="2976338"/>
            <a:ext cx="639821" cy="338554"/>
          </a:xfrm>
          <a:prstGeom prst="rect">
            <a:avLst/>
          </a:prstGeom>
          <a:noFill/>
        </p:spPr>
        <p:txBody>
          <a:bodyPr wrap="square" rtlCol="0">
            <a:spAutoFit/>
          </a:bodyPr>
          <a:lstStyle/>
          <a:p>
            <a:r>
              <a:rPr kumimoji="1" lang="ja-JP" altLang="en-US" sz="1600" b="1" dirty="0">
                <a:solidFill>
                  <a:schemeClr val="bg1"/>
                </a:solidFill>
              </a:rPr>
              <a:t>削除</a:t>
            </a:r>
          </a:p>
        </p:txBody>
      </p:sp>
      <p:sp>
        <p:nvSpPr>
          <p:cNvPr id="16" name="テキスト ボックス 15">
            <a:extLst>
              <a:ext uri="{FF2B5EF4-FFF2-40B4-BE49-F238E27FC236}">
                <a16:creationId xmlns:a16="http://schemas.microsoft.com/office/drawing/2014/main" id="{CF2270DF-09B6-92C3-7D1B-C0E938C9BFE2}"/>
              </a:ext>
            </a:extLst>
          </p:cNvPr>
          <p:cNvSpPr txBox="1"/>
          <p:nvPr/>
        </p:nvSpPr>
        <p:spPr>
          <a:xfrm>
            <a:off x="4016829" y="3804098"/>
            <a:ext cx="1937650" cy="369332"/>
          </a:xfrm>
          <a:prstGeom prst="rect">
            <a:avLst/>
          </a:prstGeom>
          <a:noFill/>
        </p:spPr>
        <p:txBody>
          <a:bodyPr wrap="square" rtlCol="0">
            <a:spAutoFit/>
          </a:bodyPr>
          <a:lstStyle/>
          <a:p>
            <a:r>
              <a:rPr kumimoji="1" lang="ja-JP" altLang="en-US" b="1" u="sng" dirty="0">
                <a:solidFill>
                  <a:srgbClr val="4B83DD"/>
                </a:solidFill>
              </a:rPr>
              <a:t>戻る</a:t>
            </a:r>
          </a:p>
        </p:txBody>
      </p:sp>
      <p:sp>
        <p:nvSpPr>
          <p:cNvPr id="17" name="テキスト ボックス 16">
            <a:extLst>
              <a:ext uri="{FF2B5EF4-FFF2-40B4-BE49-F238E27FC236}">
                <a16:creationId xmlns:a16="http://schemas.microsoft.com/office/drawing/2014/main" id="{D1E74124-F1D1-1BF1-223A-2B8E7D335E42}"/>
              </a:ext>
            </a:extLst>
          </p:cNvPr>
          <p:cNvSpPr txBox="1"/>
          <p:nvPr/>
        </p:nvSpPr>
        <p:spPr>
          <a:xfrm>
            <a:off x="4016829" y="2188029"/>
            <a:ext cx="5497285" cy="369332"/>
          </a:xfrm>
          <a:prstGeom prst="rect">
            <a:avLst/>
          </a:prstGeom>
          <a:noFill/>
        </p:spPr>
        <p:txBody>
          <a:bodyPr wrap="square" rtlCol="0">
            <a:spAutoFit/>
          </a:bodyPr>
          <a:lstStyle/>
          <a:p>
            <a:r>
              <a:rPr kumimoji="1" lang="ja-JP" altLang="en-US" dirty="0"/>
              <a:t>「大原次郎</a:t>
            </a:r>
            <a:r>
              <a:rPr kumimoji="1" lang="en-US" altLang="ja-JP" dirty="0"/>
              <a:t>(</a:t>
            </a:r>
            <a:r>
              <a:rPr kumimoji="1" lang="en-US" altLang="ja-JP" dirty="0" err="1"/>
              <a:t>jirou</a:t>
            </a:r>
            <a:r>
              <a:rPr kumimoji="1" lang="en-US" altLang="ja-JP" dirty="0"/>
              <a:t>)</a:t>
            </a:r>
            <a:r>
              <a:rPr kumimoji="1" lang="ja-JP" altLang="en-US" dirty="0"/>
              <a:t>」を削除してもよろしいですか</a:t>
            </a:r>
          </a:p>
        </p:txBody>
      </p:sp>
      <p:sp>
        <p:nvSpPr>
          <p:cNvPr id="18" name="矢印: 上 17">
            <a:extLst>
              <a:ext uri="{FF2B5EF4-FFF2-40B4-BE49-F238E27FC236}">
                <a16:creationId xmlns:a16="http://schemas.microsoft.com/office/drawing/2014/main" id="{F3E669BE-D7AD-80E2-95EA-E811C1596E16}"/>
              </a:ext>
            </a:extLst>
          </p:cNvPr>
          <p:cNvSpPr/>
          <p:nvPr/>
        </p:nvSpPr>
        <p:spPr>
          <a:xfrm rot="20889810">
            <a:off x="4437645" y="3164061"/>
            <a:ext cx="250712" cy="383826"/>
          </a:xfrm>
          <a:prstGeom prst="upArrow">
            <a:avLst>
              <a:gd name="adj1" fmla="val 28285"/>
              <a:gd name="adj2" fmla="val 1028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5703651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fill="hold" grpId="1" nodeType="afterEffect">
                                  <p:stCondLst>
                                    <p:cond delay="0"/>
                                  </p:stCondLst>
                                  <p:childTnLst>
                                    <p:animEffect transition="out" filter="fade">
                                      <p:cBhvr>
                                        <p:cTn id="12" dur="800" tmFilter="0, 0; .2, .5; .8, .5; 1, 0"/>
                                        <p:tgtEl>
                                          <p:spTgt spid="18"/>
                                        </p:tgtEl>
                                      </p:cBhvr>
                                    </p:animEffect>
                                    <p:animScale>
                                      <p:cBhvr>
                                        <p:cTn id="13" dur="400" autoRev="1" fill="hold"/>
                                        <p:tgtEl>
                                          <p:spTgt spid="18"/>
                                        </p:tgtEl>
                                      </p:cBhvr>
                                      <p:by x="105000" y="105000"/>
                                    </p:animScale>
                                  </p:childTnLst>
                                </p:cTn>
                              </p:par>
                              <p:par>
                                <p:cTn id="14" presetID="30" presetClass="emph" presetSubtype="0" fill="hold" nodeType="withEffect">
                                  <p:stCondLst>
                                    <p:cond delay="0"/>
                                  </p:stCondLst>
                                  <p:childTnLst>
                                    <p:animClr clrSpc="hsl" dir="cw">
                                      <p:cBhvr override="childStyle">
                                        <p:cTn id="15" dur="500" fill="hold"/>
                                        <p:tgtEl>
                                          <p:spTgt spid="14"/>
                                        </p:tgtEl>
                                        <p:attrNameLst>
                                          <p:attrName>style.color</p:attrName>
                                        </p:attrNameLst>
                                      </p:cBhvr>
                                      <p:by>
                                        <p:hsl h="0" s="12549" l="25098"/>
                                      </p:by>
                                    </p:animClr>
                                    <p:animClr clrSpc="hsl" dir="cw">
                                      <p:cBhvr>
                                        <p:cTn id="16" dur="500" fill="hold"/>
                                        <p:tgtEl>
                                          <p:spTgt spid="14"/>
                                        </p:tgtEl>
                                        <p:attrNameLst>
                                          <p:attrName>fillcolor</p:attrName>
                                        </p:attrNameLst>
                                      </p:cBhvr>
                                      <p:by>
                                        <p:hsl h="0" s="12549" l="25098"/>
                                      </p:by>
                                    </p:animClr>
                                    <p:animClr clrSpc="hsl" dir="cw">
                                      <p:cBhvr>
                                        <p:cTn id="17" dur="500" fill="hold"/>
                                        <p:tgtEl>
                                          <p:spTgt spid="14"/>
                                        </p:tgtEl>
                                        <p:attrNameLst>
                                          <p:attrName>stroke.color</p:attrName>
                                        </p:attrNameLst>
                                      </p:cBhvr>
                                      <p:by>
                                        <p:hsl h="0" s="12549" l="25098"/>
                                      </p:by>
                                    </p:animClr>
                                    <p:set>
                                      <p:cBhvr>
                                        <p:cTn id="18" dur="500" fill="hold"/>
                                        <p:tgtEl>
                                          <p:spTgt spid="1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A86107FE-4388-03E7-CC70-71C431749D16}"/>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ja-JP" altLang="en-US" sz="7200" kern="1200" dirty="0">
                <a:solidFill>
                  <a:schemeClr val="tx1"/>
                </a:solidFill>
                <a:latin typeface="+mj-lt"/>
                <a:ea typeface="+mj-ea"/>
                <a:cs typeface="+mj-cs"/>
              </a:rPr>
              <a:t>操作説明終わり</a:t>
            </a:r>
            <a:endParaRPr kumimoji="1" lang="en-US" altLang="ja-JP" sz="7200" kern="1200" dirty="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9182926"/>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669CEB-FC29-D02F-BF35-FE981D5595C7}"/>
              </a:ext>
            </a:extLst>
          </p:cNvPr>
          <p:cNvSpPr>
            <a:spLocks noGrp="1"/>
          </p:cNvSpPr>
          <p:nvPr>
            <p:ph type="title"/>
          </p:nvPr>
        </p:nvSpPr>
        <p:spPr/>
        <p:txBody>
          <a:bodyPr/>
          <a:lstStyle/>
          <a:p>
            <a:r>
              <a:rPr kumimoji="1" lang="ja-JP" altLang="en-US"/>
              <a:t>開発業務で苦労した点</a:t>
            </a:r>
          </a:p>
        </p:txBody>
      </p:sp>
      <p:sp>
        <p:nvSpPr>
          <p:cNvPr id="14" name="コンテンツ プレースホルダー 13">
            <a:extLst>
              <a:ext uri="{FF2B5EF4-FFF2-40B4-BE49-F238E27FC236}">
                <a16:creationId xmlns:a16="http://schemas.microsoft.com/office/drawing/2014/main" id="{D19E697A-5478-E51D-2BCA-F763D4D74F3F}"/>
              </a:ext>
            </a:extLst>
          </p:cNvPr>
          <p:cNvSpPr>
            <a:spLocks noGrp="1"/>
          </p:cNvSpPr>
          <p:nvPr>
            <p:ph idx="1"/>
          </p:nvPr>
        </p:nvSpPr>
        <p:spPr>
          <a:xfrm>
            <a:off x="1511166" y="2691450"/>
            <a:ext cx="9385432" cy="3318936"/>
          </a:xfrm>
        </p:spPr>
        <p:txBody>
          <a:bodyPr/>
          <a:lstStyle/>
          <a:p>
            <a:r>
              <a:rPr lang="ja-JP" altLang="en-US" sz="2800" b="1" dirty="0">
                <a:ea typeface="ＭＳ Ｐ明朝"/>
              </a:rPr>
              <a:t>動的な処理の実装</a:t>
            </a:r>
            <a:endParaRPr lang="en-US" altLang="ja-JP" sz="2800" b="1" dirty="0">
              <a:ea typeface="ＭＳ Ｐ明朝"/>
            </a:endParaRPr>
          </a:p>
          <a:p>
            <a:pPr marL="0" indent="0">
              <a:buSzPct val="114999"/>
              <a:buNone/>
            </a:pPr>
            <a:r>
              <a:rPr lang="ja-JP" altLang="en-US" dirty="0">
                <a:ea typeface="ＭＳ Ｐ明朝"/>
              </a:rPr>
              <a:t>　　例）</a:t>
            </a:r>
            <a:r>
              <a:rPr kumimoji="1" lang="ja-JP" altLang="en-US" dirty="0">
                <a:ea typeface="ＭＳ Ｐ明朝"/>
              </a:rPr>
              <a:t>成績管理機能のキー</a:t>
            </a:r>
            <a:r>
              <a:rPr kumimoji="1" lang="en-US" altLang="ja-JP" dirty="0">
                <a:ea typeface="ＭＳ Ｐ明朝"/>
              </a:rPr>
              <a:t>[</a:t>
            </a:r>
            <a:r>
              <a:rPr kumimoji="1" lang="en-US" altLang="ja-JP" dirty="0" err="1">
                <a:ea typeface="ＭＳ Ｐ明朝"/>
              </a:rPr>
              <a:t>student_point</a:t>
            </a:r>
            <a:r>
              <a:rPr kumimoji="1" lang="en-US" altLang="ja-JP" dirty="0">
                <a:ea typeface="ＭＳ Ｐ明朝"/>
              </a:rPr>
              <a:t>]</a:t>
            </a:r>
            <a:r>
              <a:rPr kumimoji="1" lang="ja-JP" altLang="en-US" dirty="0">
                <a:ea typeface="ＭＳ Ｐ明朝"/>
              </a:rPr>
              <a:t>を正しく出力させる点</a:t>
            </a:r>
            <a:endParaRPr lang="en-US" altLang="ja-JP" dirty="0">
              <a:ea typeface="ＭＳ Ｐ明朝"/>
            </a:endParaRPr>
          </a:p>
          <a:p>
            <a:endParaRPr lang="en-US" altLang="ja-JP" dirty="0"/>
          </a:p>
          <a:p>
            <a:pPr marL="0" indent="0">
              <a:buNone/>
            </a:pPr>
            <a:r>
              <a:rPr lang="ja-JP" altLang="en-US" dirty="0">
                <a:ea typeface="ＭＳ Ｐ明朝"/>
              </a:rPr>
              <a:t>　　　　　　　↑</a:t>
            </a:r>
            <a:r>
              <a:rPr lang="en-US" altLang="ja-JP" dirty="0">
                <a:ea typeface="ＭＳ Ｐ明朝"/>
              </a:rPr>
              <a:t>[</a:t>
            </a:r>
            <a:r>
              <a:rPr lang="en-US" altLang="ja-JP" dirty="0" err="1">
                <a:ea typeface="ＭＳ Ｐ明朝"/>
              </a:rPr>
              <a:t>student_point</a:t>
            </a:r>
            <a:r>
              <a:rPr lang="en-US" altLang="ja-JP" dirty="0">
                <a:ea typeface="ＭＳ Ｐ明朝"/>
              </a:rPr>
              <a:t>]</a:t>
            </a:r>
            <a:r>
              <a:rPr lang="ja-JP" altLang="en-US" dirty="0">
                <a:ea typeface="ＭＳ Ｐ明朝"/>
              </a:rPr>
              <a:t>に</a:t>
            </a:r>
            <a:r>
              <a:rPr lang="en-US" altLang="ja-JP" dirty="0">
                <a:ea typeface="ＭＳ Ｐ明朝"/>
              </a:rPr>
              <a:t>[student.no]</a:t>
            </a:r>
            <a:r>
              <a:rPr lang="ja-JP" altLang="en-US" dirty="0">
                <a:ea typeface="ＭＳ Ｐ明朝"/>
              </a:rPr>
              <a:t>を詰めてる</a:t>
            </a:r>
            <a:endParaRPr lang="en-US" altLang="ja-JP" dirty="0">
              <a:ea typeface="ＭＳ Ｐ明朝"/>
            </a:endParaRPr>
          </a:p>
          <a:p>
            <a:pPr marL="0" indent="0">
              <a:buNone/>
            </a:pPr>
            <a:r>
              <a:rPr kumimoji="1" lang="ja-JP" altLang="en-US" dirty="0">
                <a:ea typeface="ＭＳ Ｐ明朝"/>
              </a:rPr>
              <a:t>　　　　　コレを出力する際、文字“</a:t>
            </a:r>
            <a:r>
              <a:rPr kumimoji="1" lang="en-US" altLang="ja-JP" dirty="0">
                <a:ea typeface="ＭＳ Ｐ明朝"/>
              </a:rPr>
              <a:t>student.no</a:t>
            </a:r>
            <a:r>
              <a:rPr kumimoji="1" lang="ja-JP" altLang="en-US" dirty="0">
                <a:ea typeface="ＭＳ Ｐ明朝"/>
              </a:rPr>
              <a:t>”が出力される</a:t>
            </a:r>
            <a:endParaRPr kumimoji="1" lang="en-US" altLang="ja-JP" dirty="0">
              <a:ea typeface="ＭＳ Ｐ明朝"/>
            </a:endParaRPr>
          </a:p>
          <a:p>
            <a:endParaRPr lang="ja-JP" altLang="en-US" dirty="0"/>
          </a:p>
        </p:txBody>
      </p:sp>
      <p:pic>
        <p:nvPicPr>
          <p:cNvPr id="18" name="図 17">
            <a:extLst>
              <a:ext uri="{FF2B5EF4-FFF2-40B4-BE49-F238E27FC236}">
                <a16:creationId xmlns:a16="http://schemas.microsoft.com/office/drawing/2014/main" id="{24E6D6EF-17BD-8FB3-8BAB-16D52FC092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278" y="3715918"/>
            <a:ext cx="8943227" cy="349800"/>
          </a:xfrm>
          <a:prstGeom prst="rect">
            <a:avLst/>
          </a:prstGeom>
        </p:spPr>
      </p:pic>
    </p:spTree>
    <p:extLst>
      <p:ext uri="{BB962C8B-B14F-4D97-AF65-F5344CB8AC3E}">
        <p14:creationId xmlns:p14="http://schemas.microsoft.com/office/powerpoint/2010/main" val="9680892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5BDD41-40BA-ABAF-8679-73B6A06B8083}"/>
              </a:ext>
            </a:extLst>
          </p:cNvPr>
          <p:cNvSpPr>
            <a:spLocks noGrp="1"/>
          </p:cNvSpPr>
          <p:nvPr>
            <p:ph type="title"/>
          </p:nvPr>
        </p:nvSpPr>
        <p:spPr/>
        <p:txBody>
          <a:bodyPr/>
          <a:lstStyle/>
          <a:p>
            <a:r>
              <a:rPr kumimoji="1" lang="ja-JP" altLang="en-US"/>
              <a:t>苦労した点についての解決方法</a:t>
            </a:r>
          </a:p>
        </p:txBody>
      </p:sp>
      <p:sp>
        <p:nvSpPr>
          <p:cNvPr id="3" name="コンテンツ プレースホルダー 2">
            <a:extLst>
              <a:ext uri="{FF2B5EF4-FFF2-40B4-BE49-F238E27FC236}">
                <a16:creationId xmlns:a16="http://schemas.microsoft.com/office/drawing/2014/main" id="{7A51D13B-A909-7FFF-44FE-357A12888240}"/>
              </a:ext>
            </a:extLst>
          </p:cNvPr>
          <p:cNvSpPr>
            <a:spLocks noGrp="1"/>
          </p:cNvSpPr>
          <p:nvPr>
            <p:ph idx="1"/>
          </p:nvPr>
        </p:nvSpPr>
        <p:spPr/>
        <p:txBody>
          <a:bodyPr/>
          <a:lstStyle/>
          <a:p>
            <a:pPr marL="0" indent="0">
              <a:buNone/>
            </a:pPr>
            <a:r>
              <a:rPr lang="en-US" altLang="ja-JP" dirty="0">
                <a:ea typeface="ＭＳ Ｐ明朝"/>
              </a:rPr>
              <a:t>　</a:t>
            </a:r>
            <a:r>
              <a:rPr lang="en-US" altLang="ja-JP" sz="2800" dirty="0">
                <a:ea typeface="ＭＳ Ｐ明朝"/>
              </a:rPr>
              <a:t>・</a:t>
            </a:r>
            <a:r>
              <a:rPr lang="ja-JP" altLang="en-US" sz="2800" dirty="0">
                <a:ea typeface="ＭＳ Ｐ明朝"/>
              </a:rPr>
              <a:t> </a:t>
            </a:r>
            <a:r>
              <a:rPr lang="en-US" altLang="ja-JP" sz="2800" b="1" dirty="0" err="1">
                <a:ea typeface="ＭＳ Ｐ明朝"/>
              </a:rPr>
              <a:t>調べたり、処理を実行して模索しながら進めていった</a:t>
            </a:r>
            <a:endParaRPr lang="en-US" sz="2800" b="1" dirty="0"/>
          </a:p>
          <a:p>
            <a:pPr marL="0" indent="0">
              <a:buNone/>
            </a:pPr>
            <a:r>
              <a:rPr lang="en-US" altLang="ja-JP" dirty="0">
                <a:ea typeface="ＭＳ Ｐ明朝"/>
              </a:rPr>
              <a:t>　	</a:t>
            </a:r>
            <a:r>
              <a:rPr lang="ja-JP" altLang="en-US" dirty="0">
                <a:ea typeface="ＭＳ Ｐ明朝"/>
              </a:rPr>
              <a:t>  </a:t>
            </a:r>
            <a:r>
              <a:rPr lang="en-US" altLang="ja-JP" dirty="0" err="1">
                <a:ea typeface="ＭＳ Ｐ明朝"/>
              </a:rPr>
              <a:t>例）</a:t>
            </a:r>
            <a:r>
              <a:rPr kumimoji="1" lang="en-US" altLang="ja-JP" dirty="0" err="1">
                <a:ea typeface="ＭＳ Ｐ明朝"/>
              </a:rPr>
              <a:t>requestScope</a:t>
            </a:r>
            <a:r>
              <a:rPr kumimoji="1" lang="ja-JP" altLang="en-US" dirty="0">
                <a:ea typeface="ＭＳ Ｐ明朝"/>
              </a:rPr>
              <a:t>を使う事で正しく出力できた</a:t>
            </a:r>
            <a:endParaRPr lang="ja-JP" dirty="0">
              <a:ea typeface="ＭＳ Ｐ明朝"/>
            </a:endParaRPr>
          </a:p>
        </p:txBody>
      </p:sp>
      <p:pic>
        <p:nvPicPr>
          <p:cNvPr id="4" name="コンテンツ プレースホルダー 8">
            <a:extLst>
              <a:ext uri="{FF2B5EF4-FFF2-40B4-BE49-F238E27FC236}">
                <a16:creationId xmlns:a16="http://schemas.microsoft.com/office/drawing/2014/main" id="{D2DAB4AD-1678-5851-199A-CC9F4B2269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1" y="3703637"/>
            <a:ext cx="9601200" cy="651454"/>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インク 4">
                <a:extLst>
                  <a:ext uri="{FF2B5EF4-FFF2-40B4-BE49-F238E27FC236}">
                    <a16:creationId xmlns:a16="http://schemas.microsoft.com/office/drawing/2014/main" id="{26EF5ED3-82D5-B877-0A89-A0B779B67A51}"/>
                  </a:ext>
                </a:extLst>
              </p14:cNvPr>
              <p14:cNvContentPartPr/>
              <p14:nvPr/>
            </p14:nvContentPartPr>
            <p14:xfrm>
              <a:off x="8227556" y="3954573"/>
              <a:ext cx="2295720" cy="77040"/>
            </p14:xfrm>
          </p:contentPart>
        </mc:Choice>
        <mc:Fallback xmlns="">
          <p:pic>
            <p:nvPicPr>
              <p:cNvPr id="5" name="インク 4">
                <a:extLst>
                  <a:ext uri="{FF2B5EF4-FFF2-40B4-BE49-F238E27FC236}">
                    <a16:creationId xmlns:a16="http://schemas.microsoft.com/office/drawing/2014/main" id="{26EF5ED3-82D5-B877-0A89-A0B779B67A51}"/>
                  </a:ext>
                </a:extLst>
              </p:cNvPr>
              <p:cNvPicPr/>
              <p:nvPr/>
            </p:nvPicPr>
            <p:blipFill>
              <a:blip r:embed="rId4"/>
              <a:stretch>
                <a:fillRect/>
              </a:stretch>
            </p:blipFill>
            <p:spPr>
              <a:xfrm>
                <a:off x="8173556" y="3846573"/>
                <a:ext cx="240336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インク 5">
                <a:extLst>
                  <a:ext uri="{FF2B5EF4-FFF2-40B4-BE49-F238E27FC236}">
                    <a16:creationId xmlns:a16="http://schemas.microsoft.com/office/drawing/2014/main" id="{4CF54F9B-6B33-E3FE-2483-0C389C0441B5}"/>
                  </a:ext>
                </a:extLst>
              </p14:cNvPr>
              <p14:cNvContentPartPr/>
              <p14:nvPr/>
            </p14:nvContentPartPr>
            <p14:xfrm>
              <a:off x="3975372" y="4151367"/>
              <a:ext cx="2383200" cy="77040"/>
            </p14:xfrm>
          </p:contentPart>
        </mc:Choice>
        <mc:Fallback xmlns="">
          <p:pic>
            <p:nvPicPr>
              <p:cNvPr id="6" name="インク 5">
                <a:extLst>
                  <a:ext uri="{FF2B5EF4-FFF2-40B4-BE49-F238E27FC236}">
                    <a16:creationId xmlns:a16="http://schemas.microsoft.com/office/drawing/2014/main" id="{4CF54F9B-6B33-E3FE-2483-0C389C0441B5}"/>
                  </a:ext>
                </a:extLst>
              </p:cNvPr>
              <p:cNvPicPr/>
              <p:nvPr/>
            </p:nvPicPr>
            <p:blipFill>
              <a:blip r:embed="rId6"/>
              <a:stretch>
                <a:fillRect/>
              </a:stretch>
            </p:blipFill>
            <p:spPr>
              <a:xfrm>
                <a:off x="3921372" y="4043869"/>
                <a:ext cx="2490840" cy="291677"/>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インク 6">
                <a:extLst>
                  <a:ext uri="{FF2B5EF4-FFF2-40B4-BE49-F238E27FC236}">
                    <a16:creationId xmlns:a16="http://schemas.microsoft.com/office/drawing/2014/main" id="{E20A053B-E7C0-4F4D-CAB1-44FD8B393FBE}"/>
                  </a:ext>
                </a:extLst>
              </p14:cNvPr>
              <p14:cNvContentPartPr/>
              <p14:nvPr/>
            </p14:nvContentPartPr>
            <p14:xfrm>
              <a:off x="9528497" y="3569006"/>
              <a:ext cx="63000" cy="139320"/>
            </p14:xfrm>
          </p:contentPart>
        </mc:Choice>
        <mc:Fallback xmlns="">
          <p:pic>
            <p:nvPicPr>
              <p:cNvPr id="7" name="インク 6">
                <a:extLst>
                  <a:ext uri="{FF2B5EF4-FFF2-40B4-BE49-F238E27FC236}">
                    <a16:creationId xmlns:a16="http://schemas.microsoft.com/office/drawing/2014/main" id="{E20A053B-E7C0-4F4D-CAB1-44FD8B393FBE}"/>
                  </a:ext>
                </a:extLst>
              </p:cNvPr>
              <p:cNvPicPr/>
              <p:nvPr/>
            </p:nvPicPr>
            <p:blipFill>
              <a:blip r:embed="rId8"/>
              <a:stretch>
                <a:fillRect/>
              </a:stretch>
            </p:blipFill>
            <p:spPr>
              <a:xfrm>
                <a:off x="9519445" y="3560029"/>
                <a:ext cx="80741" cy="156915"/>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インク 7">
                <a:extLst>
                  <a:ext uri="{FF2B5EF4-FFF2-40B4-BE49-F238E27FC236}">
                    <a16:creationId xmlns:a16="http://schemas.microsoft.com/office/drawing/2014/main" id="{0D522F8C-8AA2-C9C3-C9C5-93C5DFFE3798}"/>
                  </a:ext>
                </a:extLst>
              </p14:cNvPr>
              <p14:cNvContentPartPr/>
              <p14:nvPr/>
            </p14:nvContentPartPr>
            <p14:xfrm>
              <a:off x="9563057" y="3101726"/>
              <a:ext cx="200160" cy="207720"/>
            </p14:xfrm>
          </p:contentPart>
        </mc:Choice>
        <mc:Fallback xmlns="">
          <p:pic>
            <p:nvPicPr>
              <p:cNvPr id="8" name="インク 7">
                <a:extLst>
                  <a:ext uri="{FF2B5EF4-FFF2-40B4-BE49-F238E27FC236}">
                    <a16:creationId xmlns:a16="http://schemas.microsoft.com/office/drawing/2014/main" id="{0D522F8C-8AA2-C9C3-C9C5-93C5DFFE3798}"/>
                  </a:ext>
                </a:extLst>
              </p:cNvPr>
              <p:cNvPicPr/>
              <p:nvPr/>
            </p:nvPicPr>
            <p:blipFill>
              <a:blip r:embed="rId10"/>
              <a:stretch>
                <a:fillRect/>
              </a:stretch>
            </p:blipFill>
            <p:spPr>
              <a:xfrm>
                <a:off x="9554057" y="3092726"/>
                <a:ext cx="21780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インク 8">
                <a:extLst>
                  <a:ext uri="{FF2B5EF4-FFF2-40B4-BE49-F238E27FC236}">
                    <a16:creationId xmlns:a16="http://schemas.microsoft.com/office/drawing/2014/main" id="{5D79340B-9BA5-8B63-B478-5E5D9DBFAAAB}"/>
                  </a:ext>
                </a:extLst>
              </p14:cNvPr>
              <p14:cNvContentPartPr/>
              <p14:nvPr/>
            </p14:nvContentPartPr>
            <p14:xfrm>
              <a:off x="9600896" y="3171161"/>
              <a:ext cx="14760" cy="65160"/>
            </p14:xfrm>
          </p:contentPart>
        </mc:Choice>
        <mc:Fallback xmlns="">
          <p:pic>
            <p:nvPicPr>
              <p:cNvPr id="9" name="インク 8">
                <a:extLst>
                  <a:ext uri="{FF2B5EF4-FFF2-40B4-BE49-F238E27FC236}">
                    <a16:creationId xmlns:a16="http://schemas.microsoft.com/office/drawing/2014/main" id="{5D79340B-9BA5-8B63-B478-5E5D9DBFAAAB}"/>
                  </a:ext>
                </a:extLst>
              </p:cNvPr>
              <p:cNvPicPr/>
              <p:nvPr/>
            </p:nvPicPr>
            <p:blipFill>
              <a:blip r:embed="rId12"/>
              <a:stretch>
                <a:fillRect/>
              </a:stretch>
            </p:blipFill>
            <p:spPr>
              <a:xfrm>
                <a:off x="9537896" y="3107811"/>
                <a:ext cx="140400" cy="191498"/>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インク 9">
                <a:extLst>
                  <a:ext uri="{FF2B5EF4-FFF2-40B4-BE49-F238E27FC236}">
                    <a16:creationId xmlns:a16="http://schemas.microsoft.com/office/drawing/2014/main" id="{6FFB69E4-888F-0C45-F7F2-63003E9F1F3A}"/>
                  </a:ext>
                </a:extLst>
              </p14:cNvPr>
              <p14:cNvContentPartPr/>
              <p14:nvPr/>
            </p14:nvContentPartPr>
            <p14:xfrm>
              <a:off x="9650936" y="3607481"/>
              <a:ext cx="1440" cy="71280"/>
            </p14:xfrm>
          </p:contentPart>
        </mc:Choice>
        <mc:Fallback xmlns="">
          <p:pic>
            <p:nvPicPr>
              <p:cNvPr id="10" name="インク 9">
                <a:extLst>
                  <a:ext uri="{FF2B5EF4-FFF2-40B4-BE49-F238E27FC236}">
                    <a16:creationId xmlns:a16="http://schemas.microsoft.com/office/drawing/2014/main" id="{6FFB69E4-888F-0C45-F7F2-63003E9F1F3A}"/>
                  </a:ext>
                </a:extLst>
              </p:cNvPr>
              <p:cNvPicPr/>
              <p:nvPr/>
            </p:nvPicPr>
            <p:blipFill>
              <a:blip r:embed="rId14"/>
              <a:stretch>
                <a:fillRect/>
              </a:stretch>
            </p:blipFill>
            <p:spPr>
              <a:xfrm>
                <a:off x="9587936" y="3544798"/>
                <a:ext cx="127080" cy="196289"/>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インク 10">
                <a:extLst>
                  <a:ext uri="{FF2B5EF4-FFF2-40B4-BE49-F238E27FC236}">
                    <a16:creationId xmlns:a16="http://schemas.microsoft.com/office/drawing/2014/main" id="{D6A97236-4CE3-023A-1D9F-6EC7807AFE8F}"/>
                  </a:ext>
                </a:extLst>
              </p14:cNvPr>
              <p14:cNvContentPartPr/>
              <p14:nvPr/>
            </p14:nvContentPartPr>
            <p14:xfrm>
              <a:off x="9608096" y="3514601"/>
              <a:ext cx="360" cy="360"/>
            </p14:xfrm>
          </p:contentPart>
        </mc:Choice>
        <mc:Fallback xmlns="">
          <p:pic>
            <p:nvPicPr>
              <p:cNvPr id="11" name="インク 10">
                <a:extLst>
                  <a:ext uri="{FF2B5EF4-FFF2-40B4-BE49-F238E27FC236}">
                    <a16:creationId xmlns:a16="http://schemas.microsoft.com/office/drawing/2014/main" id="{D6A97236-4CE3-023A-1D9F-6EC7807AFE8F}"/>
                  </a:ext>
                </a:extLst>
              </p:cNvPr>
              <p:cNvPicPr/>
              <p:nvPr/>
            </p:nvPicPr>
            <p:blipFill>
              <a:blip r:embed="rId16"/>
              <a:stretch>
                <a:fillRect/>
              </a:stretch>
            </p:blipFill>
            <p:spPr>
              <a:xfrm>
                <a:off x="9545096" y="345160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インク 13">
                <a:extLst>
                  <a:ext uri="{FF2B5EF4-FFF2-40B4-BE49-F238E27FC236}">
                    <a16:creationId xmlns:a16="http://schemas.microsoft.com/office/drawing/2014/main" id="{12D23FA9-0AD7-ABA2-7244-5707AFDEF870}"/>
                  </a:ext>
                </a:extLst>
              </p14:cNvPr>
              <p14:cNvContentPartPr/>
              <p14:nvPr/>
            </p14:nvContentPartPr>
            <p14:xfrm>
              <a:off x="9483405" y="4028205"/>
              <a:ext cx="563760" cy="16560"/>
            </p14:xfrm>
          </p:contentPart>
        </mc:Choice>
        <mc:Fallback xmlns="">
          <p:pic>
            <p:nvPicPr>
              <p:cNvPr id="14" name="インク 13">
                <a:extLst>
                  <a:ext uri="{FF2B5EF4-FFF2-40B4-BE49-F238E27FC236}">
                    <a16:creationId xmlns:a16="http://schemas.microsoft.com/office/drawing/2014/main" id="{12D23FA9-0AD7-ABA2-7244-5707AFDEF870}"/>
                  </a:ext>
                </a:extLst>
              </p:cNvPr>
              <p:cNvPicPr/>
              <p:nvPr/>
            </p:nvPicPr>
            <p:blipFill>
              <a:blip r:embed="rId18"/>
              <a:stretch>
                <a:fillRect/>
              </a:stretch>
            </p:blipFill>
            <p:spPr>
              <a:xfrm>
                <a:off x="9429405" y="3920205"/>
                <a:ext cx="67140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インク 16">
                <a:extLst>
                  <a:ext uri="{FF2B5EF4-FFF2-40B4-BE49-F238E27FC236}">
                    <a16:creationId xmlns:a16="http://schemas.microsoft.com/office/drawing/2014/main" id="{CC7F110B-4479-5353-148E-8CB5A6E581B4}"/>
                  </a:ext>
                </a:extLst>
              </p14:cNvPr>
              <p14:cNvContentPartPr/>
              <p14:nvPr/>
            </p14:nvContentPartPr>
            <p14:xfrm>
              <a:off x="1511995" y="3650755"/>
              <a:ext cx="632520" cy="39240"/>
            </p14:xfrm>
          </p:contentPart>
        </mc:Choice>
        <mc:Fallback xmlns="">
          <p:pic>
            <p:nvPicPr>
              <p:cNvPr id="17" name="インク 16">
                <a:extLst>
                  <a:ext uri="{FF2B5EF4-FFF2-40B4-BE49-F238E27FC236}">
                    <a16:creationId xmlns:a16="http://schemas.microsoft.com/office/drawing/2014/main" id="{CC7F110B-4479-5353-148E-8CB5A6E581B4}"/>
                  </a:ext>
                </a:extLst>
              </p:cNvPr>
              <p:cNvPicPr/>
              <p:nvPr/>
            </p:nvPicPr>
            <p:blipFill>
              <a:blip r:embed="rId20"/>
              <a:stretch>
                <a:fillRect/>
              </a:stretch>
            </p:blipFill>
            <p:spPr>
              <a:xfrm>
                <a:off x="1449031" y="3588328"/>
                <a:ext cx="758089" cy="163738"/>
              </a:xfrm>
              <a:prstGeom prst="rect">
                <a:avLst/>
              </a:prstGeom>
            </p:spPr>
          </p:pic>
        </mc:Fallback>
      </mc:AlternateContent>
    </p:spTree>
    <p:extLst>
      <p:ext uri="{BB962C8B-B14F-4D97-AF65-F5344CB8AC3E}">
        <p14:creationId xmlns:p14="http://schemas.microsoft.com/office/powerpoint/2010/main" val="582170091"/>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382A9C-3021-B8E0-501F-8EE24B3FC75B}"/>
              </a:ext>
            </a:extLst>
          </p:cNvPr>
          <p:cNvSpPr>
            <a:spLocks noGrp="1"/>
          </p:cNvSpPr>
          <p:nvPr>
            <p:ph type="title"/>
          </p:nvPr>
        </p:nvSpPr>
        <p:spPr/>
        <p:txBody>
          <a:bodyPr/>
          <a:lstStyle/>
          <a:p>
            <a:r>
              <a:rPr kumimoji="1" lang="ja-JP" altLang="en-US"/>
              <a:t>今後の課題や作業</a:t>
            </a:r>
          </a:p>
        </p:txBody>
      </p:sp>
      <p:sp>
        <p:nvSpPr>
          <p:cNvPr id="3" name="コンテンツ プレースホルダー 2">
            <a:extLst>
              <a:ext uri="{FF2B5EF4-FFF2-40B4-BE49-F238E27FC236}">
                <a16:creationId xmlns:a16="http://schemas.microsoft.com/office/drawing/2014/main" id="{E1111F8E-8459-3180-4393-A39A4051B61B}"/>
              </a:ext>
            </a:extLst>
          </p:cNvPr>
          <p:cNvSpPr>
            <a:spLocks noGrp="1"/>
          </p:cNvSpPr>
          <p:nvPr>
            <p:ph idx="1"/>
          </p:nvPr>
        </p:nvSpPr>
        <p:spPr/>
        <p:txBody>
          <a:bodyPr/>
          <a:lstStyle/>
          <a:p>
            <a:r>
              <a:rPr kumimoji="1" lang="ja-JP" altLang="en-US">
                <a:ea typeface="ＭＳ Ｐ明朝"/>
              </a:rPr>
              <a:t>学校</a:t>
            </a:r>
            <a:r>
              <a:rPr lang="ja-JP" altLang="en-US">
                <a:ea typeface="ＭＳ Ｐ明朝"/>
              </a:rPr>
              <a:t>管理</a:t>
            </a:r>
            <a:endParaRPr kumimoji="1" lang="en-US" altLang="ja-JP">
              <a:ea typeface="ＭＳ Ｐ明朝"/>
            </a:endParaRPr>
          </a:p>
          <a:p>
            <a:r>
              <a:rPr lang="ja-JP" altLang="en-US"/>
              <a:t>成績登録の権限管理</a:t>
            </a:r>
            <a:endParaRPr lang="en-US" altLang="ja-JP"/>
          </a:p>
          <a:p>
            <a:r>
              <a:rPr kumimoji="1" lang="en-US" altLang="ja-JP" dirty="0">
                <a:ea typeface="ＭＳ Ｐ明朝"/>
              </a:rPr>
              <a:t>CSV</a:t>
            </a:r>
            <a:r>
              <a:rPr kumimoji="1" lang="ja-JP" altLang="en-US">
                <a:ea typeface="ＭＳ Ｐ明朝"/>
              </a:rPr>
              <a:t>ファイル読み込み機能</a:t>
            </a:r>
          </a:p>
          <a:p>
            <a:pPr>
              <a:buSzPct val="114999"/>
            </a:pPr>
            <a:r>
              <a:rPr lang="ja-JP" altLang="en-US">
                <a:ea typeface="ＭＳ Ｐ明朝"/>
              </a:rPr>
              <a:t>その他、細かな機能</a:t>
            </a:r>
            <a:endParaRPr lang="ja-JP" altLang="en-US" dirty="0">
              <a:ea typeface="ＭＳ Ｐ明朝"/>
            </a:endParaRPr>
          </a:p>
        </p:txBody>
      </p:sp>
    </p:spTree>
    <p:extLst>
      <p:ext uri="{BB962C8B-B14F-4D97-AF65-F5344CB8AC3E}">
        <p14:creationId xmlns:p14="http://schemas.microsoft.com/office/powerpoint/2010/main" val="4077691896"/>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575D7A7-3C36-4508-9BC6-70A93BD3C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8" name="Picture 7">
              <a:extLst>
                <a:ext uri="{FF2B5EF4-FFF2-40B4-BE49-F238E27FC236}">
                  <a16:creationId xmlns:a16="http://schemas.microsoft.com/office/drawing/2014/main" id="{BC964A0D-06B7-4C16-AC9F-20ADDA8059E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a:extLst>
                <a:ext uri="{FF2B5EF4-FFF2-40B4-BE49-F238E27FC236}">
                  <a16:creationId xmlns:a16="http://schemas.microsoft.com/office/drawing/2014/main" id="{F5703F5C-55DF-45CD-BC3F-3BE8F1033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Garamond" panose="02020404030301010803"/>
                <a:ea typeface="ＭＳ Ｐ明朝" panose="02020600040205080304" pitchFamily="18" charset="-128"/>
                <a:cs typeface="+mn-cs"/>
              </a:endParaRPr>
            </a:p>
          </p:txBody>
        </p:sp>
        <p:pic>
          <p:nvPicPr>
            <p:cNvPr id="10" name="Picture 9">
              <a:extLst>
                <a:ext uri="{FF2B5EF4-FFF2-40B4-BE49-F238E27FC236}">
                  <a16:creationId xmlns:a16="http://schemas.microsoft.com/office/drawing/2014/main" id="{A8C7134F-70F9-4826-A97E-9B39AEA08F5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1" name="Picture 10">
              <a:extLst>
                <a:ext uri="{FF2B5EF4-FFF2-40B4-BE49-F238E27FC236}">
                  <a16:creationId xmlns:a16="http://schemas.microsoft.com/office/drawing/2014/main" id="{39351E73-B6DD-4B56-8EE9-C16B5711C46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13" name="Straight Connector 12">
            <a:extLst>
              <a:ext uri="{FF2B5EF4-FFF2-40B4-BE49-F238E27FC236}">
                <a16:creationId xmlns:a16="http://schemas.microsoft.com/office/drawing/2014/main" id="{AE446D0E-6531-40B7-A182-FB86024397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15" name="Rectangle 14">
            <a:extLst>
              <a:ext uri="{FF2B5EF4-FFF2-40B4-BE49-F238E27FC236}">
                <a16:creationId xmlns:a16="http://schemas.microsoft.com/office/drawing/2014/main" id="{D59C2C63-D709-4949-9465-29A52CBED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7" name="Rectangle 16">
            <a:extLst>
              <a:ext uri="{FF2B5EF4-FFF2-40B4-BE49-F238E27FC236}">
                <a16:creationId xmlns:a16="http://schemas.microsoft.com/office/drawing/2014/main" id="{0EFD2038-15D6-4003-8350-AFEC394EEF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920" y="1399880"/>
            <a:ext cx="7808159" cy="4103960"/>
          </a:xfrm>
          <a:prstGeom prst="rect">
            <a:avLst/>
          </a:prstGeom>
          <a:solidFill>
            <a:schemeClr val="tx2">
              <a:lumMod val="90000"/>
              <a:lumOff val="10000"/>
            </a:schemeClr>
          </a:solid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tx2">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19" name="Rectangle 18">
            <a:extLst>
              <a:ext uri="{FF2B5EF4-FFF2-40B4-BE49-F238E27FC236}">
                <a16:creationId xmlns:a16="http://schemas.microsoft.com/office/drawing/2014/main" id="{8CF519C2-F6BE-41BE-A50E-54B98359C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solidFill>
              <a:schemeClr val="accent1"/>
            </a:solidFill>
            <a:miter lim="800000"/>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Garamond" panose="02020404030301010803"/>
              <a:ea typeface="ＭＳ Ｐ明朝" panose="02020600040205080304" pitchFamily="18" charset="-128"/>
              <a:cs typeface="+mn-cs"/>
            </a:endParaRPr>
          </a:p>
        </p:txBody>
      </p:sp>
      <p:grpSp>
        <p:nvGrpSpPr>
          <p:cNvPr id="21" name="Group 20">
            <a:extLst>
              <a:ext uri="{FF2B5EF4-FFF2-40B4-BE49-F238E27FC236}">
                <a16:creationId xmlns:a16="http://schemas.microsoft.com/office/drawing/2014/main" id="{7767AD93-AD3E-4C62-97D5-E54E14B2EA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3631"/>
            <a:ext cx="12231160" cy="659658"/>
            <a:chOff x="-16934" y="3123631"/>
            <a:chExt cx="12231160" cy="659658"/>
          </a:xfrm>
        </p:grpSpPr>
        <p:sp>
          <p:nvSpPr>
            <p:cNvPr id="22" name="Rounded Rectangle 17">
              <a:extLst>
                <a:ext uri="{FF2B5EF4-FFF2-40B4-BE49-F238E27FC236}">
                  <a16:creationId xmlns:a16="http://schemas.microsoft.com/office/drawing/2014/main" id="{AA443E8D-EC07-4B8F-B370-2A1153F350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30976" y="312363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23" name="Picture 22">
              <a:extLst>
                <a:ext uri="{FF2B5EF4-FFF2-40B4-BE49-F238E27FC236}">
                  <a16:creationId xmlns:a16="http://schemas.microsoft.com/office/drawing/2014/main" id="{841F0AA1-D12D-4FDB-BF66-D9398ED9303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6934" y="3145536"/>
              <a:ext cx="2478024" cy="612648"/>
            </a:xfrm>
            <a:prstGeom prst="rect">
              <a:avLst/>
            </a:prstGeom>
          </p:spPr>
        </p:pic>
        <p:sp>
          <p:nvSpPr>
            <p:cNvPr id="24" name="Rounded Rectangle 20">
              <a:extLst>
                <a:ext uri="{FF2B5EF4-FFF2-40B4-BE49-F238E27FC236}">
                  <a16:creationId xmlns:a16="http://schemas.microsoft.com/office/drawing/2014/main" id="{E2B949DE-0178-4942-80DE-811C1AA4F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17803" y="312492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25" name="Picture 24">
              <a:extLst>
                <a:ext uri="{FF2B5EF4-FFF2-40B4-BE49-F238E27FC236}">
                  <a16:creationId xmlns:a16="http://schemas.microsoft.com/office/drawing/2014/main" id="{284AA86D-EAE1-4E3F-A54C-7F1E390B6DF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9736202" y="3145536"/>
              <a:ext cx="2478024" cy="612648"/>
            </a:xfrm>
            <a:prstGeom prst="rect">
              <a:avLst/>
            </a:prstGeom>
          </p:spPr>
        </p:pic>
      </p:grpSp>
      <p:sp>
        <p:nvSpPr>
          <p:cNvPr id="2" name="タイトル 1">
            <a:extLst>
              <a:ext uri="{FF2B5EF4-FFF2-40B4-BE49-F238E27FC236}">
                <a16:creationId xmlns:a16="http://schemas.microsoft.com/office/drawing/2014/main" id="{17EA91D3-0A46-FB3C-2D78-16FAC514013D}"/>
              </a:ext>
            </a:extLst>
          </p:cNvPr>
          <p:cNvSpPr>
            <a:spLocks noGrp="1"/>
          </p:cNvSpPr>
          <p:nvPr>
            <p:ph type="title"/>
          </p:nvPr>
        </p:nvSpPr>
        <p:spPr>
          <a:xfrm>
            <a:off x="2692398" y="1871131"/>
            <a:ext cx="6815669" cy="1515533"/>
          </a:xfrm>
        </p:spPr>
        <p:txBody>
          <a:bodyPr vert="horz" lIns="91440" tIns="45720" rIns="91440" bIns="45720" rtlCol="0" anchor="b">
            <a:normAutofit/>
          </a:bodyPr>
          <a:lstStyle/>
          <a:p>
            <a:pPr>
              <a:lnSpc>
                <a:spcPct val="90000"/>
              </a:lnSpc>
            </a:pPr>
            <a:r>
              <a:rPr kumimoji="1" lang="ja-JP" altLang="en-US" sz="4000">
                <a:solidFill>
                  <a:schemeClr val="bg1"/>
                </a:solidFill>
              </a:rPr>
              <a:t>ご清聴ありがとうございました</a:t>
            </a:r>
          </a:p>
        </p:txBody>
      </p:sp>
      <p:cxnSp>
        <p:nvCxnSpPr>
          <p:cNvPr id="27" name="Straight Connector 26">
            <a:extLst>
              <a:ext uri="{FF2B5EF4-FFF2-40B4-BE49-F238E27FC236}">
                <a16:creationId xmlns:a16="http://schemas.microsoft.com/office/drawing/2014/main" id="{0772CE55-4C36-44F1-A9BD-379BEB8431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1016465"/>
      </p:ext>
    </p:extLst>
  </p:cSld>
  <p:clrMapOvr>
    <a:masterClrMapping/>
  </p:clrMapOvr>
  <p:transition spd="med">
    <p:pull/>
  </p:transition>
</p:sld>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オーガニック">
  <a:themeElements>
    <a:clrScheme name="オーガニック">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オーガニック">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オーガニック">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AD5BEB137ACF64FA38066D11B4B13E0" ma:contentTypeVersion="13" ma:contentTypeDescription="新しいドキュメントを作成します。" ma:contentTypeScope="" ma:versionID="1694e3c0e1d9caed93c773f23d4296cb">
  <xsd:schema xmlns:xsd="http://www.w3.org/2001/XMLSchema" xmlns:xs="http://www.w3.org/2001/XMLSchema" xmlns:p="http://schemas.microsoft.com/office/2006/metadata/properties" xmlns:ns2="f02069cb-13a3-4fd6-a3e2-8932e1c9020a" xmlns:ns3="377279c2-b1bd-4e0a-bcc9-ec1afb9cdc63" targetNamespace="http://schemas.microsoft.com/office/2006/metadata/properties" ma:root="true" ma:fieldsID="bf03b5f825f6479d01d4f1748137c197" ns2:_="" ns3:_="">
    <xsd:import namespace="f02069cb-13a3-4fd6-a3e2-8932e1c9020a"/>
    <xsd:import namespace="377279c2-b1bd-4e0a-bcc9-ec1afb9cdc6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2069cb-13a3-4fd6-a3e2-8932e1c902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画像タグ" ma:readOnly="false" ma:fieldId="{5cf76f15-5ced-4ddc-b409-7134ff3c332f}" ma:taxonomyMulti="true" ma:sspId="4ed1a849-52bb-4df0-8222-c53a84cd3b88"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7279c2-b1bd-4e0a-bcc9-ec1afb9cdc63"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14bfd7bd-aaf5-48d8-8a50-feeef9c9f2c8}" ma:internalName="TaxCatchAll" ma:showField="CatchAllData" ma:web="377279c2-b1bd-4e0a-bcc9-ec1afb9cdc6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77279c2-b1bd-4e0a-bcc9-ec1afb9cdc63" xsi:nil="true"/>
    <lcf76f155ced4ddcb4097134ff3c332f xmlns="f02069cb-13a3-4fd6-a3e2-8932e1c9020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575D23F-777E-4C48-916D-DFBF97F015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2069cb-13a3-4fd6-a3e2-8932e1c9020a"/>
    <ds:schemaRef ds:uri="377279c2-b1bd-4e0a-bcc9-ec1afb9cdc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8065C54-C589-4F27-BFCB-4325CAD37408}">
  <ds:schemaRefs>
    <ds:schemaRef ds:uri="http://schemas.microsoft.com/sharepoint/v3/contenttype/forms"/>
  </ds:schemaRefs>
</ds:datastoreItem>
</file>

<file path=customXml/itemProps3.xml><?xml version="1.0" encoding="utf-8"?>
<ds:datastoreItem xmlns:ds="http://schemas.openxmlformats.org/officeDocument/2006/customXml" ds:itemID="{E1E22744-A427-4671-AE97-2757979CB096}">
  <ds:schemaRefs>
    <ds:schemaRef ds:uri="http://schemas.microsoft.com/office/2006/metadata/properties"/>
    <ds:schemaRef ds:uri="http://schemas.microsoft.com/office/infopath/2007/PartnerControls"/>
    <ds:schemaRef ds:uri="377279c2-b1bd-4e0a-bcc9-ec1afb9cdc63"/>
    <ds:schemaRef ds:uri="f02069cb-13a3-4fd6-a3e2-8932e1c9020a"/>
  </ds:schemaRefs>
</ds:datastoreItem>
</file>

<file path=docProps/app.xml><?xml version="1.0" encoding="utf-8"?>
<Properties xmlns="http://schemas.openxmlformats.org/officeDocument/2006/extended-properties" xmlns:vt="http://schemas.openxmlformats.org/officeDocument/2006/docPropsVTypes">
  <TotalTime>637</TotalTime>
  <Words>1765</Words>
  <Application>Microsoft Office PowerPoint</Application>
  <PresentationFormat>ワイド画面</PresentationFormat>
  <Paragraphs>859</Paragraphs>
  <Slides>45</Slides>
  <Notes>6</Notes>
  <HiddenSlides>0</HiddenSlides>
  <MMClips>0</MMClips>
  <ScaleCrop>false</ScaleCrop>
  <HeadingPairs>
    <vt:vector size="6" baseType="variant">
      <vt:variant>
        <vt:lpstr>使用されているフォント</vt:lpstr>
      </vt:variant>
      <vt:variant>
        <vt:i4>7</vt:i4>
      </vt:variant>
      <vt:variant>
        <vt:lpstr>テーマ</vt:lpstr>
      </vt:variant>
      <vt:variant>
        <vt:i4>2</vt:i4>
      </vt:variant>
      <vt:variant>
        <vt:lpstr>スライド タイトル</vt:lpstr>
      </vt:variant>
      <vt:variant>
        <vt:i4>45</vt:i4>
      </vt:variant>
    </vt:vector>
  </HeadingPairs>
  <TitlesOfParts>
    <vt:vector size="54" baseType="lpstr">
      <vt:lpstr>ＭＳ Ｐ明朝</vt:lpstr>
      <vt:lpstr>Meiryo</vt:lpstr>
      <vt:lpstr>游ゴシック</vt:lpstr>
      <vt:lpstr>游ゴシック Light</vt:lpstr>
      <vt:lpstr>Arial</vt:lpstr>
      <vt:lpstr>Calibri</vt:lpstr>
      <vt:lpstr>Garamond</vt:lpstr>
      <vt:lpstr>Office テーマ</vt:lpstr>
      <vt:lpstr>オーガニック</vt:lpstr>
      <vt:lpstr>Aチーム</vt:lpstr>
      <vt:lpstr>チームメンバー</vt:lpstr>
      <vt:lpstr>操作説明</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操作説明終わり</vt:lpstr>
      <vt:lpstr>開発業務で苦労した点</vt:lpstr>
      <vt:lpstr>苦労した点についての解決方法</vt:lpstr>
      <vt:lpstr>今後の課題や作業</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操作説明</dc:title>
  <dc:creator>髙田　陽斗</dc:creator>
  <cp:lastModifiedBy>髙田　陽斗</cp:lastModifiedBy>
  <cp:revision>40</cp:revision>
  <dcterms:created xsi:type="dcterms:W3CDTF">2024-07-24T04:50:34Z</dcterms:created>
  <dcterms:modified xsi:type="dcterms:W3CDTF">2024-07-30T03:49:04Z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0x0101008AD5BEB137ACF64FA38066D11B4B13E0</vt:lpwstr>
  </property>
  <property fmtid="{D5CDD505-2E9C-101B-9397-08002B2CF9AE}" pid="3" name="MediaServiceImageTags">
    <vt:lpwstr/>
  </property>
</Properties>
</file>